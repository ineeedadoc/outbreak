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4"/>
  </p:notesMasterIdLst>
  <p:sldIdLst>
    <p:sldId id="256" r:id="rId2"/>
    <p:sldId id="258" r:id="rId3"/>
    <p:sldId id="259" r:id="rId4"/>
    <p:sldId id="260" r:id="rId5"/>
    <p:sldId id="261" r:id="rId6"/>
    <p:sldId id="270" r:id="rId7"/>
    <p:sldId id="263" r:id="rId8"/>
    <p:sldId id="264" r:id="rId9"/>
    <p:sldId id="314" r:id="rId10"/>
    <p:sldId id="312" r:id="rId11"/>
    <p:sldId id="313" r:id="rId12"/>
    <p:sldId id="315" r:id="rId13"/>
    <p:sldId id="262" r:id="rId14"/>
    <p:sldId id="265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8" r:id="rId24"/>
    <p:sldId id="330" r:id="rId25"/>
    <p:sldId id="329" r:id="rId26"/>
    <p:sldId id="316" r:id="rId27"/>
    <p:sldId id="266" r:id="rId28"/>
    <p:sldId id="269" r:id="rId29"/>
    <p:sldId id="289" r:id="rId30"/>
    <p:sldId id="284" r:id="rId31"/>
    <p:sldId id="327" r:id="rId32"/>
    <p:sldId id="326" r:id="rId33"/>
  </p:sldIdLst>
  <p:sldSz cx="9144000" cy="5143500" type="screen16x9"/>
  <p:notesSz cx="6858000" cy="9144000"/>
  <p:embeddedFontLst>
    <p:embeddedFont>
      <p:font typeface="Anaheim" panose="020B0604020202020204" charset="0"/>
      <p:regular r:id="rId35"/>
      <p:bold r:id="rId36"/>
    </p:embeddedFont>
    <p:embeddedFont>
      <p:font typeface="Anton" pitchFamily="2" charset="0"/>
      <p:regular r:id="rId37"/>
    </p:embeddedFont>
    <p:embeddedFont>
      <p:font typeface="Barlow" panose="00000500000000000000" pitchFamily="2" charset="0"/>
      <p:regular r:id="rId38"/>
      <p:bold r:id="rId39"/>
      <p:italic r:id="rId40"/>
      <p:boldItalic r:id="rId41"/>
    </p:embeddedFont>
    <p:embeddedFont>
      <p:font typeface="Impact" panose="020B0806030902050204" pitchFamily="34" charset="0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6C5BB5-4F65-473D-5409-F786B3F02000}" v="21" dt="2025-05-01T18:41:35.446"/>
    <p1510:client id="{3691C8A6-8522-46E3-B445-503809CF2A7F}" v="102" dt="2025-05-02T08:11:20.167"/>
    <p1510:client id="{46646653-F307-0ED3-0803-EA73768165BA}" v="18" dt="2025-05-02T07:33:15.339"/>
    <p1510:client id="{485D24D8-3092-6D0B-B872-71A6CE62984D}" v="14" dt="2025-05-02T00:08:10.485"/>
    <p1510:client id="{628DA406-4525-E9FC-5156-3950723B2303}" v="34" dt="2025-05-01T19:16:28.790"/>
    <p1510:client id="{63920D68-FF54-8F6C-0876-AABAA197E343}" v="2653" dt="2025-05-02T01:37:16.873"/>
    <p1510:client id="{66E4E004-9659-C415-420D-8E028E18C518}" v="3" dt="2025-05-01T11:20:11.863"/>
    <p1510:client id="{6B1C08C0-FDD4-B0DC-ECDC-B083E1A5DF5E}" v="16" dt="2025-05-01T11:49:35.706"/>
    <p1510:client id="{748AE828-ABC5-5064-9EFA-1BE0DC56ABCE}" v="47" dt="2025-05-02T08:26:10.023"/>
    <p1510:client id="{77987B1D-6A68-1018-9F6E-E204FD07AB1A}" v="7" dt="2025-05-01T20:29:53.720"/>
    <p1510:client id="{7D0A8670-A810-F435-F85C-0033D9BC136B}" v="319" dt="2025-05-01T12:52:32.261"/>
    <p1510:client id="{A0516B1A-1175-C49E-DA17-6A7073D1F28E}" v="3" dt="2025-05-01T19:43:43.893"/>
    <p1510:client id="{A86D0C5C-9802-29E2-420E-0E2750C3D8FA}" v="377" dt="2025-05-01T20:29:02.699"/>
    <p1510:client id="{D72F7F3E-E54E-F45C-3053-9B66CF936F22}" v="454" dt="2025-05-02T06:25:09.820"/>
    <p1510:client id="{E0BBD775-5410-518A-AB2B-88EB765E361D}" v="101" dt="2025-05-01T19:41:20.329"/>
    <p1510:client id="{E3BC2DCC-62B6-D512-FD9C-D7ED8480246C}" v="3" dt="2025-05-02T06:23:14.682"/>
  </p1510:revLst>
</p1510:revInfo>
</file>

<file path=ppt/tableStyles.xml><?xml version="1.0" encoding="utf-8"?>
<a:tblStyleLst xmlns:a="http://schemas.openxmlformats.org/drawingml/2006/main" def="{0E2778B0-A597-4D08-8D79-AC05CDE69030}">
  <a:tblStyle styleId="{0E2778B0-A597-4D08-8D79-AC05CDE690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Analytics: Nils -&gt; Test durch Spieler -&gt; Zudem sagen das durchschnittliche Kills pro Runde, Wellen überlebt -&gt; Statistik am ende des </a:t>
            </a:r>
            <a:r>
              <a:rPr lang="de-DE" err="1"/>
              <a:t>games</a:t>
            </a:r>
            <a:endParaRPr lang="de-DE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Architekturen: Karim -&gt; Bild auf </a:t>
            </a:r>
            <a:r>
              <a:rPr lang="de-DE" err="1"/>
              <a:t>Github</a:t>
            </a:r>
            <a:r>
              <a:rPr lang="de-DE"/>
              <a:t>, Still des Projekts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Engagement Loop: Michael -&gt; </a:t>
            </a:r>
            <a:r>
              <a:rPr lang="de-DE" err="1"/>
              <a:t>Explore</a:t>
            </a:r>
            <a:r>
              <a:rPr lang="de-DE"/>
              <a:t> (</a:t>
            </a:r>
            <a:r>
              <a:rPr lang="de-DE" err="1"/>
              <a:t>Map</a:t>
            </a:r>
            <a:r>
              <a:rPr lang="de-DE"/>
              <a:t> erkunden) + </a:t>
            </a:r>
            <a:r>
              <a:rPr lang="de-DE" err="1"/>
              <a:t>Compete</a:t>
            </a:r>
            <a:r>
              <a:rPr lang="de-DE"/>
              <a:t> (</a:t>
            </a:r>
            <a:r>
              <a:rPr lang="de-DE" err="1"/>
              <a:t>Achivements</a:t>
            </a:r>
            <a:r>
              <a:rPr lang="de-DE"/>
              <a:t>)  + Express </a:t>
            </a:r>
            <a:r>
              <a:rPr lang="de-DE" err="1"/>
              <a:t>create</a:t>
            </a:r>
            <a:r>
              <a:rPr lang="de-DE"/>
              <a:t> (Jeder kann seien </a:t>
            </a:r>
            <a:r>
              <a:rPr lang="de-DE" err="1"/>
              <a:t>eigenspielstil</a:t>
            </a:r>
            <a:r>
              <a:rPr lang="de-DE"/>
              <a:t> haben, </a:t>
            </a:r>
            <a:r>
              <a:rPr lang="de-DE" err="1"/>
              <a:t>dh</a:t>
            </a:r>
            <a:r>
              <a:rPr lang="de-DE"/>
              <a:t>.  Nur in einem Raum, verschiedenen Waffen)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Demo: Erklärung (Robin) + Demo ausführen(Dominik)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err="1"/>
              <a:t>Lessons</a:t>
            </a:r>
            <a:r>
              <a:rPr lang="de-DE"/>
              <a:t> </a:t>
            </a:r>
            <a:r>
              <a:rPr lang="de-DE" err="1"/>
              <a:t>Learned</a:t>
            </a:r>
            <a:r>
              <a:rPr lang="de-DE"/>
              <a:t>: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5805245a6c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5805245a6c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2584b2039fe_0_238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2584b2039fe_0_238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>
          <a:extLst>
            <a:ext uri="{FF2B5EF4-FFF2-40B4-BE49-F238E27FC236}">
              <a16:creationId xmlns:a16="http://schemas.microsoft.com/office/drawing/2014/main" id="{76348DFB-F768-0A77-9A80-7E7E48A3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54dda1946d_6_332:notes">
            <a:extLst>
              <a:ext uri="{FF2B5EF4-FFF2-40B4-BE49-F238E27FC236}">
                <a16:creationId xmlns:a16="http://schemas.microsoft.com/office/drawing/2014/main" id="{49AB0F9B-972B-57A2-D49F-D3F3B13611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54dda1946d_6_332:notes">
            <a:extLst>
              <a:ext uri="{FF2B5EF4-FFF2-40B4-BE49-F238E27FC236}">
                <a16:creationId xmlns:a16="http://schemas.microsoft.com/office/drawing/2014/main" id="{8158E2C4-F839-DA97-5873-F33ACE9509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238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>
          <a:extLst>
            <a:ext uri="{FF2B5EF4-FFF2-40B4-BE49-F238E27FC236}">
              <a16:creationId xmlns:a16="http://schemas.microsoft.com/office/drawing/2014/main" id="{4647CFE4-828A-BBA1-AC03-1DA446D99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54dda1946d_6_332:notes">
            <a:extLst>
              <a:ext uri="{FF2B5EF4-FFF2-40B4-BE49-F238E27FC236}">
                <a16:creationId xmlns:a16="http://schemas.microsoft.com/office/drawing/2014/main" id="{B4A570AF-F6ED-383E-DE3D-52DCDEA22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54dda1946d_6_332:notes">
            <a:extLst>
              <a:ext uri="{FF2B5EF4-FFF2-40B4-BE49-F238E27FC236}">
                <a16:creationId xmlns:a16="http://schemas.microsoft.com/office/drawing/2014/main" id="{EAEFDAB2-10BE-3AFB-289A-94195E58BD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065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>
          <a:extLst>
            <a:ext uri="{FF2B5EF4-FFF2-40B4-BE49-F238E27FC236}">
              <a16:creationId xmlns:a16="http://schemas.microsoft.com/office/drawing/2014/main" id="{13847D5A-6E56-23A1-E498-D6D67975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54dda1946d_6_332:notes">
            <a:extLst>
              <a:ext uri="{FF2B5EF4-FFF2-40B4-BE49-F238E27FC236}">
                <a16:creationId xmlns:a16="http://schemas.microsoft.com/office/drawing/2014/main" id="{DB315C85-3641-D3F7-00C7-678605894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54dda1946d_6_332:notes">
            <a:extLst>
              <a:ext uri="{FF2B5EF4-FFF2-40B4-BE49-F238E27FC236}">
                <a16:creationId xmlns:a16="http://schemas.microsoft.com/office/drawing/2014/main" id="{2C46F34B-7293-F2C4-15C1-2D682AD9F8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648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1924517C-FAF3-B24A-245D-20E1C921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54dda1946d_6_308:notes">
            <a:extLst>
              <a:ext uri="{FF2B5EF4-FFF2-40B4-BE49-F238E27FC236}">
                <a16:creationId xmlns:a16="http://schemas.microsoft.com/office/drawing/2014/main" id="{29128937-A442-E456-7DAE-B01AF06BC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54dda1946d_6_308:notes">
            <a:extLst>
              <a:ext uri="{FF2B5EF4-FFF2-40B4-BE49-F238E27FC236}">
                <a16:creationId xmlns:a16="http://schemas.microsoft.com/office/drawing/2014/main" id="{23715507-9673-32C4-3ED7-31E79E694C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628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3">
          <a:extLst>
            <a:ext uri="{FF2B5EF4-FFF2-40B4-BE49-F238E27FC236}">
              <a16:creationId xmlns:a16="http://schemas.microsoft.com/office/drawing/2014/main" id="{64D11660-A461-1A12-BC96-5463B0F9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54dda1946d_4_2679:notes">
            <a:extLst>
              <a:ext uri="{FF2B5EF4-FFF2-40B4-BE49-F238E27FC236}">
                <a16:creationId xmlns:a16="http://schemas.microsoft.com/office/drawing/2014/main" id="{CA1CE1B4-039E-2E22-0A2F-9F40F583B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54dda1946d_4_2679:notes">
            <a:extLst>
              <a:ext uri="{FF2B5EF4-FFF2-40B4-BE49-F238E27FC236}">
                <a16:creationId xmlns:a16="http://schemas.microsoft.com/office/drawing/2014/main" id="{69FA72EA-B7E0-BEEB-D1DB-2B15FDEC1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110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3">
          <a:extLst>
            <a:ext uri="{FF2B5EF4-FFF2-40B4-BE49-F238E27FC236}">
              <a16:creationId xmlns:a16="http://schemas.microsoft.com/office/drawing/2014/main" id="{563D453A-F712-BFF5-515B-328A646E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54dda1946d_4_2679:notes">
            <a:extLst>
              <a:ext uri="{FF2B5EF4-FFF2-40B4-BE49-F238E27FC236}">
                <a16:creationId xmlns:a16="http://schemas.microsoft.com/office/drawing/2014/main" id="{F78EA6C3-1B2B-1DB2-7E1E-AEAA4C6F0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54dda1946d_4_2679:notes">
            <a:extLst>
              <a:ext uri="{FF2B5EF4-FFF2-40B4-BE49-F238E27FC236}">
                <a16:creationId xmlns:a16="http://schemas.microsoft.com/office/drawing/2014/main" id="{C1DC49CA-F278-8701-C8B5-5A312F0F6D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23388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3">
          <a:extLst>
            <a:ext uri="{FF2B5EF4-FFF2-40B4-BE49-F238E27FC236}">
              <a16:creationId xmlns:a16="http://schemas.microsoft.com/office/drawing/2014/main" id="{24F5B21F-F846-46BA-43AB-32D2C0CED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54dda1946d_4_2679:notes">
            <a:extLst>
              <a:ext uri="{FF2B5EF4-FFF2-40B4-BE49-F238E27FC236}">
                <a16:creationId xmlns:a16="http://schemas.microsoft.com/office/drawing/2014/main" id="{CC771671-0891-15C7-DA18-37119B4A0F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54dda1946d_4_2679:notes">
            <a:extLst>
              <a:ext uri="{FF2B5EF4-FFF2-40B4-BE49-F238E27FC236}">
                <a16:creationId xmlns:a16="http://schemas.microsoft.com/office/drawing/2014/main" id="{F14CC23C-048C-D5D9-B7F5-A57FB8B0A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9091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0">
          <a:extLst>
            <a:ext uri="{FF2B5EF4-FFF2-40B4-BE49-F238E27FC236}">
              <a16:creationId xmlns:a16="http://schemas.microsoft.com/office/drawing/2014/main" id="{4843CD73-65C1-7799-A52A-A73E5054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54dda1946d_4_2720:notes">
            <a:extLst>
              <a:ext uri="{FF2B5EF4-FFF2-40B4-BE49-F238E27FC236}">
                <a16:creationId xmlns:a16="http://schemas.microsoft.com/office/drawing/2014/main" id="{418DF568-D5D9-6AA8-FDAB-79DC9AAEFD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54dda1946d_4_2720:notes">
            <a:extLst>
              <a:ext uri="{FF2B5EF4-FFF2-40B4-BE49-F238E27FC236}">
                <a16:creationId xmlns:a16="http://schemas.microsoft.com/office/drawing/2014/main" id="{CEC99513-2494-99CF-487E-1DF743AD20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24754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0">
          <a:extLst>
            <a:ext uri="{FF2B5EF4-FFF2-40B4-BE49-F238E27FC236}">
              <a16:creationId xmlns:a16="http://schemas.microsoft.com/office/drawing/2014/main" id="{ADC921AF-B31F-1490-E51B-31682C08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54dda1946d_4_2720:notes">
            <a:extLst>
              <a:ext uri="{FF2B5EF4-FFF2-40B4-BE49-F238E27FC236}">
                <a16:creationId xmlns:a16="http://schemas.microsoft.com/office/drawing/2014/main" id="{CABDFC39-B05D-0630-7203-F50295BD7C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54dda1946d_4_2720:notes">
            <a:extLst>
              <a:ext uri="{FF2B5EF4-FFF2-40B4-BE49-F238E27FC236}">
                <a16:creationId xmlns:a16="http://schemas.microsoft.com/office/drawing/2014/main" id="{9CBA6307-2D84-2254-5234-4BDF9511A0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199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481C264C-DEF9-1B5A-F27E-F797AC3C5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54dda1946d_6_322:notes">
            <a:extLst>
              <a:ext uri="{FF2B5EF4-FFF2-40B4-BE49-F238E27FC236}">
                <a16:creationId xmlns:a16="http://schemas.microsoft.com/office/drawing/2014/main" id="{EF0C478B-F4D0-DDEF-09B3-301B06B29D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54dda1946d_6_322:notes">
            <a:extLst>
              <a:ext uri="{FF2B5EF4-FFF2-40B4-BE49-F238E27FC236}">
                <a16:creationId xmlns:a16="http://schemas.microsoft.com/office/drawing/2014/main" id="{D87791AF-E82F-47E4-0A91-B34FA8250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39023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34366BB6-C5C4-8925-C51A-13241E33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54dda1946d_6_322:notes">
            <a:extLst>
              <a:ext uri="{FF2B5EF4-FFF2-40B4-BE49-F238E27FC236}">
                <a16:creationId xmlns:a16="http://schemas.microsoft.com/office/drawing/2014/main" id="{4F4A9915-82A8-21C8-158B-BCAA3AA675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54dda1946d_6_322:notes">
            <a:extLst>
              <a:ext uri="{FF2B5EF4-FFF2-40B4-BE49-F238E27FC236}">
                <a16:creationId xmlns:a16="http://schemas.microsoft.com/office/drawing/2014/main" id="{EBA7DD7C-65B8-2589-F5FC-848C1F181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59125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19122B55-E2FA-570B-323F-A7A5380AB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54dda1946d_6_322:notes">
            <a:extLst>
              <a:ext uri="{FF2B5EF4-FFF2-40B4-BE49-F238E27FC236}">
                <a16:creationId xmlns:a16="http://schemas.microsoft.com/office/drawing/2014/main" id="{57348E5A-8999-E851-9E8B-1D5E670E22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54dda1946d_6_322:notes">
            <a:extLst>
              <a:ext uri="{FF2B5EF4-FFF2-40B4-BE49-F238E27FC236}">
                <a16:creationId xmlns:a16="http://schemas.microsoft.com/office/drawing/2014/main" id="{FE62003E-2FC2-F77E-B4B1-6FC0E1B57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22605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498317C8-7FE1-574F-AE9A-4D48930DD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54dda1946d_6_322:notes">
            <a:extLst>
              <a:ext uri="{FF2B5EF4-FFF2-40B4-BE49-F238E27FC236}">
                <a16:creationId xmlns:a16="http://schemas.microsoft.com/office/drawing/2014/main" id="{F3BFC606-0EAF-B8DA-E3AC-EDC1391FE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54dda1946d_6_322:notes">
            <a:extLst>
              <a:ext uri="{FF2B5EF4-FFF2-40B4-BE49-F238E27FC236}">
                <a16:creationId xmlns:a16="http://schemas.microsoft.com/office/drawing/2014/main" id="{70AF62BC-8901-9B74-82A1-FA243E350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22148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33F0B5F0-C7CF-9F20-8580-9192D46B1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54dda1946d_6_322:notes">
            <a:extLst>
              <a:ext uri="{FF2B5EF4-FFF2-40B4-BE49-F238E27FC236}">
                <a16:creationId xmlns:a16="http://schemas.microsoft.com/office/drawing/2014/main" id="{63D2675C-D49E-2F7B-FBC3-025CA0D055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54dda1946d_6_322:notes">
            <a:extLst>
              <a:ext uri="{FF2B5EF4-FFF2-40B4-BE49-F238E27FC236}">
                <a16:creationId xmlns:a16="http://schemas.microsoft.com/office/drawing/2014/main" id="{B0CAE8C2-A02B-65DF-5AFB-0968834D8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53948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B6B28E3B-099C-CDCA-F335-FABAEA9B0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54dda1946d_6_322:notes">
            <a:extLst>
              <a:ext uri="{FF2B5EF4-FFF2-40B4-BE49-F238E27FC236}">
                <a16:creationId xmlns:a16="http://schemas.microsoft.com/office/drawing/2014/main" id="{67EBB94B-C946-F68F-9A05-E2C4E6EAD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54dda1946d_6_322:notes">
            <a:extLst>
              <a:ext uri="{FF2B5EF4-FFF2-40B4-BE49-F238E27FC236}">
                <a16:creationId xmlns:a16="http://schemas.microsoft.com/office/drawing/2014/main" id="{90BADF6B-EC6B-FEA5-F1B7-67A94F8E6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8431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7859C6ED-A42C-D17D-A3AD-52BCC8203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54dda1946d_6_308:notes">
            <a:extLst>
              <a:ext uri="{FF2B5EF4-FFF2-40B4-BE49-F238E27FC236}">
                <a16:creationId xmlns:a16="http://schemas.microsoft.com/office/drawing/2014/main" id="{0BCD63F1-09ED-2098-229D-3275DD4330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54dda1946d_6_308:notes">
            <a:extLst>
              <a:ext uri="{FF2B5EF4-FFF2-40B4-BE49-F238E27FC236}">
                <a16:creationId xmlns:a16="http://schemas.microsoft.com/office/drawing/2014/main" id="{076FB268-3906-AE9E-FF47-9AD3F957FD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76191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25805245a6c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25805245a6c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1">
          <a:extLst>
            <a:ext uri="{FF2B5EF4-FFF2-40B4-BE49-F238E27FC236}">
              <a16:creationId xmlns:a16="http://schemas.microsoft.com/office/drawing/2014/main" id="{B2EF285C-B6C1-C8D1-162B-BE210875E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54dda1946d_4_2685:notes">
            <a:extLst>
              <a:ext uri="{FF2B5EF4-FFF2-40B4-BE49-F238E27FC236}">
                <a16:creationId xmlns:a16="http://schemas.microsoft.com/office/drawing/2014/main" id="{772F15BD-20E7-F1C0-B02F-FE14E11F92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54dda1946d_4_2685:notes">
            <a:extLst>
              <a:ext uri="{FF2B5EF4-FFF2-40B4-BE49-F238E27FC236}">
                <a16:creationId xmlns:a16="http://schemas.microsoft.com/office/drawing/2014/main" id="{F4ED8FF8-3415-37F2-C77A-BC11837AEE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6571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>
          <a:extLst>
            <a:ext uri="{FF2B5EF4-FFF2-40B4-BE49-F238E27FC236}">
              <a16:creationId xmlns:a16="http://schemas.microsoft.com/office/drawing/2014/main" id="{81680912-DFDB-CC9D-6184-7F7186B1C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54dda1946d_6_377:notes">
            <a:extLst>
              <a:ext uri="{FF2B5EF4-FFF2-40B4-BE49-F238E27FC236}">
                <a16:creationId xmlns:a16="http://schemas.microsoft.com/office/drawing/2014/main" id="{7D30FFD8-A1A9-A5B5-F511-921AED7C9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54dda1946d_6_377:notes">
            <a:extLst>
              <a:ext uri="{FF2B5EF4-FFF2-40B4-BE49-F238E27FC236}">
                <a16:creationId xmlns:a16="http://schemas.microsoft.com/office/drawing/2014/main" id="{3228BF2A-627B-9350-7073-F14A47EF4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863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 amt="29000"/>
          </a:blip>
          <a:srcRect l="55982" t="8883"/>
          <a:stretch/>
        </p:blipFill>
        <p:spPr>
          <a:xfrm rot="-5400000">
            <a:off x="5105925" y="-648601"/>
            <a:ext cx="3389451" cy="4686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 amt="46000"/>
          </a:blip>
          <a:srcRect l="445" t="24535" r="455" b="47004"/>
          <a:stretch/>
        </p:blipFill>
        <p:spPr>
          <a:xfrm>
            <a:off x="0" y="3263538"/>
            <a:ext cx="9144001" cy="19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3225" y="906675"/>
            <a:ext cx="4930800" cy="1943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nton"/>
              <a:buNone/>
              <a:defRPr sz="9600"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13225" y="2850450"/>
            <a:ext cx="44211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 amt="30000"/>
          </a:blip>
          <a:srcRect t="38590"/>
          <a:stretch/>
        </p:blipFill>
        <p:spPr>
          <a:xfrm>
            <a:off x="0" y="0"/>
            <a:ext cx="9144000" cy="339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20000" y="1990750"/>
            <a:ext cx="4580400" cy="17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782438"/>
            <a:ext cx="1383300" cy="138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3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720000" y="3653650"/>
            <a:ext cx="45804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"/>
          <p:cNvPicPr preferRelativeResize="0"/>
          <p:nvPr/>
        </p:nvPicPr>
        <p:blipFill rotWithShape="1">
          <a:blip r:embed="rId3">
            <a:alphaModFix amt="40000"/>
          </a:blip>
          <a:srcRect l="51241" r="23032"/>
          <a:stretch/>
        </p:blipFill>
        <p:spPr>
          <a:xfrm>
            <a:off x="7163075" y="0"/>
            <a:ext cx="19809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40000"/>
          </a:blip>
          <a:srcRect l="30148" r="40720"/>
          <a:stretch/>
        </p:blipFill>
        <p:spPr>
          <a:xfrm>
            <a:off x="2" y="0"/>
            <a:ext cx="22431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114551"/>
            <a:ext cx="77040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5"/>
          <p:cNvPicPr preferRelativeResize="0"/>
          <p:nvPr/>
        </p:nvPicPr>
        <p:blipFill rotWithShape="1">
          <a:blip r:embed="rId3">
            <a:alphaModFix amt="40000"/>
          </a:blip>
          <a:srcRect l="51241" r="23032"/>
          <a:stretch/>
        </p:blipFill>
        <p:spPr>
          <a:xfrm>
            <a:off x="7163075" y="0"/>
            <a:ext cx="19809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/>
          <p:cNvPicPr preferRelativeResize="0"/>
          <p:nvPr/>
        </p:nvPicPr>
        <p:blipFill rotWithShape="1">
          <a:blip r:embed="rId3">
            <a:alphaModFix amt="40000"/>
          </a:blip>
          <a:srcRect l="30148" r="40720"/>
          <a:stretch/>
        </p:blipFill>
        <p:spPr>
          <a:xfrm>
            <a:off x="2" y="0"/>
            <a:ext cx="22431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5055284" y="371509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1583300" y="371509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5055275" y="3370225"/>
            <a:ext cx="2505600" cy="5073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1583075" y="3370225"/>
            <a:ext cx="2505600" cy="5073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6"/>
          <p:cNvPicPr preferRelativeResize="0"/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"/>
          <p:cNvPicPr preferRelativeResize="0"/>
          <p:nvPr/>
        </p:nvPicPr>
        <p:blipFill rotWithShape="1">
          <a:blip r:embed="rId3">
            <a:alphaModFix amt="40000"/>
          </a:blip>
          <a:srcRect t="52810" b="4082"/>
          <a:stretch/>
        </p:blipFill>
        <p:spPr>
          <a:xfrm>
            <a:off x="9650" y="0"/>
            <a:ext cx="9144000" cy="2631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7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7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/>
          <p:nvPr/>
        </p:nvSpPr>
        <p:spPr>
          <a:xfrm>
            <a:off x="0" y="4472533"/>
            <a:ext cx="9144045" cy="671106"/>
          </a:xfrm>
          <a:custGeom>
            <a:avLst/>
            <a:gdLst/>
            <a:ahLst/>
            <a:cxnLst/>
            <a:rect l="l" t="t" r="r" b="b"/>
            <a:pathLst>
              <a:path w="95644" h="14575" extrusionOk="0">
                <a:moveTo>
                  <a:pt x="1" y="14575"/>
                </a:moveTo>
                <a:lnTo>
                  <a:pt x="95644" y="14575"/>
                </a:lnTo>
                <a:lnTo>
                  <a:pt x="95644" y="1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" name="Google Shape;42;p7"/>
          <p:cNvPicPr preferRelativeResize="0"/>
          <p:nvPr/>
        </p:nvPicPr>
        <p:blipFill rotWithShape="1">
          <a:blip r:embed="rId3">
            <a:alphaModFix amt="21000"/>
          </a:blip>
          <a:srcRect r="44549"/>
          <a:stretch/>
        </p:blipFill>
        <p:spPr>
          <a:xfrm>
            <a:off x="0" y="0"/>
            <a:ext cx="1907754" cy="229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 rotWithShape="1">
          <a:blip r:embed="rId3">
            <a:alphaModFix amt="29000"/>
          </a:blip>
          <a:srcRect r="44549"/>
          <a:stretch/>
        </p:blipFill>
        <p:spPr>
          <a:xfrm rot="5400000">
            <a:off x="5226198" y="-363774"/>
            <a:ext cx="3554000" cy="428155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/>
          <p:nvPr/>
        </p:nvSpPr>
        <p:spPr>
          <a:xfrm flipH="1">
            <a:off x="1687452" y="4648001"/>
            <a:ext cx="953652" cy="504861"/>
          </a:xfrm>
          <a:custGeom>
            <a:avLst/>
            <a:gdLst/>
            <a:ahLst/>
            <a:cxnLst/>
            <a:rect l="l" t="t" r="r" b="b"/>
            <a:pathLst>
              <a:path w="14075" h="7451" extrusionOk="0">
                <a:moveTo>
                  <a:pt x="14074" y="0"/>
                </a:moveTo>
                <a:lnTo>
                  <a:pt x="12727" y="748"/>
                </a:lnTo>
                <a:cubicBezTo>
                  <a:pt x="12727" y="748"/>
                  <a:pt x="10380" y="1631"/>
                  <a:pt x="10250" y="1631"/>
                </a:cubicBezTo>
                <a:cubicBezTo>
                  <a:pt x="10120" y="1631"/>
                  <a:pt x="8940" y="2101"/>
                  <a:pt x="8940" y="2101"/>
                </a:cubicBezTo>
                <a:lnTo>
                  <a:pt x="7309" y="3231"/>
                </a:lnTo>
                <a:lnTo>
                  <a:pt x="5239" y="3917"/>
                </a:lnTo>
                <a:lnTo>
                  <a:pt x="3324" y="6580"/>
                </a:lnTo>
                <a:cubicBezTo>
                  <a:pt x="3324" y="6580"/>
                  <a:pt x="2070" y="6827"/>
                  <a:pt x="1848" y="6827"/>
                </a:cubicBezTo>
                <a:cubicBezTo>
                  <a:pt x="1631" y="6827"/>
                  <a:pt x="0" y="7451"/>
                  <a:pt x="0" y="7451"/>
                </a:cubicBezTo>
                <a:lnTo>
                  <a:pt x="1879" y="6950"/>
                </a:lnTo>
                <a:lnTo>
                  <a:pt x="3571" y="6734"/>
                </a:lnTo>
                <a:lnTo>
                  <a:pt x="5450" y="4040"/>
                </a:lnTo>
                <a:lnTo>
                  <a:pt x="7482" y="3355"/>
                </a:lnTo>
                <a:lnTo>
                  <a:pt x="9082" y="2193"/>
                </a:lnTo>
                <a:lnTo>
                  <a:pt x="10244" y="1977"/>
                </a:lnTo>
                <a:lnTo>
                  <a:pt x="10429" y="2539"/>
                </a:lnTo>
                <a:lnTo>
                  <a:pt x="10275" y="3200"/>
                </a:lnTo>
                <a:lnTo>
                  <a:pt x="10929" y="3732"/>
                </a:lnTo>
                <a:lnTo>
                  <a:pt x="11214" y="4263"/>
                </a:lnTo>
                <a:lnTo>
                  <a:pt x="11399" y="4232"/>
                </a:lnTo>
                <a:lnTo>
                  <a:pt x="12746" y="4794"/>
                </a:lnTo>
                <a:lnTo>
                  <a:pt x="13963" y="5455"/>
                </a:lnTo>
                <a:lnTo>
                  <a:pt x="12839" y="4634"/>
                </a:lnTo>
                <a:lnTo>
                  <a:pt x="11424" y="3979"/>
                </a:lnTo>
                <a:lnTo>
                  <a:pt x="11109" y="3540"/>
                </a:lnTo>
                <a:lnTo>
                  <a:pt x="10571" y="3250"/>
                </a:lnTo>
                <a:lnTo>
                  <a:pt x="10670" y="2502"/>
                </a:lnTo>
                <a:lnTo>
                  <a:pt x="10608" y="1816"/>
                </a:lnTo>
                <a:lnTo>
                  <a:pt x="12832" y="902"/>
                </a:lnTo>
                <a:cubicBezTo>
                  <a:pt x="12832" y="902"/>
                  <a:pt x="13209" y="655"/>
                  <a:pt x="13425" y="525"/>
                </a:cubicBezTo>
                <a:cubicBezTo>
                  <a:pt x="13666" y="402"/>
                  <a:pt x="14074" y="0"/>
                  <a:pt x="14074" y="0"/>
                </a:cubicBezTo>
                <a:close/>
              </a:path>
            </a:pathLst>
          </a:custGeom>
          <a:solidFill>
            <a:srgbClr val="000000">
              <a:alpha val="41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/>
          <p:nvPr/>
        </p:nvSpPr>
        <p:spPr>
          <a:xfrm flipH="1">
            <a:off x="1952851" y="4552126"/>
            <a:ext cx="836029" cy="267981"/>
          </a:xfrm>
          <a:custGeom>
            <a:avLst/>
            <a:gdLst/>
            <a:ahLst/>
            <a:cxnLst/>
            <a:rect l="l" t="t" r="r" b="b"/>
            <a:pathLst>
              <a:path w="12339" h="3955" extrusionOk="0">
                <a:moveTo>
                  <a:pt x="12338" y="476"/>
                </a:moveTo>
                <a:cubicBezTo>
                  <a:pt x="12246" y="414"/>
                  <a:pt x="11523" y="0"/>
                  <a:pt x="11183" y="31"/>
                </a:cubicBezTo>
                <a:cubicBezTo>
                  <a:pt x="10831" y="62"/>
                  <a:pt x="8773" y="723"/>
                  <a:pt x="8773" y="723"/>
                </a:cubicBezTo>
                <a:lnTo>
                  <a:pt x="5511" y="1254"/>
                </a:lnTo>
                <a:lnTo>
                  <a:pt x="2694" y="1600"/>
                </a:lnTo>
                <a:lnTo>
                  <a:pt x="2039" y="2484"/>
                </a:lnTo>
                <a:lnTo>
                  <a:pt x="1" y="3954"/>
                </a:lnTo>
                <a:lnTo>
                  <a:pt x="2286" y="2577"/>
                </a:lnTo>
                <a:lnTo>
                  <a:pt x="2818" y="1724"/>
                </a:lnTo>
                <a:lnTo>
                  <a:pt x="5635" y="1378"/>
                </a:lnTo>
                <a:lnTo>
                  <a:pt x="8112" y="1063"/>
                </a:lnTo>
                <a:lnTo>
                  <a:pt x="7334" y="1471"/>
                </a:lnTo>
                <a:lnTo>
                  <a:pt x="6803" y="2156"/>
                </a:lnTo>
                <a:lnTo>
                  <a:pt x="5826" y="3040"/>
                </a:lnTo>
                <a:lnTo>
                  <a:pt x="7019" y="2126"/>
                </a:lnTo>
                <a:lnTo>
                  <a:pt x="7581" y="1502"/>
                </a:lnTo>
                <a:lnTo>
                  <a:pt x="8681" y="939"/>
                </a:lnTo>
                <a:lnTo>
                  <a:pt x="11220" y="247"/>
                </a:lnTo>
                <a:close/>
              </a:path>
            </a:pathLst>
          </a:custGeom>
          <a:solidFill>
            <a:srgbClr val="000000">
              <a:alpha val="41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11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720000" y="1812413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-850" y="4476288"/>
            <a:ext cx="9144000" cy="66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2">
            <a:alphaModFix amt="30000"/>
          </a:blip>
          <a:srcRect t="38586" b="9861"/>
          <a:stretch/>
        </p:blipFill>
        <p:spPr>
          <a:xfrm rot="10800000">
            <a:off x="0" y="2291400"/>
            <a:ext cx="9144000" cy="28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8"/>
          <p:cNvPicPr preferRelativeResize="0"/>
          <p:nvPr/>
        </p:nvPicPr>
        <p:blipFill rotWithShape="1">
          <a:blip r:embed="rId2">
            <a:alphaModFix amt="30000"/>
          </a:blip>
          <a:srcRect t="38586" b="9861"/>
          <a:stretch/>
        </p:blipFill>
        <p:spPr>
          <a:xfrm>
            <a:off x="0" y="0"/>
            <a:ext cx="9144000" cy="28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8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/>
          <p:nvPr/>
        </p:nvSpPr>
        <p:spPr>
          <a:xfrm flipH="1">
            <a:off x="24" y="4472800"/>
            <a:ext cx="6684928" cy="670866"/>
          </a:xfrm>
          <a:custGeom>
            <a:avLst/>
            <a:gdLst/>
            <a:ahLst/>
            <a:cxnLst/>
            <a:rect l="l" t="t" r="r" b="b"/>
            <a:pathLst>
              <a:path w="84950" h="14569" extrusionOk="0">
                <a:moveTo>
                  <a:pt x="17263" y="8768"/>
                </a:moveTo>
                <a:lnTo>
                  <a:pt x="9991" y="9293"/>
                </a:lnTo>
                <a:lnTo>
                  <a:pt x="12104" y="10992"/>
                </a:lnTo>
                <a:lnTo>
                  <a:pt x="3183" y="13778"/>
                </a:lnTo>
                <a:lnTo>
                  <a:pt x="1" y="14556"/>
                </a:lnTo>
                <a:lnTo>
                  <a:pt x="17361" y="14556"/>
                </a:lnTo>
                <a:lnTo>
                  <a:pt x="20321" y="12666"/>
                </a:lnTo>
                <a:lnTo>
                  <a:pt x="28822" y="11696"/>
                </a:lnTo>
                <a:lnTo>
                  <a:pt x="26734" y="10016"/>
                </a:lnTo>
                <a:close/>
                <a:moveTo>
                  <a:pt x="45558" y="4449"/>
                </a:moveTo>
                <a:lnTo>
                  <a:pt x="42309" y="2311"/>
                </a:lnTo>
                <a:lnTo>
                  <a:pt x="54115" y="1"/>
                </a:lnTo>
                <a:lnTo>
                  <a:pt x="28167" y="1"/>
                </a:lnTo>
                <a:lnTo>
                  <a:pt x="27710" y="273"/>
                </a:lnTo>
                <a:lnTo>
                  <a:pt x="13494" y="409"/>
                </a:lnTo>
                <a:lnTo>
                  <a:pt x="6389" y="3479"/>
                </a:lnTo>
                <a:lnTo>
                  <a:pt x="16151" y="5147"/>
                </a:lnTo>
                <a:cubicBezTo>
                  <a:pt x="16707" y="5147"/>
                  <a:pt x="21729" y="4869"/>
                  <a:pt x="21729" y="4869"/>
                </a:cubicBezTo>
                <a:lnTo>
                  <a:pt x="27302" y="5425"/>
                </a:lnTo>
                <a:lnTo>
                  <a:pt x="31343" y="4591"/>
                </a:lnTo>
                <a:lnTo>
                  <a:pt x="39708" y="5425"/>
                </a:lnTo>
                <a:close/>
                <a:moveTo>
                  <a:pt x="43186" y="12252"/>
                </a:moveTo>
                <a:lnTo>
                  <a:pt x="38583" y="11554"/>
                </a:lnTo>
                <a:lnTo>
                  <a:pt x="35939" y="12808"/>
                </a:lnTo>
                <a:cubicBezTo>
                  <a:pt x="35939" y="12808"/>
                  <a:pt x="33425" y="14056"/>
                  <a:pt x="33147" y="14482"/>
                </a:cubicBezTo>
                <a:lnTo>
                  <a:pt x="33517" y="14569"/>
                </a:lnTo>
                <a:lnTo>
                  <a:pt x="54152" y="14569"/>
                </a:lnTo>
                <a:lnTo>
                  <a:pt x="51823" y="13784"/>
                </a:lnTo>
                <a:close/>
                <a:moveTo>
                  <a:pt x="78271" y="4097"/>
                </a:moveTo>
                <a:lnTo>
                  <a:pt x="84950" y="3652"/>
                </a:lnTo>
                <a:lnTo>
                  <a:pt x="84950" y="1786"/>
                </a:lnTo>
                <a:lnTo>
                  <a:pt x="79526" y="2441"/>
                </a:lnTo>
                <a:lnTo>
                  <a:pt x="65421" y="4393"/>
                </a:lnTo>
                <a:lnTo>
                  <a:pt x="54609" y="7476"/>
                </a:lnTo>
                <a:lnTo>
                  <a:pt x="60565" y="9219"/>
                </a:lnTo>
                <a:lnTo>
                  <a:pt x="66990" y="12203"/>
                </a:lnTo>
                <a:lnTo>
                  <a:pt x="77647" y="14464"/>
                </a:lnTo>
                <a:lnTo>
                  <a:pt x="84950" y="14396"/>
                </a:lnTo>
                <a:lnTo>
                  <a:pt x="84950" y="9373"/>
                </a:lnTo>
                <a:lnTo>
                  <a:pt x="79995" y="9015"/>
                </a:lnTo>
                <a:lnTo>
                  <a:pt x="66360" y="7075"/>
                </a:lnTo>
                <a:lnTo>
                  <a:pt x="72470" y="4912"/>
                </a:lnTo>
                <a:close/>
              </a:path>
            </a:pathLst>
          </a:custGeom>
          <a:solidFill>
            <a:srgbClr val="000000">
              <a:alpha val="41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3022200" y="1143725"/>
            <a:ext cx="3802800" cy="24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9"/>
          <p:cNvGrpSpPr/>
          <p:nvPr/>
        </p:nvGrpSpPr>
        <p:grpSpPr>
          <a:xfrm>
            <a:off x="0" y="4472533"/>
            <a:ext cx="9144045" cy="671120"/>
            <a:chOff x="5" y="4338433"/>
            <a:chExt cx="9144045" cy="805087"/>
          </a:xfrm>
        </p:grpSpPr>
        <p:sp>
          <p:nvSpPr>
            <p:cNvPr id="57" name="Google Shape;57;p9"/>
            <p:cNvSpPr/>
            <p:nvPr/>
          </p:nvSpPr>
          <p:spPr>
            <a:xfrm>
              <a:off x="5" y="4338433"/>
              <a:ext cx="9144045" cy="805087"/>
            </a:xfrm>
            <a:custGeom>
              <a:avLst/>
              <a:gdLst/>
              <a:ahLst/>
              <a:cxnLst/>
              <a:rect l="l" t="t" r="r" b="b"/>
              <a:pathLst>
                <a:path w="95644" h="14575" extrusionOk="0">
                  <a:moveTo>
                    <a:pt x="1" y="14575"/>
                  </a:moveTo>
                  <a:lnTo>
                    <a:pt x="95644" y="14575"/>
                  </a:lnTo>
                  <a:lnTo>
                    <a:pt x="9564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>
              <a:off x="1022400" y="4338764"/>
              <a:ext cx="8121645" cy="804755"/>
            </a:xfrm>
            <a:custGeom>
              <a:avLst/>
              <a:gdLst/>
              <a:ahLst/>
              <a:cxnLst/>
              <a:rect l="l" t="t" r="r" b="b"/>
              <a:pathLst>
                <a:path w="84950" h="14569" extrusionOk="0">
                  <a:moveTo>
                    <a:pt x="17263" y="8768"/>
                  </a:moveTo>
                  <a:lnTo>
                    <a:pt x="9991" y="9293"/>
                  </a:lnTo>
                  <a:lnTo>
                    <a:pt x="12104" y="10992"/>
                  </a:lnTo>
                  <a:lnTo>
                    <a:pt x="3183" y="13778"/>
                  </a:lnTo>
                  <a:lnTo>
                    <a:pt x="1" y="14556"/>
                  </a:lnTo>
                  <a:lnTo>
                    <a:pt x="17361" y="14556"/>
                  </a:lnTo>
                  <a:lnTo>
                    <a:pt x="20321" y="12666"/>
                  </a:lnTo>
                  <a:lnTo>
                    <a:pt x="28822" y="11696"/>
                  </a:lnTo>
                  <a:lnTo>
                    <a:pt x="26734" y="10016"/>
                  </a:lnTo>
                  <a:close/>
                  <a:moveTo>
                    <a:pt x="45558" y="4449"/>
                  </a:moveTo>
                  <a:lnTo>
                    <a:pt x="42309" y="2311"/>
                  </a:lnTo>
                  <a:lnTo>
                    <a:pt x="54115" y="1"/>
                  </a:lnTo>
                  <a:lnTo>
                    <a:pt x="28167" y="1"/>
                  </a:lnTo>
                  <a:lnTo>
                    <a:pt x="27710" y="273"/>
                  </a:lnTo>
                  <a:lnTo>
                    <a:pt x="13494" y="409"/>
                  </a:lnTo>
                  <a:lnTo>
                    <a:pt x="6389" y="3479"/>
                  </a:lnTo>
                  <a:lnTo>
                    <a:pt x="16151" y="5147"/>
                  </a:lnTo>
                  <a:cubicBezTo>
                    <a:pt x="16707" y="5147"/>
                    <a:pt x="21729" y="4869"/>
                    <a:pt x="21729" y="4869"/>
                  </a:cubicBezTo>
                  <a:lnTo>
                    <a:pt x="27302" y="5425"/>
                  </a:lnTo>
                  <a:lnTo>
                    <a:pt x="31343" y="4591"/>
                  </a:lnTo>
                  <a:lnTo>
                    <a:pt x="39708" y="5425"/>
                  </a:lnTo>
                  <a:close/>
                  <a:moveTo>
                    <a:pt x="43186" y="12252"/>
                  </a:moveTo>
                  <a:lnTo>
                    <a:pt x="38583" y="11554"/>
                  </a:lnTo>
                  <a:lnTo>
                    <a:pt x="35939" y="12808"/>
                  </a:lnTo>
                  <a:cubicBezTo>
                    <a:pt x="35939" y="12808"/>
                    <a:pt x="33425" y="14056"/>
                    <a:pt x="33147" y="14482"/>
                  </a:cubicBezTo>
                  <a:lnTo>
                    <a:pt x="33517" y="14569"/>
                  </a:lnTo>
                  <a:lnTo>
                    <a:pt x="54152" y="14569"/>
                  </a:lnTo>
                  <a:lnTo>
                    <a:pt x="51823" y="13784"/>
                  </a:lnTo>
                  <a:close/>
                  <a:moveTo>
                    <a:pt x="78271" y="4097"/>
                  </a:moveTo>
                  <a:lnTo>
                    <a:pt x="84950" y="3652"/>
                  </a:lnTo>
                  <a:lnTo>
                    <a:pt x="84950" y="1786"/>
                  </a:lnTo>
                  <a:lnTo>
                    <a:pt x="79526" y="2441"/>
                  </a:lnTo>
                  <a:lnTo>
                    <a:pt x="65421" y="4393"/>
                  </a:lnTo>
                  <a:lnTo>
                    <a:pt x="54609" y="7476"/>
                  </a:lnTo>
                  <a:lnTo>
                    <a:pt x="60565" y="9219"/>
                  </a:lnTo>
                  <a:lnTo>
                    <a:pt x="66990" y="12203"/>
                  </a:lnTo>
                  <a:lnTo>
                    <a:pt x="77647" y="14464"/>
                  </a:lnTo>
                  <a:lnTo>
                    <a:pt x="84950" y="14396"/>
                  </a:lnTo>
                  <a:lnTo>
                    <a:pt x="84950" y="9373"/>
                  </a:lnTo>
                  <a:lnTo>
                    <a:pt x="79995" y="9015"/>
                  </a:lnTo>
                  <a:lnTo>
                    <a:pt x="66360" y="7075"/>
                  </a:lnTo>
                  <a:lnTo>
                    <a:pt x="72470" y="491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9" name="Google Shape;59;p9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9"/>
          <p:cNvPicPr preferRelativeResize="0"/>
          <p:nvPr/>
        </p:nvPicPr>
        <p:blipFill rotWithShape="1">
          <a:blip r:embed="rId3">
            <a:alphaModFix amt="40000"/>
          </a:blip>
          <a:srcRect l="2827" t="53272" b="-4689"/>
          <a:stretch/>
        </p:blipFill>
        <p:spPr>
          <a:xfrm>
            <a:off x="-50" y="0"/>
            <a:ext cx="9144051" cy="32299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4186375" y="1525450"/>
            <a:ext cx="4244400" cy="16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4186475" y="2946950"/>
            <a:ext cx="42444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8125" y="-4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89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1"/>
          <p:cNvGrpSpPr/>
          <p:nvPr/>
        </p:nvGrpSpPr>
        <p:grpSpPr>
          <a:xfrm>
            <a:off x="7685112" y="2879159"/>
            <a:ext cx="1934655" cy="1778092"/>
            <a:chOff x="9485878" y="1417550"/>
            <a:chExt cx="3034277" cy="2788727"/>
          </a:xfrm>
        </p:grpSpPr>
        <p:sp>
          <p:nvSpPr>
            <p:cNvPr id="68" name="Google Shape;68;p11"/>
            <p:cNvSpPr/>
            <p:nvPr/>
          </p:nvSpPr>
          <p:spPr>
            <a:xfrm>
              <a:off x="9643290" y="1417550"/>
              <a:ext cx="2198383" cy="2464680"/>
            </a:xfrm>
            <a:custGeom>
              <a:avLst/>
              <a:gdLst/>
              <a:ahLst/>
              <a:cxnLst/>
              <a:rect l="l" t="t" r="r" b="b"/>
              <a:pathLst>
                <a:path w="27185" h="30478" extrusionOk="0">
                  <a:moveTo>
                    <a:pt x="3115" y="27747"/>
                  </a:moveTo>
                  <a:cubicBezTo>
                    <a:pt x="3115" y="27747"/>
                    <a:pt x="1" y="24905"/>
                    <a:pt x="1008" y="23354"/>
                  </a:cubicBezTo>
                  <a:cubicBezTo>
                    <a:pt x="2009" y="21803"/>
                    <a:pt x="2466" y="21624"/>
                    <a:pt x="2281" y="20166"/>
                  </a:cubicBezTo>
                  <a:cubicBezTo>
                    <a:pt x="2095" y="18708"/>
                    <a:pt x="1181" y="18974"/>
                    <a:pt x="1459" y="17429"/>
                  </a:cubicBezTo>
                  <a:cubicBezTo>
                    <a:pt x="1731" y="15879"/>
                    <a:pt x="2281" y="14241"/>
                    <a:pt x="2281" y="14241"/>
                  </a:cubicBezTo>
                  <a:cubicBezTo>
                    <a:pt x="2281" y="14241"/>
                    <a:pt x="1731" y="17071"/>
                    <a:pt x="2373" y="17349"/>
                  </a:cubicBezTo>
                  <a:cubicBezTo>
                    <a:pt x="3016" y="17615"/>
                    <a:pt x="3467" y="19079"/>
                    <a:pt x="3646" y="18807"/>
                  </a:cubicBezTo>
                  <a:cubicBezTo>
                    <a:pt x="3831" y="18535"/>
                    <a:pt x="3281" y="18164"/>
                    <a:pt x="3189" y="16249"/>
                  </a:cubicBezTo>
                  <a:cubicBezTo>
                    <a:pt x="3096" y="14334"/>
                    <a:pt x="2923" y="14699"/>
                    <a:pt x="3739" y="13148"/>
                  </a:cubicBezTo>
                  <a:cubicBezTo>
                    <a:pt x="4560" y="11591"/>
                    <a:pt x="5011" y="12233"/>
                    <a:pt x="5011" y="8675"/>
                  </a:cubicBezTo>
                  <a:cubicBezTo>
                    <a:pt x="5011" y="5116"/>
                    <a:pt x="4919" y="3022"/>
                    <a:pt x="6204" y="1830"/>
                  </a:cubicBezTo>
                  <a:cubicBezTo>
                    <a:pt x="6204" y="1830"/>
                    <a:pt x="6204" y="2194"/>
                    <a:pt x="6018" y="3837"/>
                  </a:cubicBezTo>
                  <a:cubicBezTo>
                    <a:pt x="5833" y="5487"/>
                    <a:pt x="5746" y="5030"/>
                    <a:pt x="6111" y="5938"/>
                  </a:cubicBezTo>
                  <a:cubicBezTo>
                    <a:pt x="6475" y="6852"/>
                    <a:pt x="7204" y="8039"/>
                    <a:pt x="7019" y="9861"/>
                  </a:cubicBezTo>
                  <a:cubicBezTo>
                    <a:pt x="6834" y="11684"/>
                    <a:pt x="7347" y="12079"/>
                    <a:pt x="8459" y="12332"/>
                  </a:cubicBezTo>
                  <a:cubicBezTo>
                    <a:pt x="9571" y="12598"/>
                    <a:pt x="9206" y="11684"/>
                    <a:pt x="9392" y="10040"/>
                  </a:cubicBezTo>
                  <a:cubicBezTo>
                    <a:pt x="9577" y="8397"/>
                    <a:pt x="9392" y="7032"/>
                    <a:pt x="10584" y="5753"/>
                  </a:cubicBezTo>
                  <a:cubicBezTo>
                    <a:pt x="11770" y="4480"/>
                    <a:pt x="11585" y="557"/>
                    <a:pt x="11492" y="279"/>
                  </a:cubicBezTo>
                  <a:cubicBezTo>
                    <a:pt x="11399" y="1"/>
                    <a:pt x="13222" y="2194"/>
                    <a:pt x="12950" y="4659"/>
                  </a:cubicBezTo>
                  <a:cubicBezTo>
                    <a:pt x="12684" y="7124"/>
                    <a:pt x="11739" y="7804"/>
                    <a:pt x="12345" y="8829"/>
                  </a:cubicBezTo>
                  <a:cubicBezTo>
                    <a:pt x="12950" y="9855"/>
                    <a:pt x="14056" y="10782"/>
                    <a:pt x="14371" y="8638"/>
                  </a:cubicBezTo>
                  <a:cubicBezTo>
                    <a:pt x="14680" y="6482"/>
                    <a:pt x="15780" y="4844"/>
                    <a:pt x="15780" y="4844"/>
                  </a:cubicBezTo>
                  <a:cubicBezTo>
                    <a:pt x="15780" y="4844"/>
                    <a:pt x="15323" y="6574"/>
                    <a:pt x="16144" y="7124"/>
                  </a:cubicBezTo>
                  <a:cubicBezTo>
                    <a:pt x="16960" y="7668"/>
                    <a:pt x="17052" y="6574"/>
                    <a:pt x="18059" y="6025"/>
                  </a:cubicBezTo>
                  <a:cubicBezTo>
                    <a:pt x="19060" y="5475"/>
                    <a:pt x="18325" y="1922"/>
                    <a:pt x="18325" y="1922"/>
                  </a:cubicBezTo>
                  <a:cubicBezTo>
                    <a:pt x="18325" y="1922"/>
                    <a:pt x="19697" y="2108"/>
                    <a:pt x="19968" y="3745"/>
                  </a:cubicBezTo>
                  <a:cubicBezTo>
                    <a:pt x="20240" y="5394"/>
                    <a:pt x="20457" y="6723"/>
                    <a:pt x="20302" y="7470"/>
                  </a:cubicBezTo>
                  <a:cubicBezTo>
                    <a:pt x="20148" y="8218"/>
                    <a:pt x="20518" y="8496"/>
                    <a:pt x="21433" y="9039"/>
                  </a:cubicBezTo>
                  <a:cubicBezTo>
                    <a:pt x="22341" y="9583"/>
                    <a:pt x="22526" y="10590"/>
                    <a:pt x="22526" y="12962"/>
                  </a:cubicBezTo>
                  <a:cubicBezTo>
                    <a:pt x="22526" y="15329"/>
                    <a:pt x="25084" y="17429"/>
                    <a:pt x="26085" y="20351"/>
                  </a:cubicBezTo>
                  <a:cubicBezTo>
                    <a:pt x="27092" y="23268"/>
                    <a:pt x="27184" y="25825"/>
                    <a:pt x="26542" y="27740"/>
                  </a:cubicBezTo>
                  <a:cubicBezTo>
                    <a:pt x="25899" y="29656"/>
                    <a:pt x="23169" y="30477"/>
                    <a:pt x="22347" y="30391"/>
                  </a:cubicBezTo>
                  <a:cubicBezTo>
                    <a:pt x="21532" y="30298"/>
                    <a:pt x="14173" y="29124"/>
                    <a:pt x="14173" y="29124"/>
                  </a:cubicBezTo>
                  <a:cubicBezTo>
                    <a:pt x="14173" y="29124"/>
                    <a:pt x="9583" y="29106"/>
                    <a:pt x="8397" y="28933"/>
                  </a:cubicBezTo>
                  <a:cubicBezTo>
                    <a:pt x="7204" y="28735"/>
                    <a:pt x="3115" y="27747"/>
                    <a:pt x="3115" y="277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1"/>
            <p:cNvSpPr/>
            <p:nvPr/>
          </p:nvSpPr>
          <p:spPr>
            <a:xfrm>
              <a:off x="10288801" y="2311651"/>
              <a:ext cx="1141737" cy="1214388"/>
            </a:xfrm>
            <a:custGeom>
              <a:avLst/>
              <a:gdLst/>
              <a:ahLst/>
              <a:cxnLst/>
              <a:rect l="l" t="t" r="r" b="b"/>
              <a:pathLst>
                <a:path w="12808" h="13623" extrusionOk="0">
                  <a:moveTo>
                    <a:pt x="1428" y="10293"/>
                  </a:moveTo>
                  <a:cubicBezTo>
                    <a:pt x="1428" y="10293"/>
                    <a:pt x="476" y="9125"/>
                    <a:pt x="279" y="7414"/>
                  </a:cubicBezTo>
                  <a:cubicBezTo>
                    <a:pt x="75" y="5697"/>
                    <a:pt x="1" y="3800"/>
                    <a:pt x="1" y="3800"/>
                  </a:cubicBezTo>
                  <a:cubicBezTo>
                    <a:pt x="1" y="3800"/>
                    <a:pt x="711" y="5697"/>
                    <a:pt x="1026" y="6178"/>
                  </a:cubicBezTo>
                  <a:cubicBezTo>
                    <a:pt x="1341" y="6654"/>
                    <a:pt x="1106" y="5937"/>
                    <a:pt x="1508" y="4912"/>
                  </a:cubicBezTo>
                  <a:cubicBezTo>
                    <a:pt x="1897" y="3880"/>
                    <a:pt x="2534" y="0"/>
                    <a:pt x="2534" y="0"/>
                  </a:cubicBezTo>
                  <a:cubicBezTo>
                    <a:pt x="2534" y="0"/>
                    <a:pt x="3090" y="1502"/>
                    <a:pt x="3331" y="2607"/>
                  </a:cubicBezTo>
                  <a:cubicBezTo>
                    <a:pt x="3565" y="3720"/>
                    <a:pt x="3720" y="3720"/>
                    <a:pt x="4202" y="3633"/>
                  </a:cubicBezTo>
                  <a:cubicBezTo>
                    <a:pt x="4677" y="3553"/>
                    <a:pt x="4992" y="4115"/>
                    <a:pt x="5227" y="4584"/>
                  </a:cubicBezTo>
                  <a:cubicBezTo>
                    <a:pt x="5468" y="5066"/>
                    <a:pt x="5542" y="6969"/>
                    <a:pt x="6253" y="6772"/>
                  </a:cubicBezTo>
                  <a:cubicBezTo>
                    <a:pt x="6963" y="6568"/>
                    <a:pt x="6253" y="5301"/>
                    <a:pt x="6407" y="4356"/>
                  </a:cubicBezTo>
                  <a:cubicBezTo>
                    <a:pt x="6568" y="3404"/>
                    <a:pt x="7044" y="2923"/>
                    <a:pt x="7044" y="2923"/>
                  </a:cubicBezTo>
                  <a:cubicBezTo>
                    <a:pt x="7044" y="2923"/>
                    <a:pt x="6883" y="4035"/>
                    <a:pt x="7433" y="4745"/>
                  </a:cubicBezTo>
                  <a:cubicBezTo>
                    <a:pt x="7989" y="5456"/>
                    <a:pt x="7865" y="6351"/>
                    <a:pt x="8526" y="4640"/>
                  </a:cubicBezTo>
                  <a:cubicBezTo>
                    <a:pt x="9181" y="2923"/>
                    <a:pt x="9490" y="2033"/>
                    <a:pt x="10083" y="2008"/>
                  </a:cubicBezTo>
                  <a:cubicBezTo>
                    <a:pt x="10676" y="1971"/>
                    <a:pt x="11232" y="470"/>
                    <a:pt x="11232" y="470"/>
                  </a:cubicBezTo>
                  <a:cubicBezTo>
                    <a:pt x="11232" y="470"/>
                    <a:pt x="11628" y="1736"/>
                    <a:pt x="11313" y="3003"/>
                  </a:cubicBezTo>
                  <a:cubicBezTo>
                    <a:pt x="10998" y="4269"/>
                    <a:pt x="10120" y="4208"/>
                    <a:pt x="10553" y="5505"/>
                  </a:cubicBezTo>
                  <a:cubicBezTo>
                    <a:pt x="10998" y="6802"/>
                    <a:pt x="10800" y="5035"/>
                    <a:pt x="11251" y="8415"/>
                  </a:cubicBezTo>
                  <a:cubicBezTo>
                    <a:pt x="11696" y="11788"/>
                    <a:pt x="12808" y="10923"/>
                    <a:pt x="10435" y="12270"/>
                  </a:cubicBezTo>
                  <a:cubicBezTo>
                    <a:pt x="8075" y="13623"/>
                    <a:pt x="2218" y="12591"/>
                    <a:pt x="1428" y="10293"/>
                  </a:cubicBez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" name="Google Shape;70;p11"/>
            <p:cNvGrpSpPr/>
            <p:nvPr/>
          </p:nvGrpSpPr>
          <p:grpSpPr>
            <a:xfrm>
              <a:off x="9485878" y="2603773"/>
              <a:ext cx="3034277" cy="1602503"/>
              <a:chOff x="6081628" y="2299898"/>
              <a:chExt cx="3034277" cy="1602503"/>
            </a:xfrm>
          </p:grpSpPr>
          <p:sp>
            <p:nvSpPr>
              <p:cNvPr id="71" name="Google Shape;71;p11"/>
              <p:cNvSpPr/>
              <p:nvPr/>
            </p:nvSpPr>
            <p:spPr>
              <a:xfrm>
                <a:off x="6081628" y="2299898"/>
                <a:ext cx="3034277" cy="1600591"/>
              </a:xfrm>
              <a:custGeom>
                <a:avLst/>
                <a:gdLst/>
                <a:ahLst/>
                <a:cxnLst/>
                <a:rect l="l" t="t" r="r" b="b"/>
                <a:pathLst>
                  <a:path w="39541" h="20858" extrusionOk="0">
                    <a:moveTo>
                      <a:pt x="5740" y="2558"/>
                    </a:moveTo>
                    <a:lnTo>
                      <a:pt x="8619" y="2231"/>
                    </a:lnTo>
                    <a:lnTo>
                      <a:pt x="12153" y="1"/>
                    </a:lnTo>
                    <a:cubicBezTo>
                      <a:pt x="12153" y="1"/>
                      <a:pt x="13963" y="1020"/>
                      <a:pt x="14612" y="1020"/>
                    </a:cubicBezTo>
                    <a:cubicBezTo>
                      <a:pt x="15260" y="1020"/>
                      <a:pt x="17219" y="1434"/>
                      <a:pt x="17219" y="1434"/>
                    </a:cubicBezTo>
                    <a:lnTo>
                      <a:pt x="18281" y="2453"/>
                    </a:lnTo>
                    <a:lnTo>
                      <a:pt x="18702" y="4875"/>
                    </a:lnTo>
                    <a:cubicBezTo>
                      <a:pt x="18702" y="4875"/>
                      <a:pt x="20561" y="6593"/>
                      <a:pt x="21581" y="6549"/>
                    </a:cubicBezTo>
                    <a:cubicBezTo>
                      <a:pt x="22600" y="6500"/>
                      <a:pt x="24880" y="6827"/>
                      <a:pt x="24880" y="6827"/>
                    </a:cubicBezTo>
                    <a:lnTo>
                      <a:pt x="25806" y="10170"/>
                    </a:lnTo>
                    <a:cubicBezTo>
                      <a:pt x="25806" y="10170"/>
                      <a:pt x="26362" y="11560"/>
                      <a:pt x="26591" y="11844"/>
                    </a:cubicBezTo>
                    <a:lnTo>
                      <a:pt x="28030" y="12863"/>
                    </a:lnTo>
                    <a:lnTo>
                      <a:pt x="33232" y="13840"/>
                    </a:lnTo>
                    <a:lnTo>
                      <a:pt x="35419" y="14025"/>
                    </a:lnTo>
                    <a:lnTo>
                      <a:pt x="36254" y="15607"/>
                    </a:lnTo>
                    <a:cubicBezTo>
                      <a:pt x="36254" y="15607"/>
                      <a:pt x="36717" y="17466"/>
                      <a:pt x="37273" y="17608"/>
                    </a:cubicBezTo>
                    <a:cubicBezTo>
                      <a:pt x="37829" y="17744"/>
                      <a:pt x="38570" y="18535"/>
                      <a:pt x="38570" y="18535"/>
                    </a:cubicBezTo>
                    <a:lnTo>
                      <a:pt x="39540" y="20302"/>
                    </a:lnTo>
                    <a:lnTo>
                      <a:pt x="28716" y="20024"/>
                    </a:lnTo>
                    <a:lnTo>
                      <a:pt x="28809" y="20815"/>
                    </a:lnTo>
                    <a:lnTo>
                      <a:pt x="27604" y="20858"/>
                    </a:lnTo>
                    <a:lnTo>
                      <a:pt x="13710" y="20722"/>
                    </a:lnTo>
                    <a:lnTo>
                      <a:pt x="9854" y="20765"/>
                    </a:lnTo>
                    <a:lnTo>
                      <a:pt x="6697" y="20580"/>
                    </a:lnTo>
                    <a:lnTo>
                      <a:pt x="5209" y="20629"/>
                    </a:lnTo>
                    <a:cubicBezTo>
                      <a:pt x="5209" y="20629"/>
                      <a:pt x="939" y="16539"/>
                      <a:pt x="464" y="15699"/>
                    </a:cubicBezTo>
                    <a:cubicBezTo>
                      <a:pt x="0" y="14865"/>
                      <a:pt x="93" y="13098"/>
                      <a:pt x="278" y="12079"/>
                    </a:cubicBezTo>
                    <a:cubicBezTo>
                      <a:pt x="464" y="11059"/>
                      <a:pt x="1255" y="10077"/>
                      <a:pt x="2138" y="9243"/>
                    </a:cubicBezTo>
                    <a:cubicBezTo>
                      <a:pt x="3021" y="8409"/>
                      <a:pt x="4189" y="5901"/>
                      <a:pt x="4189" y="5901"/>
                    </a:cubicBezTo>
                    <a:lnTo>
                      <a:pt x="4189" y="4647"/>
                    </a:lnTo>
                    <a:lnTo>
                      <a:pt x="5437" y="34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1"/>
              <p:cNvSpPr/>
              <p:nvPr/>
            </p:nvSpPr>
            <p:spPr>
              <a:xfrm>
                <a:off x="6083547" y="2657872"/>
                <a:ext cx="2600941" cy="1244529"/>
              </a:xfrm>
              <a:custGeom>
                <a:avLst/>
                <a:gdLst/>
                <a:ahLst/>
                <a:cxnLst/>
                <a:rect l="l" t="t" r="r" b="b"/>
                <a:pathLst>
                  <a:path w="33894" h="16218" extrusionOk="0">
                    <a:moveTo>
                      <a:pt x="33677" y="15266"/>
                    </a:moveTo>
                    <a:cubicBezTo>
                      <a:pt x="32985" y="14617"/>
                      <a:pt x="32052" y="13969"/>
                      <a:pt x="32052" y="13969"/>
                    </a:cubicBezTo>
                    <a:lnTo>
                      <a:pt x="30421" y="11460"/>
                    </a:lnTo>
                    <a:lnTo>
                      <a:pt x="28419" y="12480"/>
                    </a:lnTo>
                    <a:lnTo>
                      <a:pt x="27400" y="11874"/>
                    </a:lnTo>
                    <a:lnTo>
                      <a:pt x="26986" y="13648"/>
                    </a:lnTo>
                    <a:lnTo>
                      <a:pt x="26288" y="12152"/>
                    </a:lnTo>
                    <a:lnTo>
                      <a:pt x="25596" y="12060"/>
                    </a:lnTo>
                    <a:lnTo>
                      <a:pt x="24805" y="11689"/>
                    </a:lnTo>
                    <a:lnTo>
                      <a:pt x="23835" y="12109"/>
                    </a:lnTo>
                    <a:lnTo>
                      <a:pt x="23650" y="10015"/>
                    </a:lnTo>
                    <a:lnTo>
                      <a:pt x="22532" y="9508"/>
                    </a:lnTo>
                    <a:cubicBezTo>
                      <a:pt x="22532" y="9508"/>
                      <a:pt x="21098" y="10250"/>
                      <a:pt x="20536" y="10200"/>
                    </a:cubicBezTo>
                    <a:cubicBezTo>
                      <a:pt x="19980" y="10157"/>
                      <a:pt x="20814" y="8903"/>
                      <a:pt x="20814" y="8903"/>
                    </a:cubicBezTo>
                    <a:lnTo>
                      <a:pt x="15791" y="11090"/>
                    </a:lnTo>
                    <a:lnTo>
                      <a:pt x="18670" y="7513"/>
                    </a:lnTo>
                    <a:cubicBezTo>
                      <a:pt x="18670" y="7513"/>
                      <a:pt x="11096" y="12023"/>
                      <a:pt x="10589" y="12443"/>
                    </a:cubicBezTo>
                    <a:cubicBezTo>
                      <a:pt x="10077" y="12857"/>
                      <a:pt x="18164" y="5196"/>
                      <a:pt x="18164" y="5196"/>
                    </a:cubicBezTo>
                    <a:lnTo>
                      <a:pt x="10404" y="7519"/>
                    </a:lnTo>
                    <a:lnTo>
                      <a:pt x="12449" y="4733"/>
                    </a:lnTo>
                    <a:lnTo>
                      <a:pt x="10911" y="4547"/>
                    </a:lnTo>
                    <a:lnTo>
                      <a:pt x="8773" y="4640"/>
                    </a:lnTo>
                    <a:lnTo>
                      <a:pt x="10262" y="1020"/>
                    </a:lnTo>
                    <a:lnTo>
                      <a:pt x="5381" y="6592"/>
                    </a:lnTo>
                    <a:lnTo>
                      <a:pt x="7012" y="1483"/>
                    </a:lnTo>
                    <a:lnTo>
                      <a:pt x="5758" y="556"/>
                    </a:lnTo>
                    <a:lnTo>
                      <a:pt x="4417" y="0"/>
                    </a:lnTo>
                    <a:lnTo>
                      <a:pt x="4183" y="260"/>
                    </a:lnTo>
                    <a:lnTo>
                      <a:pt x="4183" y="1260"/>
                    </a:lnTo>
                    <a:cubicBezTo>
                      <a:pt x="4183" y="1260"/>
                      <a:pt x="3027" y="3769"/>
                      <a:pt x="2138" y="4603"/>
                    </a:cubicBezTo>
                    <a:cubicBezTo>
                      <a:pt x="1260" y="5437"/>
                      <a:pt x="463" y="6419"/>
                      <a:pt x="278" y="7439"/>
                    </a:cubicBezTo>
                    <a:cubicBezTo>
                      <a:pt x="93" y="8458"/>
                      <a:pt x="0" y="10225"/>
                      <a:pt x="463" y="11059"/>
                    </a:cubicBezTo>
                    <a:cubicBezTo>
                      <a:pt x="927" y="11893"/>
                      <a:pt x="5202" y="15983"/>
                      <a:pt x="5202" y="15983"/>
                    </a:cubicBezTo>
                    <a:lnTo>
                      <a:pt x="6697" y="15940"/>
                    </a:lnTo>
                    <a:lnTo>
                      <a:pt x="9854" y="16125"/>
                    </a:lnTo>
                    <a:lnTo>
                      <a:pt x="13709" y="16076"/>
                    </a:lnTo>
                    <a:lnTo>
                      <a:pt x="27598" y="16218"/>
                    </a:lnTo>
                    <a:lnTo>
                      <a:pt x="28802" y="16168"/>
                    </a:lnTo>
                    <a:lnTo>
                      <a:pt x="28710" y="15384"/>
                    </a:lnTo>
                    <a:lnTo>
                      <a:pt x="33893" y="15513"/>
                    </a:lnTo>
                    <a:cubicBezTo>
                      <a:pt x="33825" y="15414"/>
                      <a:pt x="33757" y="15334"/>
                      <a:pt x="33677" y="15266"/>
                    </a:cubicBez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1"/>
              <p:cNvSpPr/>
              <p:nvPr/>
            </p:nvSpPr>
            <p:spPr>
              <a:xfrm>
                <a:off x="6404000" y="2653575"/>
                <a:ext cx="539618" cy="361817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4715" extrusionOk="0">
                    <a:moveTo>
                      <a:pt x="711" y="279"/>
                    </a:moveTo>
                    <a:lnTo>
                      <a:pt x="1712" y="779"/>
                    </a:lnTo>
                    <a:lnTo>
                      <a:pt x="3188" y="2478"/>
                    </a:lnTo>
                    <a:lnTo>
                      <a:pt x="5270" y="4066"/>
                    </a:lnTo>
                    <a:lnTo>
                      <a:pt x="7031" y="4714"/>
                    </a:lnTo>
                    <a:lnTo>
                      <a:pt x="5332" y="3880"/>
                    </a:lnTo>
                    <a:lnTo>
                      <a:pt x="4375" y="3034"/>
                    </a:lnTo>
                    <a:lnTo>
                      <a:pt x="3751" y="2478"/>
                    </a:lnTo>
                    <a:lnTo>
                      <a:pt x="3720" y="1737"/>
                    </a:lnTo>
                    <a:lnTo>
                      <a:pt x="4714" y="1150"/>
                    </a:lnTo>
                    <a:lnTo>
                      <a:pt x="6537" y="1"/>
                    </a:lnTo>
                    <a:lnTo>
                      <a:pt x="5703" y="309"/>
                    </a:lnTo>
                    <a:lnTo>
                      <a:pt x="4591" y="933"/>
                    </a:lnTo>
                    <a:lnTo>
                      <a:pt x="3497" y="1489"/>
                    </a:lnTo>
                    <a:lnTo>
                      <a:pt x="3380" y="2231"/>
                    </a:lnTo>
                    <a:lnTo>
                      <a:pt x="1990" y="748"/>
                    </a:lnTo>
                    <a:lnTo>
                      <a:pt x="742" y="124"/>
                    </a:lnTo>
                    <a:lnTo>
                      <a:pt x="0" y="31"/>
                    </a:lnTo>
                    <a:lnTo>
                      <a:pt x="0" y="272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" name="Google Shape;74;p11"/>
          <p:cNvSpPr/>
          <p:nvPr/>
        </p:nvSpPr>
        <p:spPr>
          <a:xfrm>
            <a:off x="-850" y="4476288"/>
            <a:ext cx="9144000" cy="66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1"/>
          <p:cNvSpPr/>
          <p:nvPr/>
        </p:nvSpPr>
        <p:spPr>
          <a:xfrm flipH="1">
            <a:off x="24" y="4472800"/>
            <a:ext cx="6684928" cy="670866"/>
          </a:xfrm>
          <a:custGeom>
            <a:avLst/>
            <a:gdLst/>
            <a:ahLst/>
            <a:cxnLst/>
            <a:rect l="l" t="t" r="r" b="b"/>
            <a:pathLst>
              <a:path w="84950" h="14569" extrusionOk="0">
                <a:moveTo>
                  <a:pt x="17263" y="8768"/>
                </a:moveTo>
                <a:lnTo>
                  <a:pt x="9991" y="9293"/>
                </a:lnTo>
                <a:lnTo>
                  <a:pt x="12104" y="10992"/>
                </a:lnTo>
                <a:lnTo>
                  <a:pt x="3183" y="13778"/>
                </a:lnTo>
                <a:lnTo>
                  <a:pt x="1" y="14556"/>
                </a:lnTo>
                <a:lnTo>
                  <a:pt x="17361" y="14556"/>
                </a:lnTo>
                <a:lnTo>
                  <a:pt x="20321" y="12666"/>
                </a:lnTo>
                <a:lnTo>
                  <a:pt x="28822" y="11696"/>
                </a:lnTo>
                <a:lnTo>
                  <a:pt x="26734" y="10016"/>
                </a:lnTo>
                <a:close/>
                <a:moveTo>
                  <a:pt x="45558" y="4449"/>
                </a:moveTo>
                <a:lnTo>
                  <a:pt x="42309" y="2311"/>
                </a:lnTo>
                <a:lnTo>
                  <a:pt x="54115" y="1"/>
                </a:lnTo>
                <a:lnTo>
                  <a:pt x="28167" y="1"/>
                </a:lnTo>
                <a:lnTo>
                  <a:pt x="27710" y="273"/>
                </a:lnTo>
                <a:lnTo>
                  <a:pt x="13494" y="409"/>
                </a:lnTo>
                <a:lnTo>
                  <a:pt x="6389" y="3479"/>
                </a:lnTo>
                <a:lnTo>
                  <a:pt x="16151" y="5147"/>
                </a:lnTo>
                <a:cubicBezTo>
                  <a:pt x="16707" y="5147"/>
                  <a:pt x="21729" y="4869"/>
                  <a:pt x="21729" y="4869"/>
                </a:cubicBezTo>
                <a:lnTo>
                  <a:pt x="27302" y="5425"/>
                </a:lnTo>
                <a:lnTo>
                  <a:pt x="31343" y="4591"/>
                </a:lnTo>
                <a:lnTo>
                  <a:pt x="39708" y="5425"/>
                </a:lnTo>
                <a:close/>
                <a:moveTo>
                  <a:pt x="43186" y="12252"/>
                </a:moveTo>
                <a:lnTo>
                  <a:pt x="38583" y="11554"/>
                </a:lnTo>
                <a:lnTo>
                  <a:pt x="35939" y="12808"/>
                </a:lnTo>
                <a:cubicBezTo>
                  <a:pt x="35939" y="12808"/>
                  <a:pt x="33425" y="14056"/>
                  <a:pt x="33147" y="14482"/>
                </a:cubicBezTo>
                <a:lnTo>
                  <a:pt x="33517" y="14569"/>
                </a:lnTo>
                <a:lnTo>
                  <a:pt x="54152" y="14569"/>
                </a:lnTo>
                <a:lnTo>
                  <a:pt x="51823" y="13784"/>
                </a:lnTo>
                <a:close/>
                <a:moveTo>
                  <a:pt x="78271" y="4097"/>
                </a:moveTo>
                <a:lnTo>
                  <a:pt x="84950" y="3652"/>
                </a:lnTo>
                <a:lnTo>
                  <a:pt x="84950" y="1786"/>
                </a:lnTo>
                <a:lnTo>
                  <a:pt x="79526" y="2441"/>
                </a:lnTo>
                <a:lnTo>
                  <a:pt x="65421" y="4393"/>
                </a:lnTo>
                <a:lnTo>
                  <a:pt x="54609" y="7476"/>
                </a:lnTo>
                <a:lnTo>
                  <a:pt x="60565" y="9219"/>
                </a:lnTo>
                <a:lnTo>
                  <a:pt x="66990" y="12203"/>
                </a:lnTo>
                <a:lnTo>
                  <a:pt x="77647" y="14464"/>
                </a:lnTo>
                <a:lnTo>
                  <a:pt x="84950" y="14396"/>
                </a:lnTo>
                <a:lnTo>
                  <a:pt x="84950" y="9373"/>
                </a:lnTo>
                <a:lnTo>
                  <a:pt x="79995" y="9015"/>
                </a:lnTo>
                <a:lnTo>
                  <a:pt x="66360" y="7075"/>
                </a:lnTo>
                <a:lnTo>
                  <a:pt x="72470" y="4912"/>
                </a:lnTo>
                <a:close/>
              </a:path>
            </a:pathLst>
          </a:custGeom>
          <a:solidFill>
            <a:srgbClr val="000000">
              <a:alpha val="41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" name="Google Shape;76;p11"/>
          <p:cNvGrpSpPr/>
          <p:nvPr/>
        </p:nvGrpSpPr>
        <p:grpSpPr>
          <a:xfrm>
            <a:off x="6251927" y="3811272"/>
            <a:ext cx="3015958" cy="1585449"/>
            <a:chOff x="-527604" y="4198162"/>
            <a:chExt cx="1975863" cy="1038685"/>
          </a:xfrm>
        </p:grpSpPr>
        <p:sp>
          <p:nvSpPr>
            <p:cNvPr id="77" name="Google Shape;77;p11"/>
            <p:cNvSpPr/>
            <p:nvPr/>
          </p:nvSpPr>
          <p:spPr>
            <a:xfrm flipH="1">
              <a:off x="-51725" y="4703969"/>
              <a:ext cx="136511" cy="59957"/>
            </a:xfrm>
            <a:custGeom>
              <a:avLst/>
              <a:gdLst/>
              <a:ahLst/>
              <a:cxnLst/>
              <a:rect l="l" t="t" r="r" b="b"/>
              <a:pathLst>
                <a:path w="3183" h="1398" extrusionOk="0">
                  <a:moveTo>
                    <a:pt x="1" y="1397"/>
                  </a:moveTo>
                  <a:lnTo>
                    <a:pt x="551" y="736"/>
                  </a:lnTo>
                  <a:lnTo>
                    <a:pt x="3183" y="1"/>
                  </a:lnTo>
                  <a:lnTo>
                    <a:pt x="2991" y="174"/>
                  </a:lnTo>
                  <a:lnTo>
                    <a:pt x="625" y="82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1"/>
            <p:cNvSpPr/>
            <p:nvPr/>
          </p:nvSpPr>
          <p:spPr>
            <a:xfrm flipH="1">
              <a:off x="-527604" y="4731545"/>
              <a:ext cx="301585" cy="79513"/>
            </a:xfrm>
            <a:custGeom>
              <a:avLst/>
              <a:gdLst/>
              <a:ahLst/>
              <a:cxnLst/>
              <a:rect l="l" t="t" r="r" b="b"/>
              <a:pathLst>
                <a:path w="7032" h="1854" extrusionOk="0">
                  <a:moveTo>
                    <a:pt x="2200" y="1854"/>
                  </a:moveTo>
                  <a:cubicBezTo>
                    <a:pt x="2151" y="1854"/>
                    <a:pt x="1379" y="1458"/>
                    <a:pt x="1379" y="1458"/>
                  </a:cubicBezTo>
                  <a:lnTo>
                    <a:pt x="958" y="1366"/>
                  </a:lnTo>
                  <a:lnTo>
                    <a:pt x="1" y="1397"/>
                  </a:lnTo>
                  <a:lnTo>
                    <a:pt x="1799" y="970"/>
                  </a:lnTo>
                  <a:lnTo>
                    <a:pt x="3973" y="624"/>
                  </a:lnTo>
                  <a:lnTo>
                    <a:pt x="4326" y="612"/>
                  </a:lnTo>
                  <a:lnTo>
                    <a:pt x="7032" y="0"/>
                  </a:lnTo>
                  <a:lnTo>
                    <a:pt x="5104" y="563"/>
                  </a:lnTo>
                  <a:lnTo>
                    <a:pt x="5561" y="1187"/>
                  </a:lnTo>
                  <a:lnTo>
                    <a:pt x="6377" y="1724"/>
                  </a:lnTo>
                  <a:lnTo>
                    <a:pt x="5407" y="1267"/>
                  </a:lnTo>
                  <a:lnTo>
                    <a:pt x="4888" y="643"/>
                  </a:lnTo>
                  <a:lnTo>
                    <a:pt x="4276" y="766"/>
                  </a:lnTo>
                  <a:lnTo>
                    <a:pt x="3881" y="748"/>
                  </a:lnTo>
                  <a:lnTo>
                    <a:pt x="1706" y="1174"/>
                  </a:lnTo>
                  <a:lnTo>
                    <a:pt x="1416" y="1298"/>
                  </a:lnTo>
                  <a:lnTo>
                    <a:pt x="1749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1"/>
            <p:cNvSpPr/>
            <p:nvPr/>
          </p:nvSpPr>
          <p:spPr>
            <a:xfrm flipH="1">
              <a:off x="-107656" y="4673005"/>
              <a:ext cx="1555916" cy="563842"/>
            </a:xfrm>
            <a:custGeom>
              <a:avLst/>
              <a:gdLst/>
              <a:ahLst/>
              <a:cxnLst/>
              <a:rect l="l" t="t" r="r" b="b"/>
              <a:pathLst>
                <a:path w="36279" h="13147" extrusionOk="0">
                  <a:moveTo>
                    <a:pt x="17466" y="13147"/>
                  </a:moveTo>
                  <a:lnTo>
                    <a:pt x="20604" y="10077"/>
                  </a:lnTo>
                  <a:lnTo>
                    <a:pt x="22550" y="8884"/>
                  </a:lnTo>
                  <a:lnTo>
                    <a:pt x="22612" y="8137"/>
                  </a:lnTo>
                  <a:lnTo>
                    <a:pt x="25745" y="7513"/>
                  </a:lnTo>
                  <a:lnTo>
                    <a:pt x="26690" y="7012"/>
                  </a:lnTo>
                  <a:lnTo>
                    <a:pt x="27005" y="8075"/>
                  </a:lnTo>
                  <a:lnTo>
                    <a:pt x="28389" y="8575"/>
                  </a:lnTo>
                  <a:lnTo>
                    <a:pt x="31706" y="9397"/>
                  </a:lnTo>
                  <a:lnTo>
                    <a:pt x="28574" y="8266"/>
                  </a:lnTo>
                  <a:lnTo>
                    <a:pt x="27950" y="7889"/>
                  </a:lnTo>
                  <a:cubicBezTo>
                    <a:pt x="27950" y="7889"/>
                    <a:pt x="30582" y="5573"/>
                    <a:pt x="30829" y="5443"/>
                  </a:cubicBezTo>
                  <a:cubicBezTo>
                    <a:pt x="31076" y="5319"/>
                    <a:pt x="32454" y="4436"/>
                    <a:pt x="32899" y="4312"/>
                  </a:cubicBezTo>
                  <a:cubicBezTo>
                    <a:pt x="33337" y="4189"/>
                    <a:pt x="36278" y="3003"/>
                    <a:pt x="36278" y="3003"/>
                  </a:cubicBezTo>
                  <a:cubicBezTo>
                    <a:pt x="36278" y="3003"/>
                    <a:pt x="33022" y="3003"/>
                    <a:pt x="32837" y="2879"/>
                  </a:cubicBezTo>
                  <a:cubicBezTo>
                    <a:pt x="32652" y="2755"/>
                    <a:pt x="28951" y="1563"/>
                    <a:pt x="28951" y="1563"/>
                  </a:cubicBezTo>
                  <a:lnTo>
                    <a:pt x="27635" y="748"/>
                  </a:lnTo>
                  <a:lnTo>
                    <a:pt x="28203" y="0"/>
                  </a:lnTo>
                  <a:lnTo>
                    <a:pt x="25380" y="816"/>
                  </a:lnTo>
                  <a:cubicBezTo>
                    <a:pt x="25380" y="816"/>
                    <a:pt x="10658" y="2323"/>
                    <a:pt x="10398" y="2323"/>
                  </a:cubicBezTo>
                  <a:cubicBezTo>
                    <a:pt x="10145" y="2323"/>
                    <a:pt x="5449" y="2508"/>
                    <a:pt x="5449" y="2508"/>
                  </a:cubicBezTo>
                  <a:lnTo>
                    <a:pt x="3380" y="2694"/>
                  </a:lnTo>
                  <a:lnTo>
                    <a:pt x="1625" y="2508"/>
                  </a:lnTo>
                  <a:lnTo>
                    <a:pt x="0" y="2508"/>
                  </a:lnTo>
                  <a:lnTo>
                    <a:pt x="3633" y="3132"/>
                  </a:lnTo>
                  <a:lnTo>
                    <a:pt x="7581" y="3256"/>
                  </a:lnTo>
                  <a:lnTo>
                    <a:pt x="14846" y="3695"/>
                  </a:lnTo>
                  <a:lnTo>
                    <a:pt x="17101" y="5511"/>
                  </a:lnTo>
                  <a:lnTo>
                    <a:pt x="17670" y="895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1"/>
            <p:cNvSpPr/>
            <p:nvPr/>
          </p:nvSpPr>
          <p:spPr>
            <a:xfrm flipH="1">
              <a:off x="-107393" y="4795404"/>
              <a:ext cx="176268" cy="77669"/>
            </a:xfrm>
            <a:custGeom>
              <a:avLst/>
              <a:gdLst/>
              <a:ahLst/>
              <a:cxnLst/>
              <a:rect l="l" t="t" r="r" b="b"/>
              <a:pathLst>
                <a:path w="4110" h="1811" extrusionOk="0">
                  <a:moveTo>
                    <a:pt x="668" y="19"/>
                  </a:moveTo>
                  <a:cubicBezTo>
                    <a:pt x="656" y="7"/>
                    <a:pt x="649" y="7"/>
                    <a:pt x="637" y="0"/>
                  </a:cubicBezTo>
                  <a:cubicBezTo>
                    <a:pt x="458" y="513"/>
                    <a:pt x="217" y="1199"/>
                    <a:pt x="1" y="1811"/>
                  </a:cubicBezTo>
                  <a:cubicBezTo>
                    <a:pt x="303" y="1644"/>
                    <a:pt x="575" y="1502"/>
                    <a:pt x="730" y="1458"/>
                  </a:cubicBezTo>
                  <a:cubicBezTo>
                    <a:pt x="1168" y="1335"/>
                    <a:pt x="4109" y="149"/>
                    <a:pt x="4109" y="149"/>
                  </a:cubicBezTo>
                  <a:cubicBezTo>
                    <a:pt x="4109" y="149"/>
                    <a:pt x="853" y="142"/>
                    <a:pt x="668" y="19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1"/>
            <p:cNvSpPr/>
            <p:nvPr/>
          </p:nvSpPr>
          <p:spPr>
            <a:xfrm flipH="1">
              <a:off x="342023" y="4707700"/>
              <a:ext cx="177812" cy="312693"/>
            </a:xfrm>
            <a:custGeom>
              <a:avLst/>
              <a:gdLst/>
              <a:ahLst/>
              <a:cxnLst/>
              <a:rect l="l" t="t" r="r" b="b"/>
              <a:pathLst>
                <a:path w="4146" h="7291" extrusionOk="0">
                  <a:moveTo>
                    <a:pt x="810" y="3096"/>
                  </a:moveTo>
                  <a:lnTo>
                    <a:pt x="1162" y="7291"/>
                  </a:lnTo>
                  <a:lnTo>
                    <a:pt x="4097" y="6704"/>
                  </a:lnTo>
                  <a:lnTo>
                    <a:pt x="4146" y="6679"/>
                  </a:lnTo>
                  <a:lnTo>
                    <a:pt x="3720" y="0"/>
                  </a:lnTo>
                  <a:cubicBezTo>
                    <a:pt x="3720" y="0"/>
                    <a:pt x="2138" y="161"/>
                    <a:pt x="0" y="377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1"/>
            <p:cNvSpPr/>
            <p:nvPr/>
          </p:nvSpPr>
          <p:spPr>
            <a:xfrm flipH="1">
              <a:off x="145940" y="4198162"/>
              <a:ext cx="735049" cy="893518"/>
            </a:xfrm>
            <a:custGeom>
              <a:avLst/>
              <a:gdLst/>
              <a:ahLst/>
              <a:cxnLst/>
              <a:rect l="l" t="t" r="r" b="b"/>
              <a:pathLst>
                <a:path w="17139" h="20834" extrusionOk="0">
                  <a:moveTo>
                    <a:pt x="1922" y="19270"/>
                  </a:moveTo>
                  <a:cubicBezTo>
                    <a:pt x="1922" y="19134"/>
                    <a:pt x="1218" y="17343"/>
                    <a:pt x="798" y="15891"/>
                  </a:cubicBezTo>
                  <a:cubicBezTo>
                    <a:pt x="371" y="14427"/>
                    <a:pt x="1" y="13772"/>
                    <a:pt x="464" y="12647"/>
                  </a:cubicBezTo>
                  <a:cubicBezTo>
                    <a:pt x="934" y="11517"/>
                    <a:pt x="464" y="10955"/>
                    <a:pt x="1168" y="10195"/>
                  </a:cubicBezTo>
                  <a:cubicBezTo>
                    <a:pt x="1873" y="9447"/>
                    <a:pt x="2812" y="9682"/>
                    <a:pt x="3423" y="8928"/>
                  </a:cubicBezTo>
                  <a:cubicBezTo>
                    <a:pt x="4029" y="8181"/>
                    <a:pt x="4319" y="7334"/>
                    <a:pt x="4171" y="6815"/>
                  </a:cubicBezTo>
                  <a:cubicBezTo>
                    <a:pt x="4029" y="6296"/>
                    <a:pt x="3794" y="5499"/>
                    <a:pt x="3794" y="5499"/>
                  </a:cubicBezTo>
                  <a:cubicBezTo>
                    <a:pt x="3794" y="5499"/>
                    <a:pt x="4690" y="6160"/>
                    <a:pt x="4875" y="6537"/>
                  </a:cubicBezTo>
                  <a:cubicBezTo>
                    <a:pt x="5061" y="6914"/>
                    <a:pt x="4498" y="7433"/>
                    <a:pt x="5345" y="7711"/>
                  </a:cubicBezTo>
                  <a:cubicBezTo>
                    <a:pt x="6197" y="7995"/>
                    <a:pt x="7279" y="7847"/>
                    <a:pt x="7557" y="7242"/>
                  </a:cubicBezTo>
                  <a:cubicBezTo>
                    <a:pt x="7841" y="6630"/>
                    <a:pt x="8304" y="5215"/>
                    <a:pt x="8069" y="4560"/>
                  </a:cubicBezTo>
                  <a:cubicBezTo>
                    <a:pt x="7841" y="3905"/>
                    <a:pt x="7977" y="3146"/>
                    <a:pt x="7884" y="2398"/>
                  </a:cubicBezTo>
                  <a:cubicBezTo>
                    <a:pt x="7791" y="1650"/>
                    <a:pt x="6945" y="1"/>
                    <a:pt x="6945" y="1"/>
                  </a:cubicBezTo>
                  <a:cubicBezTo>
                    <a:pt x="6945" y="1"/>
                    <a:pt x="7464" y="477"/>
                    <a:pt x="8026" y="1039"/>
                  </a:cubicBezTo>
                  <a:cubicBezTo>
                    <a:pt x="8588" y="1601"/>
                    <a:pt x="9293" y="1786"/>
                    <a:pt x="9151" y="2590"/>
                  </a:cubicBezTo>
                  <a:cubicBezTo>
                    <a:pt x="9015" y="3387"/>
                    <a:pt x="8866" y="3720"/>
                    <a:pt x="9058" y="4282"/>
                  </a:cubicBezTo>
                  <a:cubicBezTo>
                    <a:pt x="9243" y="4845"/>
                    <a:pt x="9762" y="4511"/>
                    <a:pt x="10003" y="4567"/>
                  </a:cubicBezTo>
                  <a:cubicBezTo>
                    <a:pt x="10232" y="4616"/>
                    <a:pt x="10287" y="5178"/>
                    <a:pt x="10232" y="5740"/>
                  </a:cubicBezTo>
                  <a:cubicBezTo>
                    <a:pt x="10188" y="6303"/>
                    <a:pt x="9855" y="6729"/>
                    <a:pt x="9484" y="7248"/>
                  </a:cubicBezTo>
                  <a:cubicBezTo>
                    <a:pt x="9107" y="7767"/>
                    <a:pt x="8872" y="9033"/>
                    <a:pt x="8872" y="9033"/>
                  </a:cubicBezTo>
                  <a:cubicBezTo>
                    <a:pt x="8872" y="9033"/>
                    <a:pt x="8965" y="10813"/>
                    <a:pt x="9725" y="11010"/>
                  </a:cubicBezTo>
                  <a:cubicBezTo>
                    <a:pt x="10473" y="11196"/>
                    <a:pt x="11418" y="10677"/>
                    <a:pt x="11461" y="9787"/>
                  </a:cubicBezTo>
                  <a:cubicBezTo>
                    <a:pt x="11511" y="8891"/>
                    <a:pt x="11980" y="8051"/>
                    <a:pt x="12165" y="7810"/>
                  </a:cubicBezTo>
                  <a:cubicBezTo>
                    <a:pt x="12351" y="7581"/>
                    <a:pt x="11646" y="8799"/>
                    <a:pt x="11881" y="9595"/>
                  </a:cubicBezTo>
                  <a:cubicBezTo>
                    <a:pt x="12110" y="10392"/>
                    <a:pt x="12351" y="11054"/>
                    <a:pt x="12110" y="11665"/>
                  </a:cubicBezTo>
                  <a:cubicBezTo>
                    <a:pt x="11881" y="12277"/>
                    <a:pt x="11498" y="13401"/>
                    <a:pt x="12202" y="13871"/>
                  </a:cubicBezTo>
                  <a:cubicBezTo>
                    <a:pt x="12907" y="14346"/>
                    <a:pt x="13568" y="14575"/>
                    <a:pt x="13939" y="13871"/>
                  </a:cubicBezTo>
                  <a:cubicBezTo>
                    <a:pt x="14322" y="13173"/>
                    <a:pt x="14365" y="11332"/>
                    <a:pt x="14365" y="11332"/>
                  </a:cubicBezTo>
                  <a:lnTo>
                    <a:pt x="14136" y="10294"/>
                  </a:lnTo>
                  <a:cubicBezTo>
                    <a:pt x="14136" y="10294"/>
                    <a:pt x="15075" y="10528"/>
                    <a:pt x="15823" y="11708"/>
                  </a:cubicBezTo>
                  <a:cubicBezTo>
                    <a:pt x="16577" y="12882"/>
                    <a:pt x="17139" y="13401"/>
                    <a:pt x="17089" y="14155"/>
                  </a:cubicBezTo>
                  <a:cubicBezTo>
                    <a:pt x="17046" y="14909"/>
                    <a:pt x="16299" y="16367"/>
                    <a:pt x="16299" y="16929"/>
                  </a:cubicBezTo>
                  <a:cubicBezTo>
                    <a:pt x="16299" y="17491"/>
                    <a:pt x="16768" y="18152"/>
                    <a:pt x="16008" y="19141"/>
                  </a:cubicBezTo>
                  <a:cubicBezTo>
                    <a:pt x="15261" y="20129"/>
                    <a:pt x="13333" y="20833"/>
                    <a:pt x="13333" y="20833"/>
                  </a:cubicBezTo>
                  <a:cubicBezTo>
                    <a:pt x="13333" y="20833"/>
                    <a:pt x="8533" y="20735"/>
                    <a:pt x="7174" y="20642"/>
                  </a:cubicBezTo>
                  <a:cubicBezTo>
                    <a:pt x="5827" y="20537"/>
                    <a:pt x="1922" y="19270"/>
                    <a:pt x="1922" y="1927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1"/>
            <p:cNvSpPr/>
            <p:nvPr/>
          </p:nvSpPr>
          <p:spPr>
            <a:xfrm flipH="1">
              <a:off x="475787" y="4627416"/>
              <a:ext cx="604971" cy="609431"/>
            </a:xfrm>
            <a:custGeom>
              <a:avLst/>
              <a:gdLst/>
              <a:ahLst/>
              <a:cxnLst/>
              <a:rect l="l" t="t" r="r" b="b"/>
              <a:pathLst>
                <a:path w="14106" h="14210" extrusionOk="0">
                  <a:moveTo>
                    <a:pt x="14105" y="6067"/>
                  </a:moveTo>
                  <a:lnTo>
                    <a:pt x="13679" y="8699"/>
                  </a:lnTo>
                  <a:lnTo>
                    <a:pt x="12715" y="10719"/>
                  </a:lnTo>
                  <a:lnTo>
                    <a:pt x="12035" y="11140"/>
                  </a:lnTo>
                  <a:lnTo>
                    <a:pt x="8897" y="14210"/>
                  </a:lnTo>
                  <a:lnTo>
                    <a:pt x="5215" y="10485"/>
                  </a:lnTo>
                  <a:lnTo>
                    <a:pt x="143" y="4510"/>
                  </a:lnTo>
                  <a:lnTo>
                    <a:pt x="136" y="4381"/>
                  </a:lnTo>
                  <a:lnTo>
                    <a:pt x="93" y="3429"/>
                  </a:lnTo>
                  <a:lnTo>
                    <a:pt x="0" y="1174"/>
                  </a:lnTo>
                  <a:lnTo>
                    <a:pt x="4418" y="939"/>
                  </a:lnTo>
                  <a:lnTo>
                    <a:pt x="7661" y="476"/>
                  </a:lnTo>
                  <a:lnTo>
                    <a:pt x="10009" y="0"/>
                  </a:lnTo>
                  <a:lnTo>
                    <a:pt x="11195" y="2435"/>
                  </a:lnTo>
                  <a:lnTo>
                    <a:pt x="11331" y="2731"/>
                  </a:lnTo>
                  <a:lnTo>
                    <a:pt x="12740" y="474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1"/>
            <p:cNvSpPr/>
            <p:nvPr/>
          </p:nvSpPr>
          <p:spPr>
            <a:xfrm flipH="1">
              <a:off x="537801" y="4672447"/>
              <a:ext cx="878936" cy="564400"/>
            </a:xfrm>
            <a:custGeom>
              <a:avLst/>
              <a:gdLst/>
              <a:ahLst/>
              <a:cxnLst/>
              <a:rect l="l" t="t" r="r" b="b"/>
              <a:pathLst>
                <a:path w="20494" h="13160" extrusionOk="0">
                  <a:moveTo>
                    <a:pt x="16731" y="13160"/>
                  </a:moveTo>
                  <a:lnTo>
                    <a:pt x="19869" y="9021"/>
                  </a:lnTo>
                  <a:lnTo>
                    <a:pt x="20493" y="7711"/>
                  </a:lnTo>
                  <a:lnTo>
                    <a:pt x="17553" y="4387"/>
                  </a:lnTo>
                  <a:lnTo>
                    <a:pt x="15606" y="1"/>
                  </a:lnTo>
                  <a:cubicBezTo>
                    <a:pt x="15606" y="1"/>
                    <a:pt x="12097" y="1385"/>
                    <a:pt x="11344" y="1317"/>
                  </a:cubicBezTo>
                  <a:cubicBezTo>
                    <a:pt x="10596" y="1255"/>
                    <a:pt x="7834" y="124"/>
                    <a:pt x="7834" y="124"/>
                  </a:cubicBezTo>
                  <a:cubicBezTo>
                    <a:pt x="7834" y="124"/>
                    <a:pt x="3448" y="3763"/>
                    <a:pt x="3195" y="3825"/>
                  </a:cubicBezTo>
                  <a:cubicBezTo>
                    <a:pt x="2941" y="3887"/>
                    <a:pt x="1" y="4956"/>
                    <a:pt x="1" y="4956"/>
                  </a:cubicBezTo>
                  <a:lnTo>
                    <a:pt x="7458" y="996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1"/>
            <p:cNvSpPr/>
            <p:nvPr/>
          </p:nvSpPr>
          <p:spPr>
            <a:xfrm flipH="1">
              <a:off x="737572" y="4672447"/>
              <a:ext cx="420298" cy="404644"/>
            </a:xfrm>
            <a:custGeom>
              <a:avLst/>
              <a:gdLst/>
              <a:ahLst/>
              <a:cxnLst/>
              <a:rect l="l" t="t" r="r" b="b"/>
              <a:pathLst>
                <a:path w="9800" h="9435" extrusionOk="0">
                  <a:moveTo>
                    <a:pt x="7581" y="1866"/>
                  </a:moveTo>
                  <a:cubicBezTo>
                    <a:pt x="7445" y="2194"/>
                    <a:pt x="7297" y="3325"/>
                    <a:pt x="7297" y="3325"/>
                  </a:cubicBezTo>
                  <a:lnTo>
                    <a:pt x="7773" y="4356"/>
                  </a:lnTo>
                  <a:lnTo>
                    <a:pt x="6784" y="5530"/>
                  </a:lnTo>
                  <a:lnTo>
                    <a:pt x="4801" y="4264"/>
                  </a:lnTo>
                  <a:lnTo>
                    <a:pt x="6494" y="5820"/>
                  </a:lnTo>
                  <a:lnTo>
                    <a:pt x="5789" y="7278"/>
                  </a:lnTo>
                  <a:lnTo>
                    <a:pt x="5369" y="7890"/>
                  </a:lnTo>
                  <a:lnTo>
                    <a:pt x="4801" y="7748"/>
                  </a:lnTo>
                  <a:lnTo>
                    <a:pt x="2169" y="8452"/>
                  </a:lnTo>
                  <a:cubicBezTo>
                    <a:pt x="2169" y="8452"/>
                    <a:pt x="1014" y="8767"/>
                    <a:pt x="1" y="9021"/>
                  </a:cubicBezTo>
                  <a:lnTo>
                    <a:pt x="309" y="9231"/>
                  </a:lnTo>
                  <a:lnTo>
                    <a:pt x="2540" y="8588"/>
                  </a:lnTo>
                  <a:lnTo>
                    <a:pt x="4795" y="8026"/>
                  </a:lnTo>
                  <a:lnTo>
                    <a:pt x="5357" y="8168"/>
                  </a:lnTo>
                  <a:lnTo>
                    <a:pt x="4752" y="9435"/>
                  </a:lnTo>
                  <a:lnTo>
                    <a:pt x="5783" y="8261"/>
                  </a:lnTo>
                  <a:lnTo>
                    <a:pt x="6821" y="6142"/>
                  </a:lnTo>
                  <a:lnTo>
                    <a:pt x="8131" y="4406"/>
                  </a:lnTo>
                  <a:lnTo>
                    <a:pt x="7946" y="3368"/>
                  </a:lnTo>
                  <a:lnTo>
                    <a:pt x="7946" y="1866"/>
                  </a:lnTo>
                  <a:lnTo>
                    <a:pt x="9799" y="538"/>
                  </a:lnTo>
                  <a:lnTo>
                    <a:pt x="9558" y="1"/>
                  </a:lnTo>
                  <a:cubicBezTo>
                    <a:pt x="9570" y="1"/>
                    <a:pt x="7723" y="1533"/>
                    <a:pt x="7581" y="186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" name="Google Shape;86;p11"/>
          <p:cNvGrpSpPr/>
          <p:nvPr/>
        </p:nvGrpSpPr>
        <p:grpSpPr>
          <a:xfrm flipH="1">
            <a:off x="-493010" y="2557303"/>
            <a:ext cx="2834028" cy="2099956"/>
            <a:chOff x="2337311" y="1904974"/>
            <a:chExt cx="2320691" cy="1719584"/>
          </a:xfrm>
        </p:grpSpPr>
        <p:sp>
          <p:nvSpPr>
            <p:cNvPr id="87" name="Google Shape;87;p11"/>
            <p:cNvSpPr/>
            <p:nvPr/>
          </p:nvSpPr>
          <p:spPr>
            <a:xfrm>
              <a:off x="3374103" y="2016856"/>
              <a:ext cx="523964" cy="753409"/>
            </a:xfrm>
            <a:custGeom>
              <a:avLst/>
              <a:gdLst/>
              <a:ahLst/>
              <a:cxnLst/>
              <a:rect l="l" t="t" r="r" b="b"/>
              <a:pathLst>
                <a:path w="6828" h="9818" extrusionOk="0">
                  <a:moveTo>
                    <a:pt x="606" y="8823"/>
                  </a:moveTo>
                  <a:cubicBezTo>
                    <a:pt x="606" y="8823"/>
                    <a:pt x="1" y="7847"/>
                    <a:pt x="235" y="7007"/>
                  </a:cubicBezTo>
                  <a:cubicBezTo>
                    <a:pt x="464" y="6173"/>
                    <a:pt x="791" y="5987"/>
                    <a:pt x="1113" y="5709"/>
                  </a:cubicBezTo>
                  <a:cubicBezTo>
                    <a:pt x="1440" y="5431"/>
                    <a:pt x="1761" y="5203"/>
                    <a:pt x="1718" y="4505"/>
                  </a:cubicBezTo>
                  <a:cubicBezTo>
                    <a:pt x="1669" y="3813"/>
                    <a:pt x="1440" y="3720"/>
                    <a:pt x="1718" y="3207"/>
                  </a:cubicBezTo>
                  <a:cubicBezTo>
                    <a:pt x="1996" y="2701"/>
                    <a:pt x="2688" y="2330"/>
                    <a:pt x="2737" y="1910"/>
                  </a:cubicBezTo>
                  <a:cubicBezTo>
                    <a:pt x="2781" y="1496"/>
                    <a:pt x="2552" y="1"/>
                    <a:pt x="2552" y="1"/>
                  </a:cubicBezTo>
                  <a:cubicBezTo>
                    <a:pt x="2552" y="1"/>
                    <a:pt x="3201" y="977"/>
                    <a:pt x="3201" y="1298"/>
                  </a:cubicBezTo>
                  <a:cubicBezTo>
                    <a:pt x="3201" y="1626"/>
                    <a:pt x="2966" y="2837"/>
                    <a:pt x="2966" y="2837"/>
                  </a:cubicBezTo>
                  <a:lnTo>
                    <a:pt x="2367" y="3905"/>
                  </a:lnTo>
                  <a:lnTo>
                    <a:pt x="3201" y="4505"/>
                  </a:lnTo>
                  <a:cubicBezTo>
                    <a:pt x="3201" y="4505"/>
                    <a:pt x="3429" y="3627"/>
                    <a:pt x="3522" y="3115"/>
                  </a:cubicBezTo>
                  <a:cubicBezTo>
                    <a:pt x="3615" y="2608"/>
                    <a:pt x="4449" y="1774"/>
                    <a:pt x="4449" y="1774"/>
                  </a:cubicBezTo>
                  <a:cubicBezTo>
                    <a:pt x="4449" y="1774"/>
                    <a:pt x="4128" y="2237"/>
                    <a:pt x="4078" y="2837"/>
                  </a:cubicBezTo>
                  <a:cubicBezTo>
                    <a:pt x="4035" y="3442"/>
                    <a:pt x="4313" y="3671"/>
                    <a:pt x="4263" y="4183"/>
                  </a:cubicBezTo>
                  <a:cubicBezTo>
                    <a:pt x="4220" y="4690"/>
                    <a:pt x="3800" y="5765"/>
                    <a:pt x="3800" y="5765"/>
                  </a:cubicBezTo>
                  <a:cubicBezTo>
                    <a:pt x="3800" y="5765"/>
                    <a:pt x="4263" y="7470"/>
                    <a:pt x="4708" y="7501"/>
                  </a:cubicBezTo>
                  <a:cubicBezTo>
                    <a:pt x="5147" y="7532"/>
                    <a:pt x="5518" y="7674"/>
                    <a:pt x="5425" y="6791"/>
                  </a:cubicBezTo>
                  <a:cubicBezTo>
                    <a:pt x="5332" y="5913"/>
                    <a:pt x="5147" y="5493"/>
                    <a:pt x="5147" y="5493"/>
                  </a:cubicBezTo>
                  <a:lnTo>
                    <a:pt x="5703" y="4659"/>
                  </a:lnTo>
                  <a:cubicBezTo>
                    <a:pt x="5703" y="4659"/>
                    <a:pt x="5425" y="5635"/>
                    <a:pt x="5610" y="6148"/>
                  </a:cubicBezTo>
                  <a:cubicBezTo>
                    <a:pt x="5796" y="6661"/>
                    <a:pt x="6024" y="6896"/>
                    <a:pt x="6166" y="7538"/>
                  </a:cubicBezTo>
                  <a:cubicBezTo>
                    <a:pt x="6302" y="8187"/>
                    <a:pt x="6827" y="8730"/>
                    <a:pt x="5919" y="9280"/>
                  </a:cubicBezTo>
                  <a:cubicBezTo>
                    <a:pt x="5005" y="9818"/>
                    <a:pt x="3380" y="9818"/>
                    <a:pt x="3380" y="98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3913179" y="1904974"/>
              <a:ext cx="238040" cy="1149298"/>
            </a:xfrm>
            <a:custGeom>
              <a:avLst/>
              <a:gdLst/>
              <a:ahLst/>
              <a:cxnLst/>
              <a:rect l="l" t="t" r="r" b="b"/>
              <a:pathLst>
                <a:path w="3102" h="14977" extrusionOk="0">
                  <a:moveTo>
                    <a:pt x="834" y="13994"/>
                  </a:moveTo>
                  <a:cubicBezTo>
                    <a:pt x="439" y="13469"/>
                    <a:pt x="0" y="12561"/>
                    <a:pt x="321" y="11721"/>
                  </a:cubicBezTo>
                  <a:cubicBezTo>
                    <a:pt x="649" y="10887"/>
                    <a:pt x="1248" y="10331"/>
                    <a:pt x="1205" y="9626"/>
                  </a:cubicBezTo>
                  <a:cubicBezTo>
                    <a:pt x="1155" y="8928"/>
                    <a:pt x="1341" y="7859"/>
                    <a:pt x="1390" y="7396"/>
                  </a:cubicBezTo>
                  <a:cubicBezTo>
                    <a:pt x="1433" y="6933"/>
                    <a:pt x="927" y="5956"/>
                    <a:pt x="927" y="5956"/>
                  </a:cubicBezTo>
                  <a:cubicBezTo>
                    <a:pt x="927" y="5956"/>
                    <a:pt x="371" y="5444"/>
                    <a:pt x="834" y="4375"/>
                  </a:cubicBezTo>
                  <a:cubicBezTo>
                    <a:pt x="1297" y="3306"/>
                    <a:pt x="2132" y="1959"/>
                    <a:pt x="2132" y="1959"/>
                  </a:cubicBezTo>
                  <a:lnTo>
                    <a:pt x="2410" y="1"/>
                  </a:lnTo>
                  <a:cubicBezTo>
                    <a:pt x="2410" y="1"/>
                    <a:pt x="2731" y="1348"/>
                    <a:pt x="2638" y="1768"/>
                  </a:cubicBezTo>
                  <a:cubicBezTo>
                    <a:pt x="2545" y="2188"/>
                    <a:pt x="1853" y="3726"/>
                    <a:pt x="1853" y="3726"/>
                  </a:cubicBezTo>
                  <a:cubicBezTo>
                    <a:pt x="1853" y="3726"/>
                    <a:pt x="1248" y="4974"/>
                    <a:pt x="1575" y="5444"/>
                  </a:cubicBezTo>
                  <a:cubicBezTo>
                    <a:pt x="1897" y="5907"/>
                    <a:pt x="2132" y="6747"/>
                    <a:pt x="2132" y="6747"/>
                  </a:cubicBezTo>
                  <a:lnTo>
                    <a:pt x="1946" y="8557"/>
                  </a:lnTo>
                  <a:cubicBezTo>
                    <a:pt x="1946" y="8557"/>
                    <a:pt x="1711" y="10096"/>
                    <a:pt x="2082" y="10096"/>
                  </a:cubicBezTo>
                  <a:cubicBezTo>
                    <a:pt x="2453" y="10096"/>
                    <a:pt x="2780" y="9540"/>
                    <a:pt x="2731" y="8934"/>
                  </a:cubicBezTo>
                  <a:cubicBezTo>
                    <a:pt x="2688" y="8335"/>
                    <a:pt x="2823" y="7402"/>
                    <a:pt x="2823" y="7402"/>
                  </a:cubicBezTo>
                  <a:cubicBezTo>
                    <a:pt x="2823" y="7402"/>
                    <a:pt x="3009" y="8557"/>
                    <a:pt x="3058" y="9126"/>
                  </a:cubicBezTo>
                  <a:cubicBezTo>
                    <a:pt x="3101" y="9688"/>
                    <a:pt x="3101" y="10034"/>
                    <a:pt x="2848" y="10627"/>
                  </a:cubicBezTo>
                  <a:cubicBezTo>
                    <a:pt x="2595" y="11220"/>
                    <a:pt x="2360" y="11677"/>
                    <a:pt x="2545" y="12474"/>
                  </a:cubicBezTo>
                  <a:cubicBezTo>
                    <a:pt x="2731" y="13265"/>
                    <a:pt x="3101" y="14241"/>
                    <a:pt x="2638" y="14612"/>
                  </a:cubicBezTo>
                  <a:cubicBezTo>
                    <a:pt x="2175" y="14976"/>
                    <a:pt x="1112" y="14377"/>
                    <a:pt x="834" y="139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2993411" y="2496687"/>
              <a:ext cx="966739" cy="589804"/>
            </a:xfrm>
            <a:custGeom>
              <a:avLst/>
              <a:gdLst/>
              <a:ahLst/>
              <a:cxnLst/>
              <a:rect l="l" t="t" r="r" b="b"/>
              <a:pathLst>
                <a:path w="12598" h="7686" extrusionOk="0">
                  <a:moveTo>
                    <a:pt x="464" y="5078"/>
                  </a:moveTo>
                  <a:lnTo>
                    <a:pt x="2348" y="4831"/>
                  </a:lnTo>
                  <a:lnTo>
                    <a:pt x="2256" y="3781"/>
                  </a:lnTo>
                  <a:lnTo>
                    <a:pt x="3250" y="1365"/>
                  </a:lnTo>
                  <a:lnTo>
                    <a:pt x="5845" y="93"/>
                  </a:lnTo>
                  <a:lnTo>
                    <a:pt x="7643" y="0"/>
                  </a:lnTo>
                  <a:lnTo>
                    <a:pt x="8631" y="2354"/>
                  </a:lnTo>
                  <a:lnTo>
                    <a:pt x="10893" y="3003"/>
                  </a:lnTo>
                  <a:lnTo>
                    <a:pt x="12264" y="3281"/>
                  </a:lnTo>
                  <a:lnTo>
                    <a:pt x="12598" y="5696"/>
                  </a:lnTo>
                  <a:lnTo>
                    <a:pt x="10738" y="7686"/>
                  </a:lnTo>
                  <a:lnTo>
                    <a:pt x="4022" y="7463"/>
                  </a:lnTo>
                  <a:lnTo>
                    <a:pt x="1" y="753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3335397" y="2371991"/>
              <a:ext cx="490813" cy="773744"/>
            </a:xfrm>
            <a:custGeom>
              <a:avLst/>
              <a:gdLst/>
              <a:ahLst/>
              <a:cxnLst/>
              <a:rect l="l" t="t" r="r" b="b"/>
              <a:pathLst>
                <a:path w="6396" h="10083" extrusionOk="0">
                  <a:moveTo>
                    <a:pt x="711" y="8662"/>
                  </a:moveTo>
                  <a:cubicBezTo>
                    <a:pt x="464" y="8297"/>
                    <a:pt x="1" y="7334"/>
                    <a:pt x="217" y="6858"/>
                  </a:cubicBezTo>
                  <a:cubicBezTo>
                    <a:pt x="433" y="6394"/>
                    <a:pt x="928" y="6086"/>
                    <a:pt x="897" y="5746"/>
                  </a:cubicBezTo>
                  <a:cubicBezTo>
                    <a:pt x="866" y="5406"/>
                    <a:pt x="711" y="5437"/>
                    <a:pt x="742" y="4881"/>
                  </a:cubicBezTo>
                  <a:cubicBezTo>
                    <a:pt x="773" y="4325"/>
                    <a:pt x="1267" y="3645"/>
                    <a:pt x="1267" y="3645"/>
                  </a:cubicBezTo>
                  <a:cubicBezTo>
                    <a:pt x="1267" y="3645"/>
                    <a:pt x="1175" y="4139"/>
                    <a:pt x="1175" y="4510"/>
                  </a:cubicBezTo>
                  <a:cubicBezTo>
                    <a:pt x="1175" y="4881"/>
                    <a:pt x="1638" y="5313"/>
                    <a:pt x="1638" y="5313"/>
                  </a:cubicBezTo>
                  <a:cubicBezTo>
                    <a:pt x="1638" y="5313"/>
                    <a:pt x="2225" y="4448"/>
                    <a:pt x="2071" y="4109"/>
                  </a:cubicBezTo>
                  <a:cubicBezTo>
                    <a:pt x="1916" y="3769"/>
                    <a:pt x="1669" y="3305"/>
                    <a:pt x="1793" y="2749"/>
                  </a:cubicBezTo>
                  <a:cubicBezTo>
                    <a:pt x="1916" y="2193"/>
                    <a:pt x="2534" y="1328"/>
                    <a:pt x="2534" y="1328"/>
                  </a:cubicBezTo>
                  <a:lnTo>
                    <a:pt x="2565" y="0"/>
                  </a:lnTo>
                  <a:cubicBezTo>
                    <a:pt x="2565" y="0"/>
                    <a:pt x="2874" y="618"/>
                    <a:pt x="2936" y="989"/>
                  </a:cubicBezTo>
                  <a:cubicBezTo>
                    <a:pt x="2997" y="1359"/>
                    <a:pt x="2688" y="2515"/>
                    <a:pt x="2688" y="2515"/>
                  </a:cubicBezTo>
                  <a:cubicBezTo>
                    <a:pt x="2688" y="2515"/>
                    <a:pt x="2287" y="3380"/>
                    <a:pt x="2627" y="3688"/>
                  </a:cubicBezTo>
                  <a:cubicBezTo>
                    <a:pt x="2966" y="3997"/>
                    <a:pt x="3430" y="4183"/>
                    <a:pt x="3244" y="4801"/>
                  </a:cubicBezTo>
                  <a:cubicBezTo>
                    <a:pt x="3059" y="5418"/>
                    <a:pt x="2966" y="6067"/>
                    <a:pt x="2966" y="6067"/>
                  </a:cubicBezTo>
                  <a:lnTo>
                    <a:pt x="3677" y="6438"/>
                  </a:lnTo>
                  <a:cubicBezTo>
                    <a:pt x="3677" y="6438"/>
                    <a:pt x="3955" y="5721"/>
                    <a:pt x="3893" y="5184"/>
                  </a:cubicBezTo>
                  <a:cubicBezTo>
                    <a:pt x="3831" y="4640"/>
                    <a:pt x="4326" y="3775"/>
                    <a:pt x="4326" y="3775"/>
                  </a:cubicBezTo>
                  <a:lnTo>
                    <a:pt x="4078" y="2725"/>
                  </a:lnTo>
                  <a:lnTo>
                    <a:pt x="4048" y="1273"/>
                  </a:lnTo>
                  <a:cubicBezTo>
                    <a:pt x="4048" y="1273"/>
                    <a:pt x="4048" y="2539"/>
                    <a:pt x="4295" y="2892"/>
                  </a:cubicBezTo>
                  <a:cubicBezTo>
                    <a:pt x="4542" y="3231"/>
                    <a:pt x="5067" y="3818"/>
                    <a:pt x="5005" y="4158"/>
                  </a:cubicBezTo>
                  <a:cubicBezTo>
                    <a:pt x="4943" y="4498"/>
                    <a:pt x="4449" y="4992"/>
                    <a:pt x="4758" y="5239"/>
                  </a:cubicBezTo>
                  <a:cubicBezTo>
                    <a:pt x="5067" y="5486"/>
                    <a:pt x="5654" y="5116"/>
                    <a:pt x="5747" y="4930"/>
                  </a:cubicBezTo>
                  <a:cubicBezTo>
                    <a:pt x="5839" y="4745"/>
                    <a:pt x="5530" y="3602"/>
                    <a:pt x="5530" y="3602"/>
                  </a:cubicBezTo>
                  <a:cubicBezTo>
                    <a:pt x="5530" y="3602"/>
                    <a:pt x="5932" y="4189"/>
                    <a:pt x="6025" y="4683"/>
                  </a:cubicBezTo>
                  <a:cubicBezTo>
                    <a:pt x="6117" y="5177"/>
                    <a:pt x="5777" y="5641"/>
                    <a:pt x="5839" y="6135"/>
                  </a:cubicBezTo>
                  <a:cubicBezTo>
                    <a:pt x="5901" y="6629"/>
                    <a:pt x="6210" y="6691"/>
                    <a:pt x="6303" y="7216"/>
                  </a:cubicBezTo>
                  <a:cubicBezTo>
                    <a:pt x="6395" y="7741"/>
                    <a:pt x="5592" y="8890"/>
                    <a:pt x="5592" y="8890"/>
                  </a:cubicBezTo>
                  <a:cubicBezTo>
                    <a:pt x="5592" y="8890"/>
                    <a:pt x="1675" y="10083"/>
                    <a:pt x="711" y="8662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2836024" y="2786750"/>
              <a:ext cx="1821978" cy="673832"/>
            </a:xfrm>
            <a:custGeom>
              <a:avLst/>
              <a:gdLst/>
              <a:ahLst/>
              <a:cxnLst/>
              <a:rect l="l" t="t" r="r" b="b"/>
              <a:pathLst>
                <a:path w="23743" h="8781" extrusionOk="0">
                  <a:moveTo>
                    <a:pt x="2095" y="3856"/>
                  </a:moveTo>
                  <a:lnTo>
                    <a:pt x="4276" y="2367"/>
                  </a:lnTo>
                  <a:lnTo>
                    <a:pt x="5530" y="2182"/>
                  </a:lnTo>
                  <a:lnTo>
                    <a:pt x="8458" y="1904"/>
                  </a:lnTo>
                  <a:lnTo>
                    <a:pt x="10219" y="2596"/>
                  </a:lnTo>
                  <a:lnTo>
                    <a:pt x="12406" y="2460"/>
                  </a:lnTo>
                  <a:lnTo>
                    <a:pt x="14593" y="1"/>
                  </a:lnTo>
                  <a:lnTo>
                    <a:pt x="15884" y="2781"/>
                  </a:lnTo>
                  <a:lnTo>
                    <a:pt x="17657" y="3628"/>
                  </a:lnTo>
                  <a:lnTo>
                    <a:pt x="18399" y="4041"/>
                  </a:lnTo>
                  <a:lnTo>
                    <a:pt x="18720" y="5432"/>
                  </a:lnTo>
                  <a:lnTo>
                    <a:pt x="18627" y="6550"/>
                  </a:lnTo>
                  <a:lnTo>
                    <a:pt x="19048" y="5481"/>
                  </a:lnTo>
                  <a:lnTo>
                    <a:pt x="20771" y="5432"/>
                  </a:lnTo>
                  <a:lnTo>
                    <a:pt x="21513" y="6457"/>
                  </a:lnTo>
                  <a:lnTo>
                    <a:pt x="23280" y="6642"/>
                  </a:lnTo>
                  <a:lnTo>
                    <a:pt x="23743" y="8780"/>
                  </a:lnTo>
                  <a:lnTo>
                    <a:pt x="0" y="8780"/>
                  </a:lnTo>
                  <a:lnTo>
                    <a:pt x="1298" y="58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3041756" y="2786750"/>
              <a:ext cx="962518" cy="465643"/>
            </a:xfrm>
            <a:custGeom>
              <a:avLst/>
              <a:gdLst/>
              <a:ahLst/>
              <a:cxnLst/>
              <a:rect l="l" t="t" r="r" b="b"/>
              <a:pathLst>
                <a:path w="12543" h="6068" extrusionOk="0">
                  <a:moveTo>
                    <a:pt x="11912" y="1"/>
                  </a:moveTo>
                  <a:lnTo>
                    <a:pt x="9725" y="2466"/>
                  </a:lnTo>
                  <a:lnTo>
                    <a:pt x="7538" y="2602"/>
                  </a:lnTo>
                  <a:lnTo>
                    <a:pt x="8001" y="3319"/>
                  </a:lnTo>
                  <a:lnTo>
                    <a:pt x="8588" y="3658"/>
                  </a:lnTo>
                  <a:lnTo>
                    <a:pt x="8557" y="4950"/>
                  </a:lnTo>
                  <a:lnTo>
                    <a:pt x="9947" y="3121"/>
                  </a:lnTo>
                  <a:lnTo>
                    <a:pt x="10967" y="3059"/>
                  </a:lnTo>
                  <a:lnTo>
                    <a:pt x="11646" y="1539"/>
                  </a:lnTo>
                  <a:lnTo>
                    <a:pt x="12542" y="1379"/>
                  </a:lnTo>
                  <a:close/>
                  <a:moveTo>
                    <a:pt x="2849" y="2182"/>
                  </a:moveTo>
                  <a:lnTo>
                    <a:pt x="1601" y="2367"/>
                  </a:lnTo>
                  <a:lnTo>
                    <a:pt x="1" y="3455"/>
                  </a:lnTo>
                  <a:lnTo>
                    <a:pt x="273" y="4079"/>
                  </a:lnTo>
                  <a:lnTo>
                    <a:pt x="1261" y="3399"/>
                  </a:lnTo>
                  <a:lnTo>
                    <a:pt x="2404" y="3059"/>
                  </a:lnTo>
                  <a:lnTo>
                    <a:pt x="3454" y="6068"/>
                  </a:lnTo>
                  <a:lnTo>
                    <a:pt x="2991" y="2905"/>
                  </a:lnTo>
                  <a:lnTo>
                    <a:pt x="4350" y="2905"/>
                  </a:lnTo>
                  <a:lnTo>
                    <a:pt x="5246" y="2750"/>
                  </a:lnTo>
                  <a:lnTo>
                    <a:pt x="6296" y="2688"/>
                  </a:lnTo>
                  <a:lnTo>
                    <a:pt x="7532" y="2596"/>
                  </a:lnTo>
                  <a:lnTo>
                    <a:pt x="5765" y="190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3079664" y="2878757"/>
              <a:ext cx="1467451" cy="516367"/>
            </a:xfrm>
            <a:custGeom>
              <a:avLst/>
              <a:gdLst/>
              <a:ahLst/>
              <a:cxnLst/>
              <a:rect l="l" t="t" r="r" b="b"/>
              <a:pathLst>
                <a:path w="19123" h="6729" extrusionOk="0">
                  <a:moveTo>
                    <a:pt x="10170" y="3602"/>
                  </a:moveTo>
                  <a:lnTo>
                    <a:pt x="10201" y="3077"/>
                  </a:lnTo>
                  <a:lnTo>
                    <a:pt x="9491" y="2676"/>
                  </a:lnTo>
                  <a:lnTo>
                    <a:pt x="10479" y="1378"/>
                  </a:lnTo>
                  <a:lnTo>
                    <a:pt x="10349" y="1"/>
                  </a:lnTo>
                  <a:lnTo>
                    <a:pt x="10152" y="223"/>
                  </a:lnTo>
                  <a:lnTo>
                    <a:pt x="10287" y="1224"/>
                  </a:lnTo>
                  <a:lnTo>
                    <a:pt x="9855" y="1903"/>
                  </a:lnTo>
                  <a:lnTo>
                    <a:pt x="9206" y="2645"/>
                  </a:lnTo>
                  <a:lnTo>
                    <a:pt x="9948" y="3170"/>
                  </a:lnTo>
                  <a:lnTo>
                    <a:pt x="10009" y="3880"/>
                  </a:lnTo>
                  <a:cubicBezTo>
                    <a:pt x="10009" y="3880"/>
                    <a:pt x="11091" y="5023"/>
                    <a:pt x="11122" y="5116"/>
                  </a:cubicBezTo>
                  <a:lnTo>
                    <a:pt x="11616" y="5641"/>
                  </a:lnTo>
                  <a:lnTo>
                    <a:pt x="10658" y="4053"/>
                  </a:lnTo>
                  <a:close/>
                  <a:moveTo>
                    <a:pt x="4474" y="1811"/>
                  </a:moveTo>
                  <a:cubicBezTo>
                    <a:pt x="4474" y="1811"/>
                    <a:pt x="3516" y="1594"/>
                    <a:pt x="3393" y="1471"/>
                  </a:cubicBezTo>
                  <a:cubicBezTo>
                    <a:pt x="3331" y="1409"/>
                    <a:pt x="3096" y="1150"/>
                    <a:pt x="2898" y="933"/>
                  </a:cubicBezTo>
                  <a:lnTo>
                    <a:pt x="2620" y="958"/>
                  </a:lnTo>
                  <a:cubicBezTo>
                    <a:pt x="2874" y="1261"/>
                    <a:pt x="3183" y="1644"/>
                    <a:pt x="3183" y="1644"/>
                  </a:cubicBezTo>
                  <a:lnTo>
                    <a:pt x="4048" y="2045"/>
                  </a:lnTo>
                  <a:lnTo>
                    <a:pt x="4140" y="2509"/>
                  </a:lnTo>
                  <a:lnTo>
                    <a:pt x="3702" y="3584"/>
                  </a:lnTo>
                  <a:lnTo>
                    <a:pt x="3640" y="3528"/>
                  </a:lnTo>
                  <a:cubicBezTo>
                    <a:pt x="3640" y="3528"/>
                    <a:pt x="2120" y="3343"/>
                    <a:pt x="2058" y="3250"/>
                  </a:cubicBezTo>
                  <a:cubicBezTo>
                    <a:pt x="1996" y="3158"/>
                    <a:pt x="1440" y="2200"/>
                    <a:pt x="1440" y="2200"/>
                  </a:cubicBezTo>
                  <a:lnTo>
                    <a:pt x="118" y="1829"/>
                  </a:lnTo>
                  <a:lnTo>
                    <a:pt x="1" y="1910"/>
                  </a:lnTo>
                  <a:lnTo>
                    <a:pt x="297" y="2132"/>
                  </a:lnTo>
                  <a:lnTo>
                    <a:pt x="1410" y="2472"/>
                  </a:lnTo>
                  <a:lnTo>
                    <a:pt x="1842" y="3553"/>
                  </a:lnTo>
                  <a:lnTo>
                    <a:pt x="3485" y="3831"/>
                  </a:lnTo>
                  <a:lnTo>
                    <a:pt x="4752" y="4541"/>
                  </a:lnTo>
                  <a:lnTo>
                    <a:pt x="3930" y="3788"/>
                  </a:lnTo>
                  <a:lnTo>
                    <a:pt x="4350" y="2527"/>
                  </a:lnTo>
                  <a:lnTo>
                    <a:pt x="4474" y="2064"/>
                  </a:lnTo>
                  <a:lnTo>
                    <a:pt x="5586" y="1940"/>
                  </a:lnTo>
                  <a:lnTo>
                    <a:pt x="8805" y="1817"/>
                  </a:lnTo>
                  <a:lnTo>
                    <a:pt x="5617" y="1662"/>
                  </a:lnTo>
                  <a:close/>
                  <a:moveTo>
                    <a:pt x="792" y="3324"/>
                  </a:moveTo>
                  <a:lnTo>
                    <a:pt x="421" y="3386"/>
                  </a:lnTo>
                  <a:lnTo>
                    <a:pt x="884" y="4282"/>
                  </a:lnTo>
                  <a:lnTo>
                    <a:pt x="2868" y="5054"/>
                  </a:lnTo>
                  <a:lnTo>
                    <a:pt x="3176" y="4801"/>
                  </a:lnTo>
                  <a:lnTo>
                    <a:pt x="1101" y="4158"/>
                  </a:lnTo>
                  <a:close/>
                  <a:moveTo>
                    <a:pt x="19110" y="5338"/>
                  </a:moveTo>
                  <a:lnTo>
                    <a:pt x="18869" y="5314"/>
                  </a:lnTo>
                  <a:cubicBezTo>
                    <a:pt x="18962" y="5870"/>
                    <a:pt x="19085" y="6580"/>
                    <a:pt x="19122" y="6728"/>
                  </a:cubicBezTo>
                  <a:close/>
                  <a:moveTo>
                    <a:pt x="14544" y="4313"/>
                  </a:moveTo>
                  <a:lnTo>
                    <a:pt x="13123" y="4467"/>
                  </a:lnTo>
                  <a:lnTo>
                    <a:pt x="14050" y="4591"/>
                  </a:lnTo>
                  <a:lnTo>
                    <a:pt x="15193" y="4251"/>
                  </a:lnTo>
                  <a:lnTo>
                    <a:pt x="15520" y="4128"/>
                  </a:lnTo>
                  <a:lnTo>
                    <a:pt x="15483" y="396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2337311" y="3186930"/>
              <a:ext cx="2171364" cy="405404"/>
            </a:xfrm>
            <a:custGeom>
              <a:avLst/>
              <a:gdLst/>
              <a:ahLst/>
              <a:cxnLst/>
              <a:rect l="l" t="t" r="r" b="b"/>
              <a:pathLst>
                <a:path w="28296" h="5283" extrusionOk="0">
                  <a:moveTo>
                    <a:pt x="0" y="4869"/>
                  </a:moveTo>
                  <a:lnTo>
                    <a:pt x="2972" y="4727"/>
                  </a:lnTo>
                  <a:lnTo>
                    <a:pt x="3620" y="5097"/>
                  </a:lnTo>
                  <a:lnTo>
                    <a:pt x="4875" y="5283"/>
                  </a:lnTo>
                  <a:lnTo>
                    <a:pt x="6963" y="5239"/>
                  </a:lnTo>
                  <a:lnTo>
                    <a:pt x="11658" y="5239"/>
                  </a:lnTo>
                  <a:cubicBezTo>
                    <a:pt x="11936" y="5239"/>
                    <a:pt x="28296" y="4591"/>
                    <a:pt x="28296" y="4591"/>
                  </a:cubicBezTo>
                  <a:lnTo>
                    <a:pt x="27925" y="3849"/>
                  </a:lnTo>
                  <a:lnTo>
                    <a:pt x="26251" y="3565"/>
                  </a:lnTo>
                  <a:lnTo>
                    <a:pt x="24434" y="2502"/>
                  </a:lnTo>
                  <a:lnTo>
                    <a:pt x="23366" y="2132"/>
                  </a:lnTo>
                  <a:lnTo>
                    <a:pt x="21599" y="1390"/>
                  </a:lnTo>
                  <a:lnTo>
                    <a:pt x="19832" y="0"/>
                  </a:lnTo>
                  <a:lnTo>
                    <a:pt x="18442" y="328"/>
                  </a:lnTo>
                  <a:lnTo>
                    <a:pt x="16767" y="1483"/>
                  </a:lnTo>
                  <a:lnTo>
                    <a:pt x="15377" y="2317"/>
                  </a:lnTo>
                  <a:lnTo>
                    <a:pt x="13283" y="223"/>
                  </a:lnTo>
                  <a:lnTo>
                    <a:pt x="12399" y="828"/>
                  </a:lnTo>
                  <a:lnTo>
                    <a:pt x="11473" y="1848"/>
                  </a:lnTo>
                  <a:lnTo>
                    <a:pt x="9107" y="2447"/>
                  </a:lnTo>
                  <a:cubicBezTo>
                    <a:pt x="9107" y="2447"/>
                    <a:pt x="7852" y="1199"/>
                    <a:pt x="7241" y="1427"/>
                  </a:cubicBezTo>
                  <a:cubicBezTo>
                    <a:pt x="6641" y="1662"/>
                    <a:pt x="5659" y="2311"/>
                    <a:pt x="5659" y="2311"/>
                  </a:cubicBezTo>
                  <a:lnTo>
                    <a:pt x="4640" y="3188"/>
                  </a:lnTo>
                  <a:cubicBezTo>
                    <a:pt x="4640" y="3188"/>
                    <a:pt x="3101" y="3281"/>
                    <a:pt x="2638" y="3559"/>
                  </a:cubicBezTo>
                  <a:cubicBezTo>
                    <a:pt x="2175" y="3837"/>
                    <a:pt x="871" y="4442"/>
                    <a:pt x="871" y="44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2551100" y="3211102"/>
              <a:ext cx="1200942" cy="328590"/>
            </a:xfrm>
            <a:custGeom>
              <a:avLst/>
              <a:gdLst/>
              <a:ahLst/>
              <a:cxnLst/>
              <a:rect l="l" t="t" r="r" b="b"/>
              <a:pathLst>
                <a:path w="15650" h="4282" extrusionOk="0">
                  <a:moveTo>
                    <a:pt x="4455" y="1112"/>
                  </a:moveTo>
                  <a:cubicBezTo>
                    <a:pt x="3855" y="1347"/>
                    <a:pt x="2873" y="1996"/>
                    <a:pt x="2873" y="1996"/>
                  </a:cubicBezTo>
                  <a:lnTo>
                    <a:pt x="1854" y="2873"/>
                  </a:lnTo>
                  <a:cubicBezTo>
                    <a:pt x="1854" y="2873"/>
                    <a:pt x="575" y="2954"/>
                    <a:pt x="0" y="3176"/>
                  </a:cubicBezTo>
                  <a:lnTo>
                    <a:pt x="31" y="3201"/>
                  </a:lnTo>
                  <a:lnTo>
                    <a:pt x="1298" y="3170"/>
                  </a:lnTo>
                  <a:lnTo>
                    <a:pt x="1638" y="3726"/>
                  </a:lnTo>
                  <a:lnTo>
                    <a:pt x="1792" y="3293"/>
                  </a:lnTo>
                  <a:lnTo>
                    <a:pt x="2286" y="3108"/>
                  </a:lnTo>
                  <a:lnTo>
                    <a:pt x="2472" y="3324"/>
                  </a:lnTo>
                  <a:lnTo>
                    <a:pt x="2842" y="4282"/>
                  </a:lnTo>
                  <a:lnTo>
                    <a:pt x="2781" y="2447"/>
                  </a:lnTo>
                  <a:lnTo>
                    <a:pt x="4047" y="1736"/>
                  </a:lnTo>
                  <a:lnTo>
                    <a:pt x="4819" y="1119"/>
                  </a:lnTo>
                  <a:lnTo>
                    <a:pt x="4825" y="1112"/>
                  </a:lnTo>
                  <a:cubicBezTo>
                    <a:pt x="4696" y="1075"/>
                    <a:pt x="4566" y="1069"/>
                    <a:pt x="4455" y="1112"/>
                  </a:cubicBezTo>
                  <a:close/>
                  <a:moveTo>
                    <a:pt x="8891" y="1310"/>
                  </a:moveTo>
                  <a:lnTo>
                    <a:pt x="8681" y="1533"/>
                  </a:lnTo>
                  <a:lnTo>
                    <a:pt x="6308" y="2132"/>
                  </a:lnTo>
                  <a:lnTo>
                    <a:pt x="6864" y="3015"/>
                  </a:lnTo>
                  <a:lnTo>
                    <a:pt x="9966" y="3015"/>
                  </a:lnTo>
                  <a:lnTo>
                    <a:pt x="9039" y="1872"/>
                  </a:lnTo>
                  <a:lnTo>
                    <a:pt x="10120" y="2367"/>
                  </a:lnTo>
                  <a:close/>
                  <a:moveTo>
                    <a:pt x="12795" y="3627"/>
                  </a:moveTo>
                  <a:lnTo>
                    <a:pt x="12789" y="3695"/>
                  </a:lnTo>
                  <a:cubicBezTo>
                    <a:pt x="12795" y="3701"/>
                    <a:pt x="12795" y="3670"/>
                    <a:pt x="12795" y="3627"/>
                  </a:cubicBezTo>
                  <a:close/>
                  <a:moveTo>
                    <a:pt x="13981" y="1162"/>
                  </a:moveTo>
                  <a:lnTo>
                    <a:pt x="12591" y="1996"/>
                  </a:lnTo>
                  <a:cubicBezTo>
                    <a:pt x="12591" y="1996"/>
                    <a:pt x="12789" y="3299"/>
                    <a:pt x="12795" y="3627"/>
                  </a:cubicBezTo>
                  <a:lnTo>
                    <a:pt x="12974" y="2243"/>
                  </a:lnTo>
                  <a:lnTo>
                    <a:pt x="13191" y="2305"/>
                  </a:lnTo>
                  <a:lnTo>
                    <a:pt x="13500" y="2583"/>
                  </a:lnTo>
                  <a:lnTo>
                    <a:pt x="13500" y="1934"/>
                  </a:lnTo>
                  <a:lnTo>
                    <a:pt x="14519" y="1409"/>
                  </a:lnTo>
                  <a:lnTo>
                    <a:pt x="15650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3202980" y="3385523"/>
              <a:ext cx="841120" cy="203508"/>
            </a:xfrm>
            <a:custGeom>
              <a:avLst/>
              <a:gdLst/>
              <a:ahLst/>
              <a:cxnLst/>
              <a:rect l="l" t="t" r="r" b="b"/>
              <a:pathLst>
                <a:path w="10961" h="2652" extrusionOk="0">
                  <a:moveTo>
                    <a:pt x="9935" y="1768"/>
                  </a:moveTo>
                  <a:lnTo>
                    <a:pt x="8915" y="996"/>
                  </a:lnTo>
                  <a:lnTo>
                    <a:pt x="8019" y="1181"/>
                  </a:lnTo>
                  <a:lnTo>
                    <a:pt x="6432" y="1583"/>
                  </a:lnTo>
                  <a:lnTo>
                    <a:pt x="7284" y="2386"/>
                  </a:lnTo>
                  <a:cubicBezTo>
                    <a:pt x="8501" y="2342"/>
                    <a:pt x="9762" y="2287"/>
                    <a:pt x="10960" y="2237"/>
                  </a:cubicBezTo>
                  <a:close/>
                  <a:moveTo>
                    <a:pt x="5252" y="1583"/>
                  </a:moveTo>
                  <a:lnTo>
                    <a:pt x="3985" y="1397"/>
                  </a:lnTo>
                  <a:lnTo>
                    <a:pt x="2564" y="1397"/>
                  </a:lnTo>
                  <a:lnTo>
                    <a:pt x="1668" y="1922"/>
                  </a:lnTo>
                  <a:cubicBezTo>
                    <a:pt x="1668" y="1922"/>
                    <a:pt x="470" y="2417"/>
                    <a:pt x="0" y="2651"/>
                  </a:cubicBezTo>
                  <a:lnTo>
                    <a:pt x="389" y="2651"/>
                  </a:lnTo>
                  <a:cubicBezTo>
                    <a:pt x="513" y="2651"/>
                    <a:pt x="3670" y="2528"/>
                    <a:pt x="7198" y="2386"/>
                  </a:cubicBezTo>
                  <a:lnTo>
                    <a:pt x="6290" y="1737"/>
                  </a:lnTo>
                  <a:close/>
                  <a:moveTo>
                    <a:pt x="10738" y="402"/>
                  </a:moveTo>
                  <a:lnTo>
                    <a:pt x="10274" y="1"/>
                  </a:lnTo>
                  <a:lnTo>
                    <a:pt x="8884" y="186"/>
                  </a:lnTo>
                  <a:lnTo>
                    <a:pt x="9712" y="71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2615099" y="3447219"/>
              <a:ext cx="198750" cy="137974"/>
            </a:xfrm>
            <a:custGeom>
              <a:avLst/>
              <a:gdLst/>
              <a:ahLst/>
              <a:cxnLst/>
              <a:rect l="l" t="t" r="r" b="b"/>
              <a:pathLst>
                <a:path w="2590" h="1798" extrusionOk="0">
                  <a:moveTo>
                    <a:pt x="0" y="1705"/>
                  </a:moveTo>
                  <a:lnTo>
                    <a:pt x="328" y="1242"/>
                  </a:lnTo>
                  <a:lnTo>
                    <a:pt x="742" y="1137"/>
                  </a:lnTo>
                  <a:lnTo>
                    <a:pt x="1329" y="982"/>
                  </a:lnTo>
                  <a:lnTo>
                    <a:pt x="1971" y="457"/>
                  </a:lnTo>
                  <a:lnTo>
                    <a:pt x="2323" y="0"/>
                  </a:lnTo>
                  <a:lnTo>
                    <a:pt x="2045" y="500"/>
                  </a:lnTo>
                  <a:lnTo>
                    <a:pt x="1483" y="1013"/>
                  </a:lnTo>
                  <a:lnTo>
                    <a:pt x="1687" y="1075"/>
                  </a:lnTo>
                  <a:lnTo>
                    <a:pt x="2064" y="1199"/>
                  </a:lnTo>
                  <a:lnTo>
                    <a:pt x="2589" y="809"/>
                  </a:lnTo>
                  <a:lnTo>
                    <a:pt x="2064" y="1335"/>
                  </a:lnTo>
                  <a:lnTo>
                    <a:pt x="1687" y="1168"/>
                  </a:lnTo>
                  <a:lnTo>
                    <a:pt x="1285" y="1075"/>
                  </a:lnTo>
                  <a:lnTo>
                    <a:pt x="402" y="1335"/>
                  </a:lnTo>
                  <a:lnTo>
                    <a:pt x="173" y="179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3873813" y="3461876"/>
              <a:ext cx="333808" cy="101984"/>
            </a:xfrm>
            <a:custGeom>
              <a:avLst/>
              <a:gdLst/>
              <a:ahLst/>
              <a:cxnLst/>
              <a:rect l="l" t="t" r="r" b="b"/>
              <a:pathLst>
                <a:path w="4350" h="1329" extrusionOk="0">
                  <a:moveTo>
                    <a:pt x="4257" y="866"/>
                  </a:moveTo>
                  <a:lnTo>
                    <a:pt x="3948" y="606"/>
                  </a:lnTo>
                  <a:lnTo>
                    <a:pt x="3639" y="371"/>
                  </a:lnTo>
                  <a:lnTo>
                    <a:pt x="4084" y="204"/>
                  </a:lnTo>
                  <a:lnTo>
                    <a:pt x="3608" y="248"/>
                  </a:lnTo>
                  <a:lnTo>
                    <a:pt x="3250" y="143"/>
                  </a:lnTo>
                  <a:lnTo>
                    <a:pt x="2774" y="1"/>
                  </a:lnTo>
                  <a:lnTo>
                    <a:pt x="1279" y="371"/>
                  </a:lnTo>
                  <a:lnTo>
                    <a:pt x="680" y="513"/>
                  </a:lnTo>
                  <a:lnTo>
                    <a:pt x="402" y="822"/>
                  </a:lnTo>
                  <a:cubicBezTo>
                    <a:pt x="402" y="822"/>
                    <a:pt x="161" y="1131"/>
                    <a:pt x="0" y="1329"/>
                  </a:cubicBezTo>
                  <a:cubicBezTo>
                    <a:pt x="68" y="1329"/>
                    <a:pt x="149" y="1323"/>
                    <a:pt x="217" y="1323"/>
                  </a:cubicBezTo>
                  <a:lnTo>
                    <a:pt x="396" y="1039"/>
                  </a:lnTo>
                  <a:lnTo>
                    <a:pt x="705" y="742"/>
                  </a:lnTo>
                  <a:lnTo>
                    <a:pt x="1088" y="1020"/>
                  </a:lnTo>
                  <a:lnTo>
                    <a:pt x="952" y="866"/>
                  </a:lnTo>
                  <a:lnTo>
                    <a:pt x="828" y="668"/>
                  </a:lnTo>
                  <a:lnTo>
                    <a:pt x="1322" y="464"/>
                  </a:lnTo>
                  <a:lnTo>
                    <a:pt x="2756" y="93"/>
                  </a:lnTo>
                  <a:lnTo>
                    <a:pt x="3219" y="248"/>
                  </a:lnTo>
                  <a:lnTo>
                    <a:pt x="3516" y="464"/>
                  </a:lnTo>
                  <a:lnTo>
                    <a:pt x="3682" y="699"/>
                  </a:lnTo>
                  <a:lnTo>
                    <a:pt x="3787" y="1181"/>
                  </a:lnTo>
                  <a:cubicBezTo>
                    <a:pt x="3979" y="1174"/>
                    <a:pt x="4164" y="1168"/>
                    <a:pt x="4350" y="1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3787484" y="3537231"/>
              <a:ext cx="503628" cy="87327"/>
            </a:xfrm>
            <a:custGeom>
              <a:avLst/>
              <a:gdLst/>
              <a:ahLst/>
              <a:cxnLst/>
              <a:rect l="l" t="t" r="r" b="b"/>
              <a:pathLst>
                <a:path w="6563" h="1138" extrusionOk="0">
                  <a:moveTo>
                    <a:pt x="1" y="557"/>
                  </a:moveTo>
                  <a:lnTo>
                    <a:pt x="7" y="705"/>
                  </a:lnTo>
                  <a:lnTo>
                    <a:pt x="1978" y="1026"/>
                  </a:lnTo>
                  <a:lnTo>
                    <a:pt x="5456" y="1138"/>
                  </a:lnTo>
                  <a:lnTo>
                    <a:pt x="6537" y="718"/>
                  </a:lnTo>
                  <a:lnTo>
                    <a:pt x="6562" y="526"/>
                  </a:lnTo>
                  <a:lnTo>
                    <a:pt x="3998" y="489"/>
                  </a:lnTo>
                  <a:cubicBezTo>
                    <a:pt x="3998" y="489"/>
                    <a:pt x="3967" y="69"/>
                    <a:pt x="3868" y="1"/>
                  </a:cubicBezTo>
                  <a:cubicBezTo>
                    <a:pt x="3868" y="1"/>
                    <a:pt x="2948" y="273"/>
                    <a:pt x="2898" y="304"/>
                  </a:cubicBezTo>
                  <a:cubicBezTo>
                    <a:pt x="2855" y="335"/>
                    <a:pt x="1" y="557"/>
                    <a:pt x="1" y="55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1"/>
            <p:cNvSpPr/>
            <p:nvPr/>
          </p:nvSpPr>
          <p:spPr>
            <a:xfrm>
              <a:off x="3787484" y="3534929"/>
              <a:ext cx="503628" cy="75893"/>
            </a:xfrm>
            <a:custGeom>
              <a:avLst/>
              <a:gdLst/>
              <a:ahLst/>
              <a:cxnLst/>
              <a:rect l="l" t="t" r="r" b="b"/>
              <a:pathLst>
                <a:path w="6563" h="989" extrusionOk="0">
                  <a:moveTo>
                    <a:pt x="1" y="587"/>
                  </a:moveTo>
                  <a:lnTo>
                    <a:pt x="1014" y="93"/>
                  </a:lnTo>
                  <a:cubicBezTo>
                    <a:pt x="1014" y="93"/>
                    <a:pt x="3776" y="62"/>
                    <a:pt x="3868" y="31"/>
                  </a:cubicBezTo>
                  <a:cubicBezTo>
                    <a:pt x="3961" y="0"/>
                    <a:pt x="3899" y="432"/>
                    <a:pt x="3899" y="432"/>
                  </a:cubicBezTo>
                  <a:lnTo>
                    <a:pt x="6562" y="556"/>
                  </a:lnTo>
                  <a:lnTo>
                    <a:pt x="5419" y="989"/>
                  </a:lnTo>
                  <a:lnTo>
                    <a:pt x="2015" y="8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 amt="30000"/>
          </a:blip>
          <a:srcRect t="45647" b="-432"/>
          <a:stretch/>
        </p:blipFill>
        <p:spPr>
          <a:xfrm>
            <a:off x="9" y="0"/>
            <a:ext cx="9144000" cy="3031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47063"/>
            <a:ext cx="6576000" cy="130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4" name="Google Shape;104;p11"/>
          <p:cNvSpPr txBox="1">
            <a:spLocks noGrp="1"/>
          </p:cNvSpPr>
          <p:nvPr>
            <p:ph type="subTitle" idx="1"/>
          </p:nvPr>
        </p:nvSpPr>
        <p:spPr>
          <a:xfrm>
            <a:off x="1284000" y="241928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3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/>
          <p:cNvPicPr preferRelativeResize="0"/>
          <p:nvPr/>
        </p:nvPicPr>
        <p:blipFill rotWithShape="1">
          <a:blip r:embed="rId3">
            <a:alphaModFix amt="26000"/>
          </a:blip>
          <a:srcRect l="445" t="22414" r="455" b="53524"/>
          <a:stretch/>
        </p:blipFill>
        <p:spPr>
          <a:xfrm>
            <a:off x="0" y="3521025"/>
            <a:ext cx="9144001" cy="16224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"/>
          </p:nvPr>
        </p:nvSpPr>
        <p:spPr>
          <a:xfrm>
            <a:off x="1945475" y="2116975"/>
            <a:ext cx="252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"/>
          </p:nvPr>
        </p:nvSpPr>
        <p:spPr>
          <a:xfrm>
            <a:off x="5452232" y="2116975"/>
            <a:ext cx="252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3"/>
          </p:nvPr>
        </p:nvSpPr>
        <p:spPr>
          <a:xfrm>
            <a:off x="1945475" y="3951375"/>
            <a:ext cx="252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4"/>
          </p:nvPr>
        </p:nvSpPr>
        <p:spPr>
          <a:xfrm>
            <a:off x="5452232" y="3951375"/>
            <a:ext cx="252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5" hasCustomPrompt="1"/>
          </p:nvPr>
        </p:nvSpPr>
        <p:spPr>
          <a:xfrm>
            <a:off x="1162472" y="1702850"/>
            <a:ext cx="783000" cy="572700"/>
          </a:xfrm>
          <a:prstGeom prst="rect">
            <a:avLst/>
          </a:prstGeom>
          <a:noFill/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6" hasCustomPrompt="1"/>
          </p:nvPr>
        </p:nvSpPr>
        <p:spPr>
          <a:xfrm>
            <a:off x="1162472" y="3603575"/>
            <a:ext cx="783000" cy="572700"/>
          </a:xfrm>
          <a:prstGeom prst="rect">
            <a:avLst/>
          </a:prstGeom>
          <a:noFill/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7" hasCustomPrompt="1"/>
          </p:nvPr>
        </p:nvSpPr>
        <p:spPr>
          <a:xfrm>
            <a:off x="4669200" y="1702850"/>
            <a:ext cx="783000" cy="572700"/>
          </a:xfrm>
          <a:prstGeom prst="rect">
            <a:avLst/>
          </a:prstGeom>
          <a:noFill/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8" hasCustomPrompt="1"/>
          </p:nvPr>
        </p:nvSpPr>
        <p:spPr>
          <a:xfrm>
            <a:off x="4669200" y="3603575"/>
            <a:ext cx="783000" cy="572700"/>
          </a:xfrm>
          <a:prstGeom prst="rect">
            <a:avLst/>
          </a:prstGeom>
          <a:noFill/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9"/>
          </p:nvPr>
        </p:nvSpPr>
        <p:spPr>
          <a:xfrm>
            <a:off x="1945475" y="1369550"/>
            <a:ext cx="2529300" cy="906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13"/>
          </p:nvPr>
        </p:nvSpPr>
        <p:spPr>
          <a:xfrm>
            <a:off x="5452228" y="1369550"/>
            <a:ext cx="2529300" cy="906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14"/>
          </p:nvPr>
        </p:nvSpPr>
        <p:spPr>
          <a:xfrm>
            <a:off x="1945475" y="3204075"/>
            <a:ext cx="2529300" cy="906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15"/>
          </p:nvPr>
        </p:nvSpPr>
        <p:spPr>
          <a:xfrm>
            <a:off x="5452225" y="3204075"/>
            <a:ext cx="2529300" cy="906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0" y="4472533"/>
            <a:ext cx="9144045" cy="671106"/>
          </a:xfrm>
          <a:custGeom>
            <a:avLst/>
            <a:gdLst/>
            <a:ahLst/>
            <a:cxnLst/>
            <a:rect l="l" t="t" r="r" b="b"/>
            <a:pathLst>
              <a:path w="95644" h="14575" extrusionOk="0">
                <a:moveTo>
                  <a:pt x="1" y="14575"/>
                </a:moveTo>
                <a:lnTo>
                  <a:pt x="95644" y="14575"/>
                </a:lnTo>
                <a:lnTo>
                  <a:pt x="95644" y="1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4"/>
          <p:cNvSpPr/>
          <p:nvPr/>
        </p:nvSpPr>
        <p:spPr>
          <a:xfrm flipH="1">
            <a:off x="4021314" y="4648001"/>
            <a:ext cx="953652" cy="504861"/>
          </a:xfrm>
          <a:custGeom>
            <a:avLst/>
            <a:gdLst/>
            <a:ahLst/>
            <a:cxnLst/>
            <a:rect l="l" t="t" r="r" b="b"/>
            <a:pathLst>
              <a:path w="14075" h="7451" extrusionOk="0">
                <a:moveTo>
                  <a:pt x="14074" y="0"/>
                </a:moveTo>
                <a:lnTo>
                  <a:pt x="12727" y="748"/>
                </a:lnTo>
                <a:cubicBezTo>
                  <a:pt x="12727" y="748"/>
                  <a:pt x="10380" y="1631"/>
                  <a:pt x="10250" y="1631"/>
                </a:cubicBezTo>
                <a:cubicBezTo>
                  <a:pt x="10120" y="1631"/>
                  <a:pt x="8940" y="2101"/>
                  <a:pt x="8940" y="2101"/>
                </a:cubicBezTo>
                <a:lnTo>
                  <a:pt x="7309" y="3231"/>
                </a:lnTo>
                <a:lnTo>
                  <a:pt x="5239" y="3917"/>
                </a:lnTo>
                <a:lnTo>
                  <a:pt x="3324" y="6580"/>
                </a:lnTo>
                <a:cubicBezTo>
                  <a:pt x="3324" y="6580"/>
                  <a:pt x="2070" y="6827"/>
                  <a:pt x="1848" y="6827"/>
                </a:cubicBezTo>
                <a:cubicBezTo>
                  <a:pt x="1631" y="6827"/>
                  <a:pt x="0" y="7451"/>
                  <a:pt x="0" y="7451"/>
                </a:cubicBezTo>
                <a:lnTo>
                  <a:pt x="1879" y="6950"/>
                </a:lnTo>
                <a:lnTo>
                  <a:pt x="3571" y="6734"/>
                </a:lnTo>
                <a:lnTo>
                  <a:pt x="5450" y="4040"/>
                </a:lnTo>
                <a:lnTo>
                  <a:pt x="7482" y="3355"/>
                </a:lnTo>
                <a:lnTo>
                  <a:pt x="9082" y="2193"/>
                </a:lnTo>
                <a:lnTo>
                  <a:pt x="10244" y="1977"/>
                </a:lnTo>
                <a:lnTo>
                  <a:pt x="10429" y="2539"/>
                </a:lnTo>
                <a:lnTo>
                  <a:pt x="10275" y="3200"/>
                </a:lnTo>
                <a:lnTo>
                  <a:pt x="10929" y="3732"/>
                </a:lnTo>
                <a:lnTo>
                  <a:pt x="11214" y="4263"/>
                </a:lnTo>
                <a:lnTo>
                  <a:pt x="11399" y="4232"/>
                </a:lnTo>
                <a:lnTo>
                  <a:pt x="12746" y="4794"/>
                </a:lnTo>
                <a:lnTo>
                  <a:pt x="13963" y="5455"/>
                </a:lnTo>
                <a:lnTo>
                  <a:pt x="12839" y="4634"/>
                </a:lnTo>
                <a:lnTo>
                  <a:pt x="11424" y="3979"/>
                </a:lnTo>
                <a:lnTo>
                  <a:pt x="11109" y="3540"/>
                </a:lnTo>
                <a:lnTo>
                  <a:pt x="10571" y="3250"/>
                </a:lnTo>
                <a:lnTo>
                  <a:pt x="10670" y="2502"/>
                </a:lnTo>
                <a:lnTo>
                  <a:pt x="10608" y="1816"/>
                </a:lnTo>
                <a:lnTo>
                  <a:pt x="12832" y="902"/>
                </a:lnTo>
                <a:cubicBezTo>
                  <a:pt x="12832" y="902"/>
                  <a:pt x="13209" y="655"/>
                  <a:pt x="13425" y="525"/>
                </a:cubicBezTo>
                <a:cubicBezTo>
                  <a:pt x="13666" y="402"/>
                  <a:pt x="14074" y="0"/>
                  <a:pt x="14074" y="0"/>
                </a:cubicBezTo>
                <a:close/>
              </a:path>
            </a:pathLst>
          </a:custGeom>
          <a:solidFill>
            <a:srgbClr val="000000">
              <a:alpha val="41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4"/>
          <p:cNvSpPr/>
          <p:nvPr/>
        </p:nvSpPr>
        <p:spPr>
          <a:xfrm flipH="1">
            <a:off x="4286713" y="4552126"/>
            <a:ext cx="836029" cy="267981"/>
          </a:xfrm>
          <a:custGeom>
            <a:avLst/>
            <a:gdLst/>
            <a:ahLst/>
            <a:cxnLst/>
            <a:rect l="l" t="t" r="r" b="b"/>
            <a:pathLst>
              <a:path w="12339" h="3955" extrusionOk="0">
                <a:moveTo>
                  <a:pt x="12338" y="476"/>
                </a:moveTo>
                <a:cubicBezTo>
                  <a:pt x="12246" y="414"/>
                  <a:pt x="11523" y="0"/>
                  <a:pt x="11183" y="31"/>
                </a:cubicBezTo>
                <a:cubicBezTo>
                  <a:pt x="10831" y="62"/>
                  <a:pt x="8773" y="723"/>
                  <a:pt x="8773" y="723"/>
                </a:cubicBezTo>
                <a:lnTo>
                  <a:pt x="5511" y="1254"/>
                </a:lnTo>
                <a:lnTo>
                  <a:pt x="2694" y="1600"/>
                </a:lnTo>
                <a:lnTo>
                  <a:pt x="2039" y="2484"/>
                </a:lnTo>
                <a:lnTo>
                  <a:pt x="1" y="3954"/>
                </a:lnTo>
                <a:lnTo>
                  <a:pt x="2286" y="2577"/>
                </a:lnTo>
                <a:lnTo>
                  <a:pt x="2818" y="1724"/>
                </a:lnTo>
                <a:lnTo>
                  <a:pt x="5635" y="1378"/>
                </a:lnTo>
                <a:lnTo>
                  <a:pt x="8112" y="1063"/>
                </a:lnTo>
                <a:lnTo>
                  <a:pt x="7334" y="1471"/>
                </a:lnTo>
                <a:lnTo>
                  <a:pt x="6803" y="2156"/>
                </a:lnTo>
                <a:lnTo>
                  <a:pt x="5826" y="3040"/>
                </a:lnTo>
                <a:lnTo>
                  <a:pt x="7019" y="2126"/>
                </a:lnTo>
                <a:lnTo>
                  <a:pt x="7581" y="1502"/>
                </a:lnTo>
                <a:lnTo>
                  <a:pt x="8681" y="939"/>
                </a:lnTo>
                <a:lnTo>
                  <a:pt x="11220" y="247"/>
                </a:lnTo>
                <a:close/>
              </a:path>
            </a:pathLst>
          </a:custGeom>
          <a:solidFill>
            <a:srgbClr val="000000">
              <a:alpha val="41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14"/>
          <p:cNvGrpSpPr/>
          <p:nvPr/>
        </p:nvGrpSpPr>
        <p:grpSpPr>
          <a:xfrm>
            <a:off x="7366171" y="4198162"/>
            <a:ext cx="1975863" cy="1038685"/>
            <a:chOff x="-527604" y="4198162"/>
            <a:chExt cx="1975863" cy="1038685"/>
          </a:xfrm>
        </p:grpSpPr>
        <p:sp>
          <p:nvSpPr>
            <p:cNvPr id="127" name="Google Shape;127;p14"/>
            <p:cNvSpPr/>
            <p:nvPr/>
          </p:nvSpPr>
          <p:spPr>
            <a:xfrm flipH="1">
              <a:off x="-51725" y="4703969"/>
              <a:ext cx="136511" cy="59957"/>
            </a:xfrm>
            <a:custGeom>
              <a:avLst/>
              <a:gdLst/>
              <a:ahLst/>
              <a:cxnLst/>
              <a:rect l="l" t="t" r="r" b="b"/>
              <a:pathLst>
                <a:path w="3183" h="1398" extrusionOk="0">
                  <a:moveTo>
                    <a:pt x="1" y="1397"/>
                  </a:moveTo>
                  <a:lnTo>
                    <a:pt x="551" y="736"/>
                  </a:lnTo>
                  <a:lnTo>
                    <a:pt x="3183" y="1"/>
                  </a:lnTo>
                  <a:lnTo>
                    <a:pt x="2991" y="174"/>
                  </a:lnTo>
                  <a:lnTo>
                    <a:pt x="625" y="82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 flipH="1">
              <a:off x="-527604" y="4731545"/>
              <a:ext cx="301585" cy="79513"/>
            </a:xfrm>
            <a:custGeom>
              <a:avLst/>
              <a:gdLst/>
              <a:ahLst/>
              <a:cxnLst/>
              <a:rect l="l" t="t" r="r" b="b"/>
              <a:pathLst>
                <a:path w="7032" h="1854" extrusionOk="0">
                  <a:moveTo>
                    <a:pt x="2200" y="1854"/>
                  </a:moveTo>
                  <a:cubicBezTo>
                    <a:pt x="2151" y="1854"/>
                    <a:pt x="1379" y="1458"/>
                    <a:pt x="1379" y="1458"/>
                  </a:cubicBezTo>
                  <a:lnTo>
                    <a:pt x="958" y="1366"/>
                  </a:lnTo>
                  <a:lnTo>
                    <a:pt x="1" y="1397"/>
                  </a:lnTo>
                  <a:lnTo>
                    <a:pt x="1799" y="970"/>
                  </a:lnTo>
                  <a:lnTo>
                    <a:pt x="3973" y="624"/>
                  </a:lnTo>
                  <a:lnTo>
                    <a:pt x="4326" y="612"/>
                  </a:lnTo>
                  <a:lnTo>
                    <a:pt x="7032" y="0"/>
                  </a:lnTo>
                  <a:lnTo>
                    <a:pt x="5104" y="563"/>
                  </a:lnTo>
                  <a:lnTo>
                    <a:pt x="5561" y="1187"/>
                  </a:lnTo>
                  <a:lnTo>
                    <a:pt x="6377" y="1724"/>
                  </a:lnTo>
                  <a:lnTo>
                    <a:pt x="5407" y="1267"/>
                  </a:lnTo>
                  <a:lnTo>
                    <a:pt x="4888" y="643"/>
                  </a:lnTo>
                  <a:lnTo>
                    <a:pt x="4276" y="766"/>
                  </a:lnTo>
                  <a:lnTo>
                    <a:pt x="3881" y="748"/>
                  </a:lnTo>
                  <a:lnTo>
                    <a:pt x="1706" y="1174"/>
                  </a:lnTo>
                  <a:lnTo>
                    <a:pt x="1416" y="1298"/>
                  </a:lnTo>
                  <a:lnTo>
                    <a:pt x="1749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 flipH="1">
              <a:off x="-107656" y="4673005"/>
              <a:ext cx="1555916" cy="563842"/>
            </a:xfrm>
            <a:custGeom>
              <a:avLst/>
              <a:gdLst/>
              <a:ahLst/>
              <a:cxnLst/>
              <a:rect l="l" t="t" r="r" b="b"/>
              <a:pathLst>
                <a:path w="36279" h="13147" extrusionOk="0">
                  <a:moveTo>
                    <a:pt x="17466" y="13147"/>
                  </a:moveTo>
                  <a:lnTo>
                    <a:pt x="20604" y="10077"/>
                  </a:lnTo>
                  <a:lnTo>
                    <a:pt x="22550" y="8884"/>
                  </a:lnTo>
                  <a:lnTo>
                    <a:pt x="22612" y="8137"/>
                  </a:lnTo>
                  <a:lnTo>
                    <a:pt x="25745" y="7513"/>
                  </a:lnTo>
                  <a:lnTo>
                    <a:pt x="26690" y="7012"/>
                  </a:lnTo>
                  <a:lnTo>
                    <a:pt x="27005" y="8075"/>
                  </a:lnTo>
                  <a:lnTo>
                    <a:pt x="28389" y="8575"/>
                  </a:lnTo>
                  <a:lnTo>
                    <a:pt x="31706" y="9397"/>
                  </a:lnTo>
                  <a:lnTo>
                    <a:pt x="28574" y="8266"/>
                  </a:lnTo>
                  <a:lnTo>
                    <a:pt x="27950" y="7889"/>
                  </a:lnTo>
                  <a:cubicBezTo>
                    <a:pt x="27950" y="7889"/>
                    <a:pt x="30582" y="5573"/>
                    <a:pt x="30829" y="5443"/>
                  </a:cubicBezTo>
                  <a:cubicBezTo>
                    <a:pt x="31076" y="5319"/>
                    <a:pt x="32454" y="4436"/>
                    <a:pt x="32899" y="4312"/>
                  </a:cubicBezTo>
                  <a:cubicBezTo>
                    <a:pt x="33337" y="4189"/>
                    <a:pt x="36278" y="3003"/>
                    <a:pt x="36278" y="3003"/>
                  </a:cubicBezTo>
                  <a:cubicBezTo>
                    <a:pt x="36278" y="3003"/>
                    <a:pt x="33022" y="3003"/>
                    <a:pt x="32837" y="2879"/>
                  </a:cubicBezTo>
                  <a:cubicBezTo>
                    <a:pt x="32652" y="2755"/>
                    <a:pt x="28951" y="1563"/>
                    <a:pt x="28951" y="1563"/>
                  </a:cubicBezTo>
                  <a:lnTo>
                    <a:pt x="27635" y="748"/>
                  </a:lnTo>
                  <a:lnTo>
                    <a:pt x="28203" y="0"/>
                  </a:lnTo>
                  <a:lnTo>
                    <a:pt x="25380" y="816"/>
                  </a:lnTo>
                  <a:cubicBezTo>
                    <a:pt x="25380" y="816"/>
                    <a:pt x="10658" y="2323"/>
                    <a:pt x="10398" y="2323"/>
                  </a:cubicBezTo>
                  <a:cubicBezTo>
                    <a:pt x="10145" y="2323"/>
                    <a:pt x="5449" y="2508"/>
                    <a:pt x="5449" y="2508"/>
                  </a:cubicBezTo>
                  <a:lnTo>
                    <a:pt x="3380" y="2694"/>
                  </a:lnTo>
                  <a:lnTo>
                    <a:pt x="1625" y="2508"/>
                  </a:lnTo>
                  <a:lnTo>
                    <a:pt x="0" y="2508"/>
                  </a:lnTo>
                  <a:lnTo>
                    <a:pt x="3633" y="3132"/>
                  </a:lnTo>
                  <a:lnTo>
                    <a:pt x="7581" y="3256"/>
                  </a:lnTo>
                  <a:lnTo>
                    <a:pt x="14846" y="3695"/>
                  </a:lnTo>
                  <a:lnTo>
                    <a:pt x="17101" y="5511"/>
                  </a:lnTo>
                  <a:lnTo>
                    <a:pt x="17670" y="895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 flipH="1">
              <a:off x="-107393" y="4795404"/>
              <a:ext cx="176268" cy="77669"/>
            </a:xfrm>
            <a:custGeom>
              <a:avLst/>
              <a:gdLst/>
              <a:ahLst/>
              <a:cxnLst/>
              <a:rect l="l" t="t" r="r" b="b"/>
              <a:pathLst>
                <a:path w="4110" h="1811" extrusionOk="0">
                  <a:moveTo>
                    <a:pt x="668" y="19"/>
                  </a:moveTo>
                  <a:cubicBezTo>
                    <a:pt x="656" y="7"/>
                    <a:pt x="649" y="7"/>
                    <a:pt x="637" y="0"/>
                  </a:cubicBezTo>
                  <a:cubicBezTo>
                    <a:pt x="458" y="513"/>
                    <a:pt x="217" y="1199"/>
                    <a:pt x="1" y="1811"/>
                  </a:cubicBezTo>
                  <a:cubicBezTo>
                    <a:pt x="303" y="1644"/>
                    <a:pt x="575" y="1502"/>
                    <a:pt x="730" y="1458"/>
                  </a:cubicBezTo>
                  <a:cubicBezTo>
                    <a:pt x="1168" y="1335"/>
                    <a:pt x="4109" y="149"/>
                    <a:pt x="4109" y="149"/>
                  </a:cubicBezTo>
                  <a:cubicBezTo>
                    <a:pt x="4109" y="149"/>
                    <a:pt x="853" y="142"/>
                    <a:pt x="668" y="19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 flipH="1">
              <a:off x="342023" y="4707700"/>
              <a:ext cx="177812" cy="312693"/>
            </a:xfrm>
            <a:custGeom>
              <a:avLst/>
              <a:gdLst/>
              <a:ahLst/>
              <a:cxnLst/>
              <a:rect l="l" t="t" r="r" b="b"/>
              <a:pathLst>
                <a:path w="4146" h="7291" extrusionOk="0">
                  <a:moveTo>
                    <a:pt x="810" y="3096"/>
                  </a:moveTo>
                  <a:lnTo>
                    <a:pt x="1162" y="7291"/>
                  </a:lnTo>
                  <a:lnTo>
                    <a:pt x="4097" y="6704"/>
                  </a:lnTo>
                  <a:lnTo>
                    <a:pt x="4146" y="6679"/>
                  </a:lnTo>
                  <a:lnTo>
                    <a:pt x="3720" y="0"/>
                  </a:lnTo>
                  <a:cubicBezTo>
                    <a:pt x="3720" y="0"/>
                    <a:pt x="2138" y="161"/>
                    <a:pt x="0" y="377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 flipH="1">
              <a:off x="145940" y="4198162"/>
              <a:ext cx="735049" cy="893518"/>
            </a:xfrm>
            <a:custGeom>
              <a:avLst/>
              <a:gdLst/>
              <a:ahLst/>
              <a:cxnLst/>
              <a:rect l="l" t="t" r="r" b="b"/>
              <a:pathLst>
                <a:path w="17139" h="20834" extrusionOk="0">
                  <a:moveTo>
                    <a:pt x="1922" y="19270"/>
                  </a:moveTo>
                  <a:cubicBezTo>
                    <a:pt x="1922" y="19134"/>
                    <a:pt x="1218" y="17343"/>
                    <a:pt x="798" y="15891"/>
                  </a:cubicBezTo>
                  <a:cubicBezTo>
                    <a:pt x="371" y="14427"/>
                    <a:pt x="1" y="13772"/>
                    <a:pt x="464" y="12647"/>
                  </a:cubicBezTo>
                  <a:cubicBezTo>
                    <a:pt x="934" y="11517"/>
                    <a:pt x="464" y="10955"/>
                    <a:pt x="1168" y="10195"/>
                  </a:cubicBezTo>
                  <a:cubicBezTo>
                    <a:pt x="1873" y="9447"/>
                    <a:pt x="2812" y="9682"/>
                    <a:pt x="3423" y="8928"/>
                  </a:cubicBezTo>
                  <a:cubicBezTo>
                    <a:pt x="4029" y="8181"/>
                    <a:pt x="4319" y="7334"/>
                    <a:pt x="4171" y="6815"/>
                  </a:cubicBezTo>
                  <a:cubicBezTo>
                    <a:pt x="4029" y="6296"/>
                    <a:pt x="3794" y="5499"/>
                    <a:pt x="3794" y="5499"/>
                  </a:cubicBezTo>
                  <a:cubicBezTo>
                    <a:pt x="3794" y="5499"/>
                    <a:pt x="4690" y="6160"/>
                    <a:pt x="4875" y="6537"/>
                  </a:cubicBezTo>
                  <a:cubicBezTo>
                    <a:pt x="5061" y="6914"/>
                    <a:pt x="4498" y="7433"/>
                    <a:pt x="5345" y="7711"/>
                  </a:cubicBezTo>
                  <a:cubicBezTo>
                    <a:pt x="6197" y="7995"/>
                    <a:pt x="7279" y="7847"/>
                    <a:pt x="7557" y="7242"/>
                  </a:cubicBezTo>
                  <a:cubicBezTo>
                    <a:pt x="7841" y="6630"/>
                    <a:pt x="8304" y="5215"/>
                    <a:pt x="8069" y="4560"/>
                  </a:cubicBezTo>
                  <a:cubicBezTo>
                    <a:pt x="7841" y="3905"/>
                    <a:pt x="7977" y="3146"/>
                    <a:pt x="7884" y="2398"/>
                  </a:cubicBezTo>
                  <a:cubicBezTo>
                    <a:pt x="7791" y="1650"/>
                    <a:pt x="6945" y="1"/>
                    <a:pt x="6945" y="1"/>
                  </a:cubicBezTo>
                  <a:cubicBezTo>
                    <a:pt x="6945" y="1"/>
                    <a:pt x="7464" y="477"/>
                    <a:pt x="8026" y="1039"/>
                  </a:cubicBezTo>
                  <a:cubicBezTo>
                    <a:pt x="8588" y="1601"/>
                    <a:pt x="9293" y="1786"/>
                    <a:pt x="9151" y="2590"/>
                  </a:cubicBezTo>
                  <a:cubicBezTo>
                    <a:pt x="9015" y="3387"/>
                    <a:pt x="8866" y="3720"/>
                    <a:pt x="9058" y="4282"/>
                  </a:cubicBezTo>
                  <a:cubicBezTo>
                    <a:pt x="9243" y="4845"/>
                    <a:pt x="9762" y="4511"/>
                    <a:pt x="10003" y="4567"/>
                  </a:cubicBezTo>
                  <a:cubicBezTo>
                    <a:pt x="10232" y="4616"/>
                    <a:pt x="10287" y="5178"/>
                    <a:pt x="10232" y="5740"/>
                  </a:cubicBezTo>
                  <a:cubicBezTo>
                    <a:pt x="10188" y="6303"/>
                    <a:pt x="9855" y="6729"/>
                    <a:pt x="9484" y="7248"/>
                  </a:cubicBezTo>
                  <a:cubicBezTo>
                    <a:pt x="9107" y="7767"/>
                    <a:pt x="8872" y="9033"/>
                    <a:pt x="8872" y="9033"/>
                  </a:cubicBezTo>
                  <a:cubicBezTo>
                    <a:pt x="8872" y="9033"/>
                    <a:pt x="8965" y="10813"/>
                    <a:pt x="9725" y="11010"/>
                  </a:cubicBezTo>
                  <a:cubicBezTo>
                    <a:pt x="10473" y="11196"/>
                    <a:pt x="11418" y="10677"/>
                    <a:pt x="11461" y="9787"/>
                  </a:cubicBezTo>
                  <a:cubicBezTo>
                    <a:pt x="11511" y="8891"/>
                    <a:pt x="11980" y="8051"/>
                    <a:pt x="12165" y="7810"/>
                  </a:cubicBezTo>
                  <a:cubicBezTo>
                    <a:pt x="12351" y="7581"/>
                    <a:pt x="11646" y="8799"/>
                    <a:pt x="11881" y="9595"/>
                  </a:cubicBezTo>
                  <a:cubicBezTo>
                    <a:pt x="12110" y="10392"/>
                    <a:pt x="12351" y="11054"/>
                    <a:pt x="12110" y="11665"/>
                  </a:cubicBezTo>
                  <a:cubicBezTo>
                    <a:pt x="11881" y="12277"/>
                    <a:pt x="11498" y="13401"/>
                    <a:pt x="12202" y="13871"/>
                  </a:cubicBezTo>
                  <a:cubicBezTo>
                    <a:pt x="12907" y="14346"/>
                    <a:pt x="13568" y="14575"/>
                    <a:pt x="13939" y="13871"/>
                  </a:cubicBezTo>
                  <a:cubicBezTo>
                    <a:pt x="14322" y="13173"/>
                    <a:pt x="14365" y="11332"/>
                    <a:pt x="14365" y="11332"/>
                  </a:cubicBezTo>
                  <a:lnTo>
                    <a:pt x="14136" y="10294"/>
                  </a:lnTo>
                  <a:cubicBezTo>
                    <a:pt x="14136" y="10294"/>
                    <a:pt x="15075" y="10528"/>
                    <a:pt x="15823" y="11708"/>
                  </a:cubicBezTo>
                  <a:cubicBezTo>
                    <a:pt x="16577" y="12882"/>
                    <a:pt x="17139" y="13401"/>
                    <a:pt x="17089" y="14155"/>
                  </a:cubicBezTo>
                  <a:cubicBezTo>
                    <a:pt x="17046" y="14909"/>
                    <a:pt x="16299" y="16367"/>
                    <a:pt x="16299" y="16929"/>
                  </a:cubicBezTo>
                  <a:cubicBezTo>
                    <a:pt x="16299" y="17491"/>
                    <a:pt x="16768" y="18152"/>
                    <a:pt x="16008" y="19141"/>
                  </a:cubicBezTo>
                  <a:cubicBezTo>
                    <a:pt x="15261" y="20129"/>
                    <a:pt x="13333" y="20833"/>
                    <a:pt x="13333" y="20833"/>
                  </a:cubicBezTo>
                  <a:cubicBezTo>
                    <a:pt x="13333" y="20833"/>
                    <a:pt x="8533" y="20735"/>
                    <a:pt x="7174" y="20642"/>
                  </a:cubicBezTo>
                  <a:cubicBezTo>
                    <a:pt x="5827" y="20537"/>
                    <a:pt x="1922" y="19270"/>
                    <a:pt x="1922" y="1927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 flipH="1">
              <a:off x="475787" y="4627416"/>
              <a:ext cx="604971" cy="609431"/>
            </a:xfrm>
            <a:custGeom>
              <a:avLst/>
              <a:gdLst/>
              <a:ahLst/>
              <a:cxnLst/>
              <a:rect l="l" t="t" r="r" b="b"/>
              <a:pathLst>
                <a:path w="14106" h="14210" extrusionOk="0">
                  <a:moveTo>
                    <a:pt x="14105" y="6067"/>
                  </a:moveTo>
                  <a:lnTo>
                    <a:pt x="13679" y="8699"/>
                  </a:lnTo>
                  <a:lnTo>
                    <a:pt x="12715" y="10719"/>
                  </a:lnTo>
                  <a:lnTo>
                    <a:pt x="12035" y="11140"/>
                  </a:lnTo>
                  <a:lnTo>
                    <a:pt x="8897" y="14210"/>
                  </a:lnTo>
                  <a:lnTo>
                    <a:pt x="5215" y="10485"/>
                  </a:lnTo>
                  <a:lnTo>
                    <a:pt x="143" y="4510"/>
                  </a:lnTo>
                  <a:lnTo>
                    <a:pt x="136" y="4381"/>
                  </a:lnTo>
                  <a:lnTo>
                    <a:pt x="93" y="3429"/>
                  </a:lnTo>
                  <a:lnTo>
                    <a:pt x="0" y="1174"/>
                  </a:lnTo>
                  <a:lnTo>
                    <a:pt x="4418" y="939"/>
                  </a:lnTo>
                  <a:lnTo>
                    <a:pt x="7661" y="476"/>
                  </a:lnTo>
                  <a:lnTo>
                    <a:pt x="10009" y="0"/>
                  </a:lnTo>
                  <a:lnTo>
                    <a:pt x="11195" y="2435"/>
                  </a:lnTo>
                  <a:lnTo>
                    <a:pt x="11331" y="2731"/>
                  </a:lnTo>
                  <a:lnTo>
                    <a:pt x="12740" y="474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 flipH="1">
              <a:off x="537801" y="4672447"/>
              <a:ext cx="878936" cy="564400"/>
            </a:xfrm>
            <a:custGeom>
              <a:avLst/>
              <a:gdLst/>
              <a:ahLst/>
              <a:cxnLst/>
              <a:rect l="l" t="t" r="r" b="b"/>
              <a:pathLst>
                <a:path w="20494" h="13160" extrusionOk="0">
                  <a:moveTo>
                    <a:pt x="16731" y="13160"/>
                  </a:moveTo>
                  <a:lnTo>
                    <a:pt x="19869" y="9021"/>
                  </a:lnTo>
                  <a:lnTo>
                    <a:pt x="20493" y="7711"/>
                  </a:lnTo>
                  <a:lnTo>
                    <a:pt x="17553" y="4387"/>
                  </a:lnTo>
                  <a:lnTo>
                    <a:pt x="15606" y="1"/>
                  </a:lnTo>
                  <a:cubicBezTo>
                    <a:pt x="15606" y="1"/>
                    <a:pt x="12097" y="1385"/>
                    <a:pt x="11344" y="1317"/>
                  </a:cubicBezTo>
                  <a:cubicBezTo>
                    <a:pt x="10596" y="1255"/>
                    <a:pt x="7834" y="124"/>
                    <a:pt x="7834" y="124"/>
                  </a:cubicBezTo>
                  <a:cubicBezTo>
                    <a:pt x="7834" y="124"/>
                    <a:pt x="3448" y="3763"/>
                    <a:pt x="3195" y="3825"/>
                  </a:cubicBezTo>
                  <a:cubicBezTo>
                    <a:pt x="2941" y="3887"/>
                    <a:pt x="1" y="4956"/>
                    <a:pt x="1" y="4956"/>
                  </a:cubicBezTo>
                  <a:lnTo>
                    <a:pt x="7458" y="996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 flipH="1">
              <a:off x="737572" y="4672447"/>
              <a:ext cx="420298" cy="404644"/>
            </a:xfrm>
            <a:custGeom>
              <a:avLst/>
              <a:gdLst/>
              <a:ahLst/>
              <a:cxnLst/>
              <a:rect l="l" t="t" r="r" b="b"/>
              <a:pathLst>
                <a:path w="9800" h="9435" extrusionOk="0">
                  <a:moveTo>
                    <a:pt x="7581" y="1866"/>
                  </a:moveTo>
                  <a:cubicBezTo>
                    <a:pt x="7445" y="2194"/>
                    <a:pt x="7297" y="3325"/>
                    <a:pt x="7297" y="3325"/>
                  </a:cubicBezTo>
                  <a:lnTo>
                    <a:pt x="7773" y="4356"/>
                  </a:lnTo>
                  <a:lnTo>
                    <a:pt x="6784" y="5530"/>
                  </a:lnTo>
                  <a:lnTo>
                    <a:pt x="4801" y="4264"/>
                  </a:lnTo>
                  <a:lnTo>
                    <a:pt x="6494" y="5820"/>
                  </a:lnTo>
                  <a:lnTo>
                    <a:pt x="5789" y="7278"/>
                  </a:lnTo>
                  <a:lnTo>
                    <a:pt x="5369" y="7890"/>
                  </a:lnTo>
                  <a:lnTo>
                    <a:pt x="4801" y="7748"/>
                  </a:lnTo>
                  <a:lnTo>
                    <a:pt x="2169" y="8452"/>
                  </a:lnTo>
                  <a:cubicBezTo>
                    <a:pt x="2169" y="8452"/>
                    <a:pt x="1014" y="8767"/>
                    <a:pt x="1" y="9021"/>
                  </a:cubicBezTo>
                  <a:lnTo>
                    <a:pt x="309" y="9231"/>
                  </a:lnTo>
                  <a:lnTo>
                    <a:pt x="2540" y="8588"/>
                  </a:lnTo>
                  <a:lnTo>
                    <a:pt x="4795" y="8026"/>
                  </a:lnTo>
                  <a:lnTo>
                    <a:pt x="5357" y="8168"/>
                  </a:lnTo>
                  <a:lnTo>
                    <a:pt x="4752" y="9435"/>
                  </a:lnTo>
                  <a:lnTo>
                    <a:pt x="5783" y="8261"/>
                  </a:lnTo>
                  <a:lnTo>
                    <a:pt x="6821" y="6142"/>
                  </a:lnTo>
                  <a:lnTo>
                    <a:pt x="8131" y="4406"/>
                  </a:lnTo>
                  <a:lnTo>
                    <a:pt x="7946" y="3368"/>
                  </a:lnTo>
                  <a:lnTo>
                    <a:pt x="7946" y="1866"/>
                  </a:lnTo>
                  <a:lnTo>
                    <a:pt x="9799" y="538"/>
                  </a:lnTo>
                  <a:lnTo>
                    <a:pt x="9558" y="1"/>
                  </a:lnTo>
                  <a:cubicBezTo>
                    <a:pt x="9570" y="1"/>
                    <a:pt x="7723" y="1533"/>
                    <a:pt x="7581" y="186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14"/>
          <p:cNvSpPr/>
          <p:nvPr/>
        </p:nvSpPr>
        <p:spPr>
          <a:xfrm flipH="1">
            <a:off x="5973071" y="4552119"/>
            <a:ext cx="1393108" cy="737500"/>
          </a:xfrm>
          <a:custGeom>
            <a:avLst/>
            <a:gdLst/>
            <a:ahLst/>
            <a:cxnLst/>
            <a:rect l="l" t="t" r="r" b="b"/>
            <a:pathLst>
              <a:path w="14075" h="7451" extrusionOk="0">
                <a:moveTo>
                  <a:pt x="14074" y="0"/>
                </a:moveTo>
                <a:lnTo>
                  <a:pt x="12727" y="748"/>
                </a:lnTo>
                <a:cubicBezTo>
                  <a:pt x="12727" y="748"/>
                  <a:pt x="10380" y="1631"/>
                  <a:pt x="10250" y="1631"/>
                </a:cubicBezTo>
                <a:cubicBezTo>
                  <a:pt x="10120" y="1631"/>
                  <a:pt x="8940" y="2101"/>
                  <a:pt x="8940" y="2101"/>
                </a:cubicBezTo>
                <a:lnTo>
                  <a:pt x="7309" y="3231"/>
                </a:lnTo>
                <a:lnTo>
                  <a:pt x="5239" y="3917"/>
                </a:lnTo>
                <a:lnTo>
                  <a:pt x="3324" y="6580"/>
                </a:lnTo>
                <a:cubicBezTo>
                  <a:pt x="3324" y="6580"/>
                  <a:pt x="2070" y="6827"/>
                  <a:pt x="1848" y="6827"/>
                </a:cubicBezTo>
                <a:cubicBezTo>
                  <a:pt x="1631" y="6827"/>
                  <a:pt x="0" y="7451"/>
                  <a:pt x="0" y="7451"/>
                </a:cubicBezTo>
                <a:lnTo>
                  <a:pt x="1879" y="6950"/>
                </a:lnTo>
                <a:lnTo>
                  <a:pt x="3571" y="6734"/>
                </a:lnTo>
                <a:lnTo>
                  <a:pt x="5450" y="4040"/>
                </a:lnTo>
                <a:lnTo>
                  <a:pt x="7482" y="3355"/>
                </a:lnTo>
                <a:lnTo>
                  <a:pt x="9082" y="2193"/>
                </a:lnTo>
                <a:lnTo>
                  <a:pt x="10244" y="1977"/>
                </a:lnTo>
                <a:lnTo>
                  <a:pt x="10429" y="2539"/>
                </a:lnTo>
                <a:lnTo>
                  <a:pt x="10275" y="3200"/>
                </a:lnTo>
                <a:lnTo>
                  <a:pt x="10929" y="3732"/>
                </a:lnTo>
                <a:lnTo>
                  <a:pt x="11214" y="4263"/>
                </a:lnTo>
                <a:lnTo>
                  <a:pt x="11399" y="4232"/>
                </a:lnTo>
                <a:lnTo>
                  <a:pt x="12746" y="4794"/>
                </a:lnTo>
                <a:lnTo>
                  <a:pt x="13963" y="5455"/>
                </a:lnTo>
                <a:lnTo>
                  <a:pt x="12839" y="4634"/>
                </a:lnTo>
                <a:lnTo>
                  <a:pt x="11424" y="3979"/>
                </a:lnTo>
                <a:lnTo>
                  <a:pt x="11109" y="3540"/>
                </a:lnTo>
                <a:lnTo>
                  <a:pt x="10571" y="3250"/>
                </a:lnTo>
                <a:lnTo>
                  <a:pt x="10670" y="2502"/>
                </a:lnTo>
                <a:lnTo>
                  <a:pt x="10608" y="1816"/>
                </a:lnTo>
                <a:lnTo>
                  <a:pt x="12832" y="902"/>
                </a:lnTo>
                <a:cubicBezTo>
                  <a:pt x="12832" y="902"/>
                  <a:pt x="13209" y="655"/>
                  <a:pt x="13425" y="525"/>
                </a:cubicBezTo>
                <a:cubicBezTo>
                  <a:pt x="13666" y="402"/>
                  <a:pt x="14074" y="0"/>
                  <a:pt x="14074" y="0"/>
                </a:cubicBezTo>
                <a:close/>
              </a:path>
            </a:pathLst>
          </a:custGeom>
          <a:solidFill>
            <a:srgbClr val="000000">
              <a:alpha val="41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14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/>
          <p:cNvPicPr preferRelativeResize="0"/>
          <p:nvPr/>
        </p:nvPicPr>
        <p:blipFill rotWithShape="1">
          <a:blip r:embed="rId3">
            <a:alphaModFix amt="30000"/>
          </a:blip>
          <a:srcRect t="45647" b="-432"/>
          <a:stretch/>
        </p:blipFill>
        <p:spPr>
          <a:xfrm>
            <a:off x="9" y="0"/>
            <a:ext cx="9144000" cy="303104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3842275" y="2098650"/>
            <a:ext cx="4588500" cy="16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Marcellus"/>
              <a:buNone/>
              <a:defRPr sz="3600">
                <a:latin typeface="Marcellus"/>
                <a:ea typeface="Marcellus"/>
                <a:cs typeface="Marcellus"/>
                <a:sym typeface="Marcellu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Marcellus"/>
              <a:buNone/>
              <a:defRPr sz="3600">
                <a:latin typeface="Marcellus"/>
                <a:ea typeface="Marcellus"/>
                <a:cs typeface="Marcellus"/>
                <a:sym typeface="Marcellu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Marcellus"/>
              <a:buNone/>
              <a:defRPr sz="3600">
                <a:latin typeface="Marcellus"/>
                <a:ea typeface="Marcellus"/>
                <a:cs typeface="Marcellus"/>
                <a:sym typeface="Marcellu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Marcellus"/>
              <a:buNone/>
              <a:defRPr sz="3600">
                <a:latin typeface="Marcellus"/>
                <a:ea typeface="Marcellus"/>
                <a:cs typeface="Marcellus"/>
                <a:sym typeface="Marcellu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Marcellus"/>
              <a:buNone/>
              <a:defRPr sz="3600">
                <a:latin typeface="Marcellus"/>
                <a:ea typeface="Marcellus"/>
                <a:cs typeface="Marcellus"/>
                <a:sym typeface="Marcellu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Marcellus"/>
              <a:buNone/>
              <a:defRPr sz="3600">
                <a:latin typeface="Marcellus"/>
                <a:ea typeface="Marcellus"/>
                <a:cs typeface="Marcellus"/>
                <a:sym typeface="Marcellu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Marcellus"/>
              <a:buNone/>
              <a:defRPr sz="3600">
                <a:latin typeface="Marcellus"/>
                <a:ea typeface="Marcellus"/>
                <a:cs typeface="Marcellus"/>
                <a:sym typeface="Marcellu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Marcellus"/>
              <a:buNone/>
              <a:defRPr sz="3600">
                <a:latin typeface="Marcellus"/>
                <a:ea typeface="Marcellus"/>
                <a:cs typeface="Marcellus"/>
                <a:sym typeface="Marcellus"/>
              </a:defRPr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title" idx="2" hasCustomPrompt="1"/>
          </p:nvPr>
        </p:nvSpPr>
        <p:spPr>
          <a:xfrm>
            <a:off x="6557475" y="1043725"/>
            <a:ext cx="1873200" cy="94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3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arcellus"/>
              <a:buNone/>
              <a:defRPr sz="60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arcellus"/>
              <a:buNone/>
              <a:defRPr sz="60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arcellus"/>
              <a:buNone/>
              <a:defRPr sz="60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arcellus"/>
              <a:buNone/>
              <a:defRPr sz="60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arcellus"/>
              <a:buNone/>
              <a:defRPr sz="60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arcellus"/>
              <a:buNone/>
              <a:defRPr sz="60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arcellus"/>
              <a:buNone/>
              <a:defRPr sz="60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arcellus"/>
              <a:buNone/>
              <a:defRPr sz="6000">
                <a:solidFill>
                  <a:schemeClr val="lt1"/>
                </a:solidFill>
                <a:latin typeface="Marcellus"/>
                <a:ea typeface="Marcellus"/>
                <a:cs typeface="Marcellus"/>
                <a:sym typeface="Marcellus"/>
              </a:defRPr>
            </a:lvl9pPr>
          </a:lstStyle>
          <a:p>
            <a:r>
              <a:t>xx%</a:t>
            </a:r>
          </a:p>
        </p:txBody>
      </p:sp>
      <p:sp>
        <p:nvSpPr>
          <p:cNvPr id="141" name="Google Shape;141;p14"/>
          <p:cNvSpPr txBox="1">
            <a:spLocks noGrp="1"/>
          </p:cNvSpPr>
          <p:nvPr>
            <p:ph type="subTitle" idx="1"/>
          </p:nvPr>
        </p:nvSpPr>
        <p:spPr>
          <a:xfrm>
            <a:off x="3842275" y="3664350"/>
            <a:ext cx="4588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5"/>
          <p:cNvPicPr preferRelativeResize="0"/>
          <p:nvPr/>
        </p:nvPicPr>
        <p:blipFill rotWithShape="1">
          <a:blip r:embed="rId2">
            <a:alphaModFix amt="23000"/>
          </a:blip>
          <a:srcRect l="22293" b="99"/>
          <a:stretch/>
        </p:blipFill>
        <p:spPr>
          <a:xfrm rot="5400000" flipH="1">
            <a:off x="4045925" y="55875"/>
            <a:ext cx="5153950" cy="50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/>
          <p:nvPr/>
        </p:nvSpPr>
        <p:spPr>
          <a:xfrm>
            <a:off x="0" y="4479475"/>
            <a:ext cx="9144000" cy="670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15"/>
          <p:cNvGrpSpPr/>
          <p:nvPr/>
        </p:nvGrpSpPr>
        <p:grpSpPr>
          <a:xfrm>
            <a:off x="1457875" y="4783025"/>
            <a:ext cx="2359075" cy="373800"/>
            <a:chOff x="1457875" y="4783025"/>
            <a:chExt cx="2359075" cy="373800"/>
          </a:xfrm>
        </p:grpSpPr>
        <p:sp>
          <p:nvSpPr>
            <p:cNvPr id="147" name="Google Shape;147;p15"/>
            <p:cNvSpPr/>
            <p:nvPr/>
          </p:nvSpPr>
          <p:spPr>
            <a:xfrm>
              <a:off x="1457875" y="4783350"/>
              <a:ext cx="2357825" cy="365875"/>
            </a:xfrm>
            <a:custGeom>
              <a:avLst/>
              <a:gdLst/>
              <a:ahLst/>
              <a:cxnLst/>
              <a:rect l="l" t="t" r="r" b="b"/>
              <a:pathLst>
                <a:path w="94313" h="14635" extrusionOk="0">
                  <a:moveTo>
                    <a:pt x="0" y="14587"/>
                  </a:moveTo>
                  <a:lnTo>
                    <a:pt x="11852" y="7598"/>
                  </a:lnTo>
                  <a:lnTo>
                    <a:pt x="21881" y="10333"/>
                  </a:lnTo>
                  <a:lnTo>
                    <a:pt x="26135" y="5471"/>
                  </a:lnTo>
                  <a:lnTo>
                    <a:pt x="38595" y="4559"/>
                  </a:lnTo>
                  <a:lnTo>
                    <a:pt x="72328" y="0"/>
                  </a:lnTo>
                  <a:lnTo>
                    <a:pt x="80651" y="6135"/>
                  </a:lnTo>
                  <a:lnTo>
                    <a:pt x="90214" y="9778"/>
                  </a:lnTo>
                  <a:lnTo>
                    <a:pt x="94313" y="1463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148" name="Google Shape;148;p15"/>
            <p:cNvSpPr/>
            <p:nvPr/>
          </p:nvSpPr>
          <p:spPr>
            <a:xfrm>
              <a:off x="1755525" y="4967075"/>
              <a:ext cx="250450" cy="184050"/>
            </a:xfrm>
            <a:custGeom>
              <a:avLst/>
              <a:gdLst/>
              <a:ahLst/>
              <a:cxnLst/>
              <a:rect l="l" t="t" r="r" b="b"/>
              <a:pathLst>
                <a:path w="10018" h="7362" extrusionOk="0">
                  <a:moveTo>
                    <a:pt x="0" y="0"/>
                  </a:moveTo>
                  <a:lnTo>
                    <a:pt x="0" y="7362"/>
                  </a:lnTo>
                  <a:lnTo>
                    <a:pt x="10018" y="7362"/>
                  </a:lnTo>
                  <a:lnTo>
                    <a:pt x="9942" y="296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149" name="Google Shape;149;p15"/>
            <p:cNvSpPr/>
            <p:nvPr/>
          </p:nvSpPr>
          <p:spPr>
            <a:xfrm>
              <a:off x="3260175" y="4783025"/>
              <a:ext cx="216300" cy="373800"/>
            </a:xfrm>
            <a:custGeom>
              <a:avLst/>
              <a:gdLst/>
              <a:ahLst/>
              <a:cxnLst/>
              <a:rect l="l" t="t" r="r" b="b"/>
              <a:pathLst>
                <a:path w="8652" h="14952" extrusionOk="0">
                  <a:moveTo>
                    <a:pt x="0" y="0"/>
                  </a:moveTo>
                  <a:lnTo>
                    <a:pt x="8652" y="6072"/>
                  </a:lnTo>
                  <a:lnTo>
                    <a:pt x="7893" y="14952"/>
                  </a:lnTo>
                  <a:lnTo>
                    <a:pt x="2201" y="1449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150" name="Google Shape;150;p15"/>
            <p:cNvSpPr/>
            <p:nvPr/>
          </p:nvSpPr>
          <p:spPr>
            <a:xfrm>
              <a:off x="2078075" y="4894975"/>
              <a:ext cx="320675" cy="259950"/>
            </a:xfrm>
            <a:custGeom>
              <a:avLst/>
              <a:gdLst/>
              <a:ahLst/>
              <a:cxnLst/>
              <a:rect l="l" t="t" r="r" b="b"/>
              <a:pathLst>
                <a:path w="12827" h="10398" extrusionOk="0">
                  <a:moveTo>
                    <a:pt x="1442" y="987"/>
                  </a:moveTo>
                  <a:lnTo>
                    <a:pt x="0" y="10398"/>
                  </a:lnTo>
                  <a:lnTo>
                    <a:pt x="7135" y="10398"/>
                  </a:lnTo>
                  <a:lnTo>
                    <a:pt x="12827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151" name="Google Shape;151;p15"/>
            <p:cNvSpPr/>
            <p:nvPr/>
          </p:nvSpPr>
          <p:spPr>
            <a:xfrm>
              <a:off x="3720200" y="5029700"/>
              <a:ext cx="96750" cy="119525"/>
            </a:xfrm>
            <a:custGeom>
              <a:avLst/>
              <a:gdLst/>
              <a:ahLst/>
              <a:cxnLst/>
              <a:rect l="l" t="t" r="r" b="b"/>
              <a:pathLst>
                <a:path w="3870" h="4781" extrusionOk="0">
                  <a:moveTo>
                    <a:pt x="0" y="0"/>
                  </a:moveTo>
                  <a:lnTo>
                    <a:pt x="531" y="4781"/>
                  </a:lnTo>
                  <a:lnTo>
                    <a:pt x="3870" y="478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</p:grpSp>
      <p:grpSp>
        <p:nvGrpSpPr>
          <p:cNvPr id="152" name="Google Shape;152;p15"/>
          <p:cNvGrpSpPr/>
          <p:nvPr/>
        </p:nvGrpSpPr>
        <p:grpSpPr>
          <a:xfrm>
            <a:off x="2384775" y="4471850"/>
            <a:ext cx="1743900" cy="182150"/>
            <a:chOff x="2384775" y="4471850"/>
            <a:chExt cx="1743900" cy="182150"/>
          </a:xfrm>
        </p:grpSpPr>
        <p:sp>
          <p:nvSpPr>
            <p:cNvPr id="153" name="Google Shape;153;p15"/>
            <p:cNvSpPr/>
            <p:nvPr/>
          </p:nvSpPr>
          <p:spPr>
            <a:xfrm>
              <a:off x="2384775" y="4479450"/>
              <a:ext cx="1743900" cy="173575"/>
            </a:xfrm>
            <a:custGeom>
              <a:avLst/>
              <a:gdLst/>
              <a:ahLst/>
              <a:cxnLst/>
              <a:rect l="l" t="t" r="r" b="b"/>
              <a:pathLst>
                <a:path w="69756" h="6943" extrusionOk="0">
                  <a:moveTo>
                    <a:pt x="0" y="0"/>
                  </a:moveTo>
                  <a:lnTo>
                    <a:pt x="14587" y="4559"/>
                  </a:lnTo>
                  <a:lnTo>
                    <a:pt x="42205" y="6943"/>
                  </a:lnTo>
                  <a:lnTo>
                    <a:pt x="59851" y="3945"/>
                  </a:lnTo>
                  <a:lnTo>
                    <a:pt x="69756" y="3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154" name="Google Shape;154;p15"/>
            <p:cNvSpPr/>
            <p:nvPr/>
          </p:nvSpPr>
          <p:spPr>
            <a:xfrm>
              <a:off x="2719125" y="4488000"/>
              <a:ext cx="287650" cy="129950"/>
            </a:xfrm>
            <a:custGeom>
              <a:avLst/>
              <a:gdLst/>
              <a:ahLst/>
              <a:cxnLst/>
              <a:rect l="l" t="t" r="r" b="b"/>
              <a:pathLst>
                <a:path w="11506" h="5198" extrusionOk="0">
                  <a:moveTo>
                    <a:pt x="1108" y="4136"/>
                  </a:moveTo>
                  <a:lnTo>
                    <a:pt x="0" y="0"/>
                  </a:lnTo>
                  <a:lnTo>
                    <a:pt x="11506" y="0"/>
                  </a:lnTo>
                  <a:lnTo>
                    <a:pt x="11126" y="519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155" name="Google Shape;155;p15"/>
            <p:cNvSpPr/>
            <p:nvPr/>
          </p:nvSpPr>
          <p:spPr>
            <a:xfrm>
              <a:off x="3452650" y="4481350"/>
              <a:ext cx="185950" cy="172650"/>
            </a:xfrm>
            <a:custGeom>
              <a:avLst/>
              <a:gdLst/>
              <a:ahLst/>
              <a:cxnLst/>
              <a:rect l="l" t="t" r="r" b="b"/>
              <a:pathLst>
                <a:path w="7438" h="6906" extrusionOk="0">
                  <a:moveTo>
                    <a:pt x="228" y="0"/>
                  </a:moveTo>
                  <a:lnTo>
                    <a:pt x="0" y="6906"/>
                  </a:lnTo>
                  <a:lnTo>
                    <a:pt x="4174" y="6148"/>
                  </a:lnTo>
                  <a:lnTo>
                    <a:pt x="7438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156" name="Google Shape;156;p15"/>
            <p:cNvSpPr/>
            <p:nvPr/>
          </p:nvSpPr>
          <p:spPr>
            <a:xfrm>
              <a:off x="3678450" y="4471850"/>
              <a:ext cx="123325" cy="144225"/>
            </a:xfrm>
            <a:custGeom>
              <a:avLst/>
              <a:gdLst/>
              <a:ahLst/>
              <a:cxnLst/>
              <a:rect l="l" t="t" r="r" b="b"/>
              <a:pathLst>
                <a:path w="4933" h="5769" extrusionOk="0">
                  <a:moveTo>
                    <a:pt x="2580" y="228"/>
                  </a:moveTo>
                  <a:lnTo>
                    <a:pt x="0" y="5769"/>
                  </a:lnTo>
                  <a:lnTo>
                    <a:pt x="1388" y="5397"/>
                  </a:lnTo>
                  <a:lnTo>
                    <a:pt x="4933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</p:grpSp>
      <p:sp>
        <p:nvSpPr>
          <p:cNvPr id="157" name="Google Shape;157;p15"/>
          <p:cNvSpPr txBox="1">
            <a:spLocks noGrp="1"/>
          </p:cNvSpPr>
          <p:nvPr>
            <p:ph type="title"/>
          </p:nvPr>
        </p:nvSpPr>
        <p:spPr>
          <a:xfrm>
            <a:off x="713225" y="2908638"/>
            <a:ext cx="48018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8" name="Google Shape;158;p15"/>
          <p:cNvSpPr txBox="1">
            <a:spLocks noGrp="1"/>
          </p:cNvSpPr>
          <p:nvPr>
            <p:ph type="subTitle" idx="1"/>
          </p:nvPr>
        </p:nvSpPr>
        <p:spPr>
          <a:xfrm>
            <a:off x="713225" y="1603738"/>
            <a:ext cx="4801800" cy="121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3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6"/>
          <p:cNvPicPr preferRelativeResize="0"/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 rotWithShape="1">
          <a:blip r:embed="rId3">
            <a:alphaModFix amt="40000"/>
          </a:blip>
          <a:srcRect t="52810" b="4082"/>
          <a:stretch/>
        </p:blipFill>
        <p:spPr>
          <a:xfrm rot="10800000">
            <a:off x="9650" y="2512150"/>
            <a:ext cx="9144000" cy="263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5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/>
          <p:cNvPicPr preferRelativeResize="0"/>
          <p:nvPr/>
        </p:nvPicPr>
        <p:blipFill rotWithShape="1">
          <a:blip r:embed="rId3">
            <a:alphaModFix amt="19000"/>
          </a:blip>
          <a:srcRect t="32075" r="10039" b="-320"/>
          <a:stretch/>
        </p:blipFill>
        <p:spPr>
          <a:xfrm rot="-5400000">
            <a:off x="-1321925" y="1310525"/>
            <a:ext cx="5166299" cy="252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67" name="Google Shape;167;p17"/>
          <p:cNvPicPr preferRelativeResize="0"/>
          <p:nvPr/>
        </p:nvPicPr>
        <p:blipFill rotWithShape="1">
          <a:blip r:embed="rId3">
            <a:alphaModFix amt="19000"/>
          </a:blip>
          <a:srcRect t="30704" r="10039" b="529"/>
          <a:stretch/>
        </p:blipFill>
        <p:spPr>
          <a:xfrm rot="5400000">
            <a:off x="5290000" y="1300900"/>
            <a:ext cx="5166299" cy="25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 amt="40000"/>
          </a:blip>
          <a:srcRect l="51241" r="23032"/>
          <a:stretch/>
        </p:blipFill>
        <p:spPr>
          <a:xfrm>
            <a:off x="7163075" y="0"/>
            <a:ext cx="19809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 amt="40000"/>
          </a:blip>
          <a:srcRect l="30148" r="40720"/>
          <a:stretch/>
        </p:blipFill>
        <p:spPr>
          <a:xfrm>
            <a:off x="2" y="0"/>
            <a:ext cx="22431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/>
          <p:nvPr/>
        </p:nvSpPr>
        <p:spPr>
          <a:xfrm flipH="1">
            <a:off x="7963157" y="-839660"/>
            <a:ext cx="1439509" cy="2687231"/>
          </a:xfrm>
          <a:custGeom>
            <a:avLst/>
            <a:gdLst/>
            <a:ahLst/>
            <a:cxnLst/>
            <a:rect l="l" t="t" r="r" b="b"/>
            <a:pathLst>
              <a:path w="15218" h="28407" extrusionOk="0">
                <a:moveTo>
                  <a:pt x="347" y="28079"/>
                </a:moveTo>
                <a:cubicBezTo>
                  <a:pt x="106" y="27900"/>
                  <a:pt x="1" y="27591"/>
                  <a:pt x="7" y="27289"/>
                </a:cubicBezTo>
                <a:cubicBezTo>
                  <a:pt x="7" y="26998"/>
                  <a:pt x="112" y="26708"/>
                  <a:pt x="205" y="26424"/>
                </a:cubicBezTo>
                <a:lnTo>
                  <a:pt x="576" y="25336"/>
                </a:lnTo>
                <a:cubicBezTo>
                  <a:pt x="767" y="24780"/>
                  <a:pt x="959" y="24169"/>
                  <a:pt x="767" y="23607"/>
                </a:cubicBezTo>
                <a:cubicBezTo>
                  <a:pt x="637" y="23211"/>
                  <a:pt x="316" y="22840"/>
                  <a:pt x="421" y="22439"/>
                </a:cubicBezTo>
                <a:cubicBezTo>
                  <a:pt x="588" y="21784"/>
                  <a:pt x="1694" y="21747"/>
                  <a:pt x="1848" y="21080"/>
                </a:cubicBezTo>
                <a:cubicBezTo>
                  <a:pt x="2040" y="20270"/>
                  <a:pt x="2534" y="19541"/>
                  <a:pt x="3238" y="19103"/>
                </a:cubicBezTo>
                <a:cubicBezTo>
                  <a:pt x="3516" y="18924"/>
                  <a:pt x="3850" y="18757"/>
                  <a:pt x="3949" y="18442"/>
                </a:cubicBezTo>
                <a:cubicBezTo>
                  <a:pt x="4023" y="18195"/>
                  <a:pt x="3943" y="17917"/>
                  <a:pt x="4004" y="17669"/>
                </a:cubicBezTo>
                <a:cubicBezTo>
                  <a:pt x="4103" y="17274"/>
                  <a:pt x="4548" y="17064"/>
                  <a:pt x="4950" y="16996"/>
                </a:cubicBezTo>
                <a:cubicBezTo>
                  <a:pt x="5351" y="16928"/>
                  <a:pt x="5796" y="16916"/>
                  <a:pt x="6136" y="16699"/>
                </a:cubicBezTo>
                <a:cubicBezTo>
                  <a:pt x="6494" y="16471"/>
                  <a:pt x="6692" y="16032"/>
                  <a:pt x="6723" y="15600"/>
                </a:cubicBezTo>
                <a:cubicBezTo>
                  <a:pt x="6760" y="15167"/>
                  <a:pt x="6661" y="14741"/>
                  <a:pt x="6568" y="14315"/>
                </a:cubicBezTo>
                <a:cubicBezTo>
                  <a:pt x="6760" y="13857"/>
                  <a:pt x="6476" y="13406"/>
                  <a:pt x="6364" y="12918"/>
                </a:cubicBezTo>
                <a:cubicBezTo>
                  <a:pt x="6148" y="11924"/>
                  <a:pt x="7038" y="11040"/>
                  <a:pt x="7909" y="10503"/>
                </a:cubicBezTo>
                <a:cubicBezTo>
                  <a:pt x="8774" y="9959"/>
                  <a:pt x="9793" y="9434"/>
                  <a:pt x="10096" y="8464"/>
                </a:cubicBezTo>
                <a:cubicBezTo>
                  <a:pt x="10355" y="7587"/>
                  <a:pt x="9948" y="6586"/>
                  <a:pt x="10318" y="5746"/>
                </a:cubicBezTo>
                <a:cubicBezTo>
                  <a:pt x="10498" y="5332"/>
                  <a:pt x="10844" y="5023"/>
                  <a:pt x="11177" y="4732"/>
                </a:cubicBezTo>
                <a:cubicBezTo>
                  <a:pt x="11696" y="4269"/>
                  <a:pt x="12221" y="3812"/>
                  <a:pt x="12734" y="3349"/>
                </a:cubicBezTo>
                <a:cubicBezTo>
                  <a:pt x="12975" y="3398"/>
                  <a:pt x="13278" y="3058"/>
                  <a:pt x="13395" y="2848"/>
                </a:cubicBezTo>
                <a:cubicBezTo>
                  <a:pt x="13506" y="2638"/>
                  <a:pt x="13469" y="2354"/>
                  <a:pt x="13309" y="2175"/>
                </a:cubicBezTo>
                <a:cubicBezTo>
                  <a:pt x="13006" y="1853"/>
                  <a:pt x="12444" y="1959"/>
                  <a:pt x="12104" y="1674"/>
                </a:cubicBezTo>
                <a:cubicBezTo>
                  <a:pt x="11733" y="1359"/>
                  <a:pt x="11857" y="711"/>
                  <a:pt x="12234" y="389"/>
                </a:cubicBezTo>
                <a:cubicBezTo>
                  <a:pt x="12610" y="80"/>
                  <a:pt x="13129" y="19"/>
                  <a:pt x="13624" y="6"/>
                </a:cubicBezTo>
                <a:cubicBezTo>
                  <a:pt x="13951" y="0"/>
                  <a:pt x="14272" y="0"/>
                  <a:pt x="14600" y="12"/>
                </a:cubicBezTo>
                <a:cubicBezTo>
                  <a:pt x="14699" y="19"/>
                  <a:pt x="14798" y="31"/>
                  <a:pt x="14884" y="80"/>
                </a:cubicBezTo>
                <a:cubicBezTo>
                  <a:pt x="14983" y="155"/>
                  <a:pt x="15020" y="284"/>
                  <a:pt x="15045" y="402"/>
                </a:cubicBezTo>
                <a:cubicBezTo>
                  <a:pt x="15218" y="1267"/>
                  <a:pt x="14896" y="2212"/>
                  <a:pt x="14235" y="2799"/>
                </a:cubicBezTo>
                <a:cubicBezTo>
                  <a:pt x="14087" y="3250"/>
                  <a:pt x="13908" y="3620"/>
                  <a:pt x="13766" y="4065"/>
                </a:cubicBezTo>
                <a:cubicBezTo>
                  <a:pt x="13685" y="4300"/>
                  <a:pt x="13611" y="4529"/>
                  <a:pt x="13445" y="4708"/>
                </a:cubicBezTo>
                <a:cubicBezTo>
                  <a:pt x="13228" y="4949"/>
                  <a:pt x="12882" y="5048"/>
                  <a:pt x="12685" y="5301"/>
                </a:cubicBezTo>
                <a:cubicBezTo>
                  <a:pt x="12456" y="5573"/>
                  <a:pt x="12456" y="6005"/>
                  <a:pt x="12685" y="6283"/>
                </a:cubicBezTo>
                <a:cubicBezTo>
                  <a:pt x="12969" y="6629"/>
                  <a:pt x="13315" y="6901"/>
                  <a:pt x="13463" y="7327"/>
                </a:cubicBezTo>
                <a:cubicBezTo>
                  <a:pt x="13562" y="7605"/>
                  <a:pt x="13556" y="7908"/>
                  <a:pt x="13599" y="8192"/>
                </a:cubicBezTo>
                <a:cubicBezTo>
                  <a:pt x="13679" y="8668"/>
                  <a:pt x="13896" y="9119"/>
                  <a:pt x="13988" y="9595"/>
                </a:cubicBezTo>
                <a:cubicBezTo>
                  <a:pt x="14087" y="10077"/>
                  <a:pt x="14044" y="10633"/>
                  <a:pt x="13679" y="10954"/>
                </a:cubicBezTo>
                <a:cubicBezTo>
                  <a:pt x="13284" y="11312"/>
                  <a:pt x="12685" y="11275"/>
                  <a:pt x="12166" y="11158"/>
                </a:cubicBezTo>
                <a:cubicBezTo>
                  <a:pt x="11647" y="11040"/>
                  <a:pt x="11097" y="10880"/>
                  <a:pt x="10596" y="11046"/>
                </a:cubicBezTo>
                <a:cubicBezTo>
                  <a:pt x="10096" y="11226"/>
                  <a:pt x="9769" y="11936"/>
                  <a:pt x="10158" y="12294"/>
                </a:cubicBezTo>
                <a:cubicBezTo>
                  <a:pt x="9318" y="12159"/>
                  <a:pt x="8459" y="12616"/>
                  <a:pt x="7965" y="13314"/>
                </a:cubicBezTo>
                <a:cubicBezTo>
                  <a:pt x="7476" y="14006"/>
                  <a:pt x="7322" y="14895"/>
                  <a:pt x="7408" y="15736"/>
                </a:cubicBezTo>
                <a:cubicBezTo>
                  <a:pt x="7841" y="16329"/>
                  <a:pt x="8267" y="17187"/>
                  <a:pt x="7792" y="17750"/>
                </a:cubicBezTo>
                <a:cubicBezTo>
                  <a:pt x="7371" y="18262"/>
                  <a:pt x="6556" y="18089"/>
                  <a:pt x="5907" y="18207"/>
                </a:cubicBezTo>
                <a:cubicBezTo>
                  <a:pt x="5333" y="18306"/>
                  <a:pt x="4826" y="18664"/>
                  <a:pt x="4406" y="19072"/>
                </a:cubicBezTo>
                <a:cubicBezTo>
                  <a:pt x="3838" y="19603"/>
                  <a:pt x="3374" y="20239"/>
                  <a:pt x="3034" y="20925"/>
                </a:cubicBezTo>
                <a:cubicBezTo>
                  <a:pt x="2837" y="21333"/>
                  <a:pt x="2682" y="21759"/>
                  <a:pt x="2404" y="22124"/>
                </a:cubicBezTo>
                <a:cubicBezTo>
                  <a:pt x="2132" y="22488"/>
                  <a:pt x="1706" y="22772"/>
                  <a:pt x="1261" y="22742"/>
                </a:cubicBezTo>
                <a:cubicBezTo>
                  <a:pt x="1786" y="23329"/>
                  <a:pt x="1657" y="24249"/>
                  <a:pt x="1397" y="24997"/>
                </a:cubicBezTo>
                <a:cubicBezTo>
                  <a:pt x="1138" y="25744"/>
                  <a:pt x="773" y="26516"/>
                  <a:pt x="952" y="27289"/>
                </a:cubicBezTo>
                <a:cubicBezTo>
                  <a:pt x="1014" y="27560"/>
                  <a:pt x="1138" y="27851"/>
                  <a:pt x="1027" y="28110"/>
                </a:cubicBezTo>
                <a:cubicBezTo>
                  <a:pt x="934" y="28407"/>
                  <a:pt x="335" y="28351"/>
                  <a:pt x="347" y="28079"/>
                </a:cubicBezTo>
                <a:close/>
              </a:path>
            </a:pathLst>
          </a:custGeom>
          <a:solidFill>
            <a:srgbClr val="F7F9F7">
              <a:alpha val="193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8"/>
          <p:cNvSpPr/>
          <p:nvPr/>
        </p:nvSpPr>
        <p:spPr>
          <a:xfrm rot="682534" flipH="1">
            <a:off x="-515665" y="2632395"/>
            <a:ext cx="1439520" cy="2687264"/>
          </a:xfrm>
          <a:custGeom>
            <a:avLst/>
            <a:gdLst/>
            <a:ahLst/>
            <a:cxnLst/>
            <a:rect l="l" t="t" r="r" b="b"/>
            <a:pathLst>
              <a:path w="15218" h="28407" extrusionOk="0">
                <a:moveTo>
                  <a:pt x="347" y="28079"/>
                </a:moveTo>
                <a:cubicBezTo>
                  <a:pt x="106" y="27900"/>
                  <a:pt x="1" y="27591"/>
                  <a:pt x="7" y="27289"/>
                </a:cubicBezTo>
                <a:cubicBezTo>
                  <a:pt x="7" y="26998"/>
                  <a:pt x="112" y="26708"/>
                  <a:pt x="205" y="26424"/>
                </a:cubicBezTo>
                <a:lnTo>
                  <a:pt x="576" y="25336"/>
                </a:lnTo>
                <a:cubicBezTo>
                  <a:pt x="767" y="24780"/>
                  <a:pt x="959" y="24169"/>
                  <a:pt x="767" y="23607"/>
                </a:cubicBezTo>
                <a:cubicBezTo>
                  <a:pt x="637" y="23211"/>
                  <a:pt x="316" y="22840"/>
                  <a:pt x="421" y="22439"/>
                </a:cubicBezTo>
                <a:cubicBezTo>
                  <a:pt x="588" y="21784"/>
                  <a:pt x="1694" y="21747"/>
                  <a:pt x="1848" y="21080"/>
                </a:cubicBezTo>
                <a:cubicBezTo>
                  <a:pt x="2040" y="20270"/>
                  <a:pt x="2534" y="19541"/>
                  <a:pt x="3238" y="19103"/>
                </a:cubicBezTo>
                <a:cubicBezTo>
                  <a:pt x="3516" y="18924"/>
                  <a:pt x="3850" y="18757"/>
                  <a:pt x="3949" y="18442"/>
                </a:cubicBezTo>
                <a:cubicBezTo>
                  <a:pt x="4023" y="18195"/>
                  <a:pt x="3943" y="17917"/>
                  <a:pt x="4004" y="17669"/>
                </a:cubicBezTo>
                <a:cubicBezTo>
                  <a:pt x="4103" y="17274"/>
                  <a:pt x="4548" y="17064"/>
                  <a:pt x="4950" y="16996"/>
                </a:cubicBezTo>
                <a:cubicBezTo>
                  <a:pt x="5351" y="16928"/>
                  <a:pt x="5796" y="16916"/>
                  <a:pt x="6136" y="16699"/>
                </a:cubicBezTo>
                <a:cubicBezTo>
                  <a:pt x="6494" y="16471"/>
                  <a:pt x="6692" y="16032"/>
                  <a:pt x="6723" y="15600"/>
                </a:cubicBezTo>
                <a:cubicBezTo>
                  <a:pt x="6760" y="15167"/>
                  <a:pt x="6661" y="14741"/>
                  <a:pt x="6568" y="14315"/>
                </a:cubicBezTo>
                <a:cubicBezTo>
                  <a:pt x="6760" y="13857"/>
                  <a:pt x="6476" y="13406"/>
                  <a:pt x="6364" y="12918"/>
                </a:cubicBezTo>
                <a:cubicBezTo>
                  <a:pt x="6148" y="11924"/>
                  <a:pt x="7038" y="11040"/>
                  <a:pt x="7909" y="10503"/>
                </a:cubicBezTo>
                <a:cubicBezTo>
                  <a:pt x="8774" y="9959"/>
                  <a:pt x="9793" y="9434"/>
                  <a:pt x="10096" y="8464"/>
                </a:cubicBezTo>
                <a:cubicBezTo>
                  <a:pt x="10355" y="7587"/>
                  <a:pt x="9948" y="6586"/>
                  <a:pt x="10318" y="5746"/>
                </a:cubicBezTo>
                <a:cubicBezTo>
                  <a:pt x="10498" y="5332"/>
                  <a:pt x="10844" y="5023"/>
                  <a:pt x="11177" y="4732"/>
                </a:cubicBezTo>
                <a:cubicBezTo>
                  <a:pt x="11696" y="4269"/>
                  <a:pt x="12221" y="3812"/>
                  <a:pt x="12734" y="3349"/>
                </a:cubicBezTo>
                <a:cubicBezTo>
                  <a:pt x="12975" y="3398"/>
                  <a:pt x="13278" y="3058"/>
                  <a:pt x="13395" y="2848"/>
                </a:cubicBezTo>
                <a:cubicBezTo>
                  <a:pt x="13506" y="2638"/>
                  <a:pt x="13469" y="2354"/>
                  <a:pt x="13309" y="2175"/>
                </a:cubicBezTo>
                <a:cubicBezTo>
                  <a:pt x="13006" y="1853"/>
                  <a:pt x="12444" y="1959"/>
                  <a:pt x="12104" y="1674"/>
                </a:cubicBezTo>
                <a:cubicBezTo>
                  <a:pt x="11733" y="1359"/>
                  <a:pt x="11857" y="711"/>
                  <a:pt x="12234" y="389"/>
                </a:cubicBezTo>
                <a:cubicBezTo>
                  <a:pt x="12610" y="80"/>
                  <a:pt x="13129" y="19"/>
                  <a:pt x="13624" y="6"/>
                </a:cubicBezTo>
                <a:cubicBezTo>
                  <a:pt x="13951" y="0"/>
                  <a:pt x="14272" y="0"/>
                  <a:pt x="14600" y="12"/>
                </a:cubicBezTo>
                <a:cubicBezTo>
                  <a:pt x="14699" y="19"/>
                  <a:pt x="14798" y="31"/>
                  <a:pt x="14884" y="80"/>
                </a:cubicBezTo>
                <a:cubicBezTo>
                  <a:pt x="14983" y="155"/>
                  <a:pt x="15020" y="284"/>
                  <a:pt x="15045" y="402"/>
                </a:cubicBezTo>
                <a:cubicBezTo>
                  <a:pt x="15218" y="1267"/>
                  <a:pt x="14896" y="2212"/>
                  <a:pt x="14235" y="2799"/>
                </a:cubicBezTo>
                <a:cubicBezTo>
                  <a:pt x="14087" y="3250"/>
                  <a:pt x="13908" y="3620"/>
                  <a:pt x="13766" y="4065"/>
                </a:cubicBezTo>
                <a:cubicBezTo>
                  <a:pt x="13685" y="4300"/>
                  <a:pt x="13611" y="4529"/>
                  <a:pt x="13445" y="4708"/>
                </a:cubicBezTo>
                <a:cubicBezTo>
                  <a:pt x="13228" y="4949"/>
                  <a:pt x="12882" y="5048"/>
                  <a:pt x="12685" y="5301"/>
                </a:cubicBezTo>
                <a:cubicBezTo>
                  <a:pt x="12456" y="5573"/>
                  <a:pt x="12456" y="6005"/>
                  <a:pt x="12685" y="6283"/>
                </a:cubicBezTo>
                <a:cubicBezTo>
                  <a:pt x="12969" y="6629"/>
                  <a:pt x="13315" y="6901"/>
                  <a:pt x="13463" y="7327"/>
                </a:cubicBezTo>
                <a:cubicBezTo>
                  <a:pt x="13562" y="7605"/>
                  <a:pt x="13556" y="7908"/>
                  <a:pt x="13599" y="8192"/>
                </a:cubicBezTo>
                <a:cubicBezTo>
                  <a:pt x="13679" y="8668"/>
                  <a:pt x="13896" y="9119"/>
                  <a:pt x="13988" y="9595"/>
                </a:cubicBezTo>
                <a:cubicBezTo>
                  <a:pt x="14087" y="10077"/>
                  <a:pt x="14044" y="10633"/>
                  <a:pt x="13679" y="10954"/>
                </a:cubicBezTo>
                <a:cubicBezTo>
                  <a:pt x="13284" y="11312"/>
                  <a:pt x="12685" y="11275"/>
                  <a:pt x="12166" y="11158"/>
                </a:cubicBezTo>
                <a:cubicBezTo>
                  <a:pt x="11647" y="11040"/>
                  <a:pt x="11097" y="10880"/>
                  <a:pt x="10596" y="11046"/>
                </a:cubicBezTo>
                <a:cubicBezTo>
                  <a:pt x="10096" y="11226"/>
                  <a:pt x="9769" y="11936"/>
                  <a:pt x="10158" y="12294"/>
                </a:cubicBezTo>
                <a:cubicBezTo>
                  <a:pt x="9318" y="12159"/>
                  <a:pt x="8459" y="12616"/>
                  <a:pt x="7965" y="13314"/>
                </a:cubicBezTo>
                <a:cubicBezTo>
                  <a:pt x="7476" y="14006"/>
                  <a:pt x="7322" y="14895"/>
                  <a:pt x="7408" y="15736"/>
                </a:cubicBezTo>
                <a:cubicBezTo>
                  <a:pt x="7841" y="16329"/>
                  <a:pt x="8267" y="17187"/>
                  <a:pt x="7792" y="17750"/>
                </a:cubicBezTo>
                <a:cubicBezTo>
                  <a:pt x="7371" y="18262"/>
                  <a:pt x="6556" y="18089"/>
                  <a:pt x="5907" y="18207"/>
                </a:cubicBezTo>
                <a:cubicBezTo>
                  <a:pt x="5333" y="18306"/>
                  <a:pt x="4826" y="18664"/>
                  <a:pt x="4406" y="19072"/>
                </a:cubicBezTo>
                <a:cubicBezTo>
                  <a:pt x="3838" y="19603"/>
                  <a:pt x="3374" y="20239"/>
                  <a:pt x="3034" y="20925"/>
                </a:cubicBezTo>
                <a:cubicBezTo>
                  <a:pt x="2837" y="21333"/>
                  <a:pt x="2682" y="21759"/>
                  <a:pt x="2404" y="22124"/>
                </a:cubicBezTo>
                <a:cubicBezTo>
                  <a:pt x="2132" y="22488"/>
                  <a:pt x="1706" y="22772"/>
                  <a:pt x="1261" y="22742"/>
                </a:cubicBezTo>
                <a:cubicBezTo>
                  <a:pt x="1786" y="23329"/>
                  <a:pt x="1657" y="24249"/>
                  <a:pt x="1397" y="24997"/>
                </a:cubicBezTo>
                <a:cubicBezTo>
                  <a:pt x="1138" y="25744"/>
                  <a:pt x="773" y="26516"/>
                  <a:pt x="952" y="27289"/>
                </a:cubicBezTo>
                <a:cubicBezTo>
                  <a:pt x="1014" y="27560"/>
                  <a:pt x="1138" y="27851"/>
                  <a:pt x="1027" y="28110"/>
                </a:cubicBezTo>
                <a:cubicBezTo>
                  <a:pt x="934" y="28407"/>
                  <a:pt x="335" y="28351"/>
                  <a:pt x="347" y="28079"/>
                </a:cubicBezTo>
                <a:close/>
              </a:path>
            </a:pathLst>
          </a:custGeom>
          <a:solidFill>
            <a:srgbClr val="F7F9F7">
              <a:alpha val="193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title"/>
          </p:nvPr>
        </p:nvSpPr>
        <p:spPr>
          <a:xfrm>
            <a:off x="720000" y="1250550"/>
            <a:ext cx="3594000" cy="179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8"/>
          <p:cNvSpPr txBox="1">
            <a:spLocks noGrp="1"/>
          </p:cNvSpPr>
          <p:nvPr>
            <p:ph type="subTitle" idx="1"/>
          </p:nvPr>
        </p:nvSpPr>
        <p:spPr>
          <a:xfrm>
            <a:off x="720000" y="2999113"/>
            <a:ext cx="3594000" cy="8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8"/>
          <p:cNvSpPr>
            <a:spLocks noGrp="1"/>
          </p:cNvSpPr>
          <p:nvPr>
            <p:ph type="pic" idx="2"/>
          </p:nvPr>
        </p:nvSpPr>
        <p:spPr>
          <a:xfrm>
            <a:off x="4716525" y="734900"/>
            <a:ext cx="3542400" cy="3673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/>
          <p:cNvPicPr preferRelativeResize="0"/>
          <p:nvPr/>
        </p:nvPicPr>
        <p:blipFill rotWithShape="1">
          <a:blip r:embed="rId3">
            <a:alphaModFix amt="30000"/>
          </a:blip>
          <a:srcRect t="45647" b="-432"/>
          <a:stretch/>
        </p:blipFill>
        <p:spPr>
          <a:xfrm>
            <a:off x="9" y="0"/>
            <a:ext cx="9144000" cy="303104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>
            <a:spLocks noGrp="1"/>
          </p:cNvSpPr>
          <p:nvPr>
            <p:ph type="title"/>
          </p:nvPr>
        </p:nvSpPr>
        <p:spPr>
          <a:xfrm>
            <a:off x="1145450" y="1492963"/>
            <a:ext cx="2758800" cy="121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subTitle" idx="1"/>
          </p:nvPr>
        </p:nvSpPr>
        <p:spPr>
          <a:xfrm>
            <a:off x="1145450" y="2628738"/>
            <a:ext cx="27588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9"/>
          <p:cNvSpPr/>
          <p:nvPr/>
        </p:nvSpPr>
        <p:spPr>
          <a:xfrm rot="1004839" flipH="1">
            <a:off x="-2571294" y="2064458"/>
            <a:ext cx="3681125" cy="3341299"/>
          </a:xfrm>
          <a:custGeom>
            <a:avLst/>
            <a:gdLst/>
            <a:ahLst/>
            <a:cxnLst/>
            <a:rect l="l" t="t" r="r" b="b"/>
            <a:pathLst>
              <a:path w="53967" h="47233" extrusionOk="0">
                <a:moveTo>
                  <a:pt x="4041" y="46429"/>
                </a:moveTo>
                <a:cubicBezTo>
                  <a:pt x="3701" y="46491"/>
                  <a:pt x="3380" y="46213"/>
                  <a:pt x="3257" y="45891"/>
                </a:cubicBezTo>
                <a:cubicBezTo>
                  <a:pt x="3121" y="45564"/>
                  <a:pt x="3139" y="45212"/>
                  <a:pt x="3102" y="44872"/>
                </a:cubicBezTo>
                <a:cubicBezTo>
                  <a:pt x="2985" y="43859"/>
                  <a:pt x="2429" y="42907"/>
                  <a:pt x="1601" y="42314"/>
                </a:cubicBezTo>
                <a:cubicBezTo>
                  <a:pt x="1341" y="42123"/>
                  <a:pt x="1008" y="41888"/>
                  <a:pt x="1051" y="41567"/>
                </a:cubicBezTo>
                <a:cubicBezTo>
                  <a:pt x="1107" y="41153"/>
                  <a:pt x="1687" y="41079"/>
                  <a:pt x="1916" y="40733"/>
                </a:cubicBezTo>
                <a:cubicBezTo>
                  <a:pt x="2163" y="40362"/>
                  <a:pt x="1916" y="39880"/>
                  <a:pt x="1694" y="39497"/>
                </a:cubicBezTo>
                <a:cubicBezTo>
                  <a:pt x="1471" y="39114"/>
                  <a:pt x="1286" y="38583"/>
                  <a:pt x="1595" y="38274"/>
                </a:cubicBezTo>
                <a:cubicBezTo>
                  <a:pt x="1712" y="37780"/>
                  <a:pt x="1348" y="37242"/>
                  <a:pt x="1008" y="36865"/>
                </a:cubicBezTo>
                <a:cubicBezTo>
                  <a:pt x="754" y="36575"/>
                  <a:pt x="495" y="36285"/>
                  <a:pt x="242" y="36000"/>
                </a:cubicBezTo>
                <a:cubicBezTo>
                  <a:pt x="124" y="35864"/>
                  <a:pt x="1" y="35710"/>
                  <a:pt x="13" y="35537"/>
                </a:cubicBezTo>
                <a:cubicBezTo>
                  <a:pt x="19" y="35352"/>
                  <a:pt x="168" y="35203"/>
                  <a:pt x="297" y="35080"/>
                </a:cubicBezTo>
                <a:cubicBezTo>
                  <a:pt x="643" y="34765"/>
                  <a:pt x="983" y="34443"/>
                  <a:pt x="1329" y="34128"/>
                </a:cubicBezTo>
                <a:cubicBezTo>
                  <a:pt x="1465" y="34011"/>
                  <a:pt x="1595" y="33881"/>
                  <a:pt x="1656" y="33721"/>
                </a:cubicBezTo>
                <a:cubicBezTo>
                  <a:pt x="1799" y="33356"/>
                  <a:pt x="1564" y="32955"/>
                  <a:pt x="1329" y="32639"/>
                </a:cubicBezTo>
                <a:cubicBezTo>
                  <a:pt x="1100" y="32677"/>
                  <a:pt x="853" y="32207"/>
                  <a:pt x="884" y="31972"/>
                </a:cubicBezTo>
                <a:cubicBezTo>
                  <a:pt x="915" y="31744"/>
                  <a:pt x="1070" y="31558"/>
                  <a:pt x="1199" y="31367"/>
                </a:cubicBezTo>
                <a:cubicBezTo>
                  <a:pt x="1329" y="31181"/>
                  <a:pt x="1453" y="30947"/>
                  <a:pt x="1409" y="30724"/>
                </a:cubicBezTo>
                <a:cubicBezTo>
                  <a:pt x="1329" y="30384"/>
                  <a:pt x="884" y="30156"/>
                  <a:pt x="952" y="29810"/>
                </a:cubicBezTo>
                <a:cubicBezTo>
                  <a:pt x="1002" y="29587"/>
                  <a:pt x="1249" y="29470"/>
                  <a:pt x="1440" y="29365"/>
                </a:cubicBezTo>
                <a:cubicBezTo>
                  <a:pt x="2330" y="28852"/>
                  <a:pt x="2676" y="27759"/>
                  <a:pt x="2935" y="26758"/>
                </a:cubicBezTo>
                <a:cubicBezTo>
                  <a:pt x="3732" y="26838"/>
                  <a:pt x="4443" y="26165"/>
                  <a:pt x="4684" y="25411"/>
                </a:cubicBezTo>
                <a:cubicBezTo>
                  <a:pt x="4925" y="24651"/>
                  <a:pt x="4813" y="23823"/>
                  <a:pt x="4696" y="23039"/>
                </a:cubicBezTo>
                <a:cubicBezTo>
                  <a:pt x="4560" y="22112"/>
                  <a:pt x="5512" y="20963"/>
                  <a:pt x="6210" y="20333"/>
                </a:cubicBezTo>
                <a:cubicBezTo>
                  <a:pt x="6537" y="20049"/>
                  <a:pt x="6914" y="19789"/>
                  <a:pt x="7106" y="19400"/>
                </a:cubicBezTo>
                <a:cubicBezTo>
                  <a:pt x="7303" y="19023"/>
                  <a:pt x="7303" y="18560"/>
                  <a:pt x="7550" y="18201"/>
                </a:cubicBezTo>
                <a:cubicBezTo>
                  <a:pt x="7847" y="17769"/>
                  <a:pt x="8421" y="17658"/>
                  <a:pt x="8947" y="17596"/>
                </a:cubicBezTo>
                <a:cubicBezTo>
                  <a:pt x="9466" y="17540"/>
                  <a:pt x="10034" y="17503"/>
                  <a:pt x="10429" y="17163"/>
                </a:cubicBezTo>
                <a:cubicBezTo>
                  <a:pt x="10701" y="16929"/>
                  <a:pt x="10948" y="16422"/>
                  <a:pt x="11041" y="16082"/>
                </a:cubicBezTo>
                <a:cubicBezTo>
                  <a:pt x="11121" y="15742"/>
                  <a:pt x="11177" y="15372"/>
                  <a:pt x="11381" y="15081"/>
                </a:cubicBezTo>
                <a:cubicBezTo>
                  <a:pt x="11578" y="14791"/>
                  <a:pt x="12005" y="14618"/>
                  <a:pt x="12289" y="14828"/>
                </a:cubicBezTo>
                <a:cubicBezTo>
                  <a:pt x="12413" y="14921"/>
                  <a:pt x="12691" y="14494"/>
                  <a:pt x="12678" y="14340"/>
                </a:cubicBezTo>
                <a:cubicBezTo>
                  <a:pt x="12660" y="14186"/>
                  <a:pt x="12561" y="14062"/>
                  <a:pt x="12462" y="13957"/>
                </a:cubicBezTo>
                <a:cubicBezTo>
                  <a:pt x="12357" y="13840"/>
                  <a:pt x="12258" y="13710"/>
                  <a:pt x="12258" y="13562"/>
                </a:cubicBezTo>
                <a:cubicBezTo>
                  <a:pt x="12258" y="13339"/>
                  <a:pt x="12474" y="13191"/>
                  <a:pt x="12653" y="13061"/>
                </a:cubicBezTo>
                <a:cubicBezTo>
                  <a:pt x="12833" y="12931"/>
                  <a:pt x="13018" y="12721"/>
                  <a:pt x="12932" y="12511"/>
                </a:cubicBezTo>
                <a:cubicBezTo>
                  <a:pt x="12851" y="12320"/>
                  <a:pt x="12604" y="12283"/>
                  <a:pt x="12406" y="12239"/>
                </a:cubicBezTo>
                <a:cubicBezTo>
                  <a:pt x="12073" y="12190"/>
                  <a:pt x="11733" y="12066"/>
                  <a:pt x="11492" y="11825"/>
                </a:cubicBezTo>
                <a:cubicBezTo>
                  <a:pt x="11257" y="11585"/>
                  <a:pt x="11134" y="11208"/>
                  <a:pt x="11263" y="10893"/>
                </a:cubicBezTo>
                <a:cubicBezTo>
                  <a:pt x="12925" y="10324"/>
                  <a:pt x="14637" y="9255"/>
                  <a:pt x="16305" y="8687"/>
                </a:cubicBezTo>
                <a:cubicBezTo>
                  <a:pt x="16682" y="8557"/>
                  <a:pt x="17108" y="8390"/>
                  <a:pt x="17250" y="8020"/>
                </a:cubicBezTo>
                <a:cubicBezTo>
                  <a:pt x="17355" y="7711"/>
                  <a:pt x="17231" y="7377"/>
                  <a:pt x="17114" y="7075"/>
                </a:cubicBezTo>
                <a:cubicBezTo>
                  <a:pt x="16929" y="6630"/>
                  <a:pt x="16750" y="6173"/>
                  <a:pt x="16564" y="5722"/>
                </a:cubicBezTo>
                <a:cubicBezTo>
                  <a:pt x="16453" y="5444"/>
                  <a:pt x="16342" y="5159"/>
                  <a:pt x="16317" y="4857"/>
                </a:cubicBezTo>
                <a:cubicBezTo>
                  <a:pt x="16274" y="4066"/>
                  <a:pt x="16885" y="3399"/>
                  <a:pt x="17448" y="2836"/>
                </a:cubicBezTo>
                <a:cubicBezTo>
                  <a:pt x="24880" y="1842"/>
                  <a:pt x="32368" y="674"/>
                  <a:pt x="39850" y="279"/>
                </a:cubicBezTo>
                <a:cubicBezTo>
                  <a:pt x="43007" y="112"/>
                  <a:pt x="46182" y="1"/>
                  <a:pt x="49339" y="186"/>
                </a:cubicBezTo>
                <a:cubicBezTo>
                  <a:pt x="50494" y="254"/>
                  <a:pt x="51699" y="390"/>
                  <a:pt x="52657" y="1020"/>
                </a:cubicBezTo>
                <a:cubicBezTo>
                  <a:pt x="53404" y="1514"/>
                  <a:pt x="53967" y="2534"/>
                  <a:pt x="53509" y="3306"/>
                </a:cubicBezTo>
                <a:cubicBezTo>
                  <a:pt x="53213" y="3819"/>
                  <a:pt x="52583" y="4023"/>
                  <a:pt x="51996" y="4072"/>
                </a:cubicBezTo>
                <a:cubicBezTo>
                  <a:pt x="51409" y="4115"/>
                  <a:pt x="50816" y="4035"/>
                  <a:pt x="50241" y="4128"/>
                </a:cubicBezTo>
                <a:cubicBezTo>
                  <a:pt x="49605" y="4233"/>
                  <a:pt x="48981" y="4591"/>
                  <a:pt x="48709" y="5166"/>
                </a:cubicBezTo>
                <a:cubicBezTo>
                  <a:pt x="48437" y="5746"/>
                  <a:pt x="48616" y="6549"/>
                  <a:pt x="49191" y="6846"/>
                </a:cubicBezTo>
                <a:cubicBezTo>
                  <a:pt x="49296" y="7192"/>
                  <a:pt x="49407" y="7594"/>
                  <a:pt x="49413" y="7958"/>
                </a:cubicBezTo>
                <a:cubicBezTo>
                  <a:pt x="49419" y="8316"/>
                  <a:pt x="49302" y="8699"/>
                  <a:pt x="49036" y="8947"/>
                </a:cubicBezTo>
                <a:cubicBezTo>
                  <a:pt x="48740" y="9218"/>
                  <a:pt x="48295" y="9268"/>
                  <a:pt x="47906" y="9194"/>
                </a:cubicBezTo>
                <a:cubicBezTo>
                  <a:pt x="47510" y="9113"/>
                  <a:pt x="47158" y="8916"/>
                  <a:pt x="46812" y="8712"/>
                </a:cubicBezTo>
                <a:cubicBezTo>
                  <a:pt x="46577" y="8582"/>
                  <a:pt x="46324" y="8446"/>
                  <a:pt x="46052" y="8452"/>
                </a:cubicBezTo>
                <a:cubicBezTo>
                  <a:pt x="45781" y="8458"/>
                  <a:pt x="45503" y="8681"/>
                  <a:pt x="45533" y="8953"/>
                </a:cubicBezTo>
                <a:cubicBezTo>
                  <a:pt x="45552" y="9082"/>
                  <a:pt x="45632" y="9194"/>
                  <a:pt x="45657" y="9323"/>
                </a:cubicBezTo>
                <a:cubicBezTo>
                  <a:pt x="45682" y="9453"/>
                  <a:pt x="45595" y="9620"/>
                  <a:pt x="45465" y="9595"/>
                </a:cubicBezTo>
                <a:cubicBezTo>
                  <a:pt x="45453" y="9781"/>
                  <a:pt x="45348" y="9879"/>
                  <a:pt x="45181" y="9947"/>
                </a:cubicBezTo>
                <a:cubicBezTo>
                  <a:pt x="45008" y="10021"/>
                  <a:pt x="44823" y="10028"/>
                  <a:pt x="44638" y="10028"/>
                </a:cubicBezTo>
                <a:cubicBezTo>
                  <a:pt x="44137" y="10034"/>
                  <a:pt x="43637" y="10052"/>
                  <a:pt x="43136" y="10059"/>
                </a:cubicBezTo>
                <a:cubicBezTo>
                  <a:pt x="42753" y="10065"/>
                  <a:pt x="42315" y="10108"/>
                  <a:pt x="42123" y="10435"/>
                </a:cubicBezTo>
                <a:cubicBezTo>
                  <a:pt x="42043" y="10565"/>
                  <a:pt x="42024" y="10738"/>
                  <a:pt x="41925" y="10856"/>
                </a:cubicBezTo>
                <a:cubicBezTo>
                  <a:pt x="41697" y="11134"/>
                  <a:pt x="41227" y="10985"/>
                  <a:pt x="40906" y="11146"/>
                </a:cubicBezTo>
                <a:cubicBezTo>
                  <a:pt x="40640" y="11294"/>
                  <a:pt x="40535" y="11640"/>
                  <a:pt x="40591" y="11943"/>
                </a:cubicBezTo>
                <a:cubicBezTo>
                  <a:pt x="40647" y="12246"/>
                  <a:pt x="40826" y="12505"/>
                  <a:pt x="40992" y="12758"/>
                </a:cubicBezTo>
                <a:cubicBezTo>
                  <a:pt x="41017" y="13117"/>
                  <a:pt x="40622" y="13308"/>
                  <a:pt x="40257" y="13308"/>
                </a:cubicBezTo>
                <a:cubicBezTo>
                  <a:pt x="39905" y="13308"/>
                  <a:pt x="39572" y="13141"/>
                  <a:pt x="39232" y="13018"/>
                </a:cubicBezTo>
                <a:cubicBezTo>
                  <a:pt x="38892" y="12894"/>
                  <a:pt x="38503" y="12833"/>
                  <a:pt x="38200" y="13024"/>
                </a:cubicBezTo>
                <a:cubicBezTo>
                  <a:pt x="36730" y="13994"/>
                  <a:pt x="34950" y="14519"/>
                  <a:pt x="33208" y="14797"/>
                </a:cubicBezTo>
                <a:cubicBezTo>
                  <a:pt x="32788" y="14871"/>
                  <a:pt x="32343" y="14915"/>
                  <a:pt x="31942" y="15075"/>
                </a:cubicBezTo>
                <a:cubicBezTo>
                  <a:pt x="31540" y="15242"/>
                  <a:pt x="31169" y="15551"/>
                  <a:pt x="31046" y="15965"/>
                </a:cubicBezTo>
                <a:cubicBezTo>
                  <a:pt x="30922" y="16385"/>
                  <a:pt x="31138" y="16898"/>
                  <a:pt x="31552" y="17021"/>
                </a:cubicBezTo>
                <a:cubicBezTo>
                  <a:pt x="31509" y="17435"/>
                  <a:pt x="31095" y="17763"/>
                  <a:pt x="30681" y="17787"/>
                </a:cubicBezTo>
                <a:cubicBezTo>
                  <a:pt x="30273" y="17812"/>
                  <a:pt x="29866" y="17682"/>
                  <a:pt x="29446" y="17682"/>
                </a:cubicBezTo>
                <a:cubicBezTo>
                  <a:pt x="28272" y="17682"/>
                  <a:pt x="27246" y="18696"/>
                  <a:pt x="26079" y="18590"/>
                </a:cubicBezTo>
                <a:cubicBezTo>
                  <a:pt x="25887" y="18578"/>
                  <a:pt x="25695" y="18523"/>
                  <a:pt x="25504" y="18535"/>
                </a:cubicBezTo>
                <a:cubicBezTo>
                  <a:pt x="25306" y="18553"/>
                  <a:pt x="25102" y="18658"/>
                  <a:pt x="25047" y="18844"/>
                </a:cubicBezTo>
                <a:cubicBezTo>
                  <a:pt x="24923" y="19270"/>
                  <a:pt x="25628" y="19672"/>
                  <a:pt x="25417" y="20067"/>
                </a:cubicBezTo>
                <a:cubicBezTo>
                  <a:pt x="25473" y="20598"/>
                  <a:pt x="24831" y="20864"/>
                  <a:pt x="24305" y="20957"/>
                </a:cubicBezTo>
                <a:cubicBezTo>
                  <a:pt x="23780" y="21049"/>
                  <a:pt x="23206" y="21000"/>
                  <a:pt x="22755" y="21278"/>
                </a:cubicBezTo>
                <a:cubicBezTo>
                  <a:pt x="22310" y="21544"/>
                  <a:pt x="22081" y="22044"/>
                  <a:pt x="21680" y="22359"/>
                </a:cubicBezTo>
                <a:cubicBezTo>
                  <a:pt x="20920" y="22965"/>
                  <a:pt x="19839" y="22755"/>
                  <a:pt x="18893" y="22569"/>
                </a:cubicBezTo>
                <a:cubicBezTo>
                  <a:pt x="17948" y="22378"/>
                  <a:pt x="16805" y="22297"/>
                  <a:pt x="16181" y="23026"/>
                </a:cubicBezTo>
                <a:cubicBezTo>
                  <a:pt x="15916" y="23335"/>
                  <a:pt x="15390" y="23292"/>
                  <a:pt x="15014" y="23156"/>
                </a:cubicBezTo>
                <a:cubicBezTo>
                  <a:pt x="14630" y="23026"/>
                  <a:pt x="14291" y="22785"/>
                  <a:pt x="13895" y="22680"/>
                </a:cubicBezTo>
                <a:cubicBezTo>
                  <a:pt x="13500" y="22582"/>
                  <a:pt x="13012" y="22662"/>
                  <a:pt x="12814" y="23014"/>
                </a:cubicBezTo>
                <a:cubicBezTo>
                  <a:pt x="12579" y="23428"/>
                  <a:pt x="12870" y="23941"/>
                  <a:pt x="12796" y="24416"/>
                </a:cubicBezTo>
                <a:cubicBezTo>
                  <a:pt x="12728" y="24917"/>
                  <a:pt x="12240" y="25281"/>
                  <a:pt x="11739" y="25380"/>
                </a:cubicBezTo>
                <a:cubicBezTo>
                  <a:pt x="11239" y="25479"/>
                  <a:pt x="10726" y="25362"/>
                  <a:pt x="10232" y="25257"/>
                </a:cubicBezTo>
                <a:cubicBezTo>
                  <a:pt x="9113" y="25010"/>
                  <a:pt x="7989" y="24750"/>
                  <a:pt x="6865" y="24509"/>
                </a:cubicBezTo>
                <a:cubicBezTo>
                  <a:pt x="6741" y="24886"/>
                  <a:pt x="6327" y="25269"/>
                  <a:pt x="6204" y="25658"/>
                </a:cubicBezTo>
                <a:cubicBezTo>
                  <a:pt x="6179" y="26597"/>
                  <a:pt x="5407" y="27462"/>
                  <a:pt x="4474" y="27586"/>
                </a:cubicBezTo>
                <a:cubicBezTo>
                  <a:pt x="4078" y="27641"/>
                  <a:pt x="3553" y="27648"/>
                  <a:pt x="3454" y="28037"/>
                </a:cubicBezTo>
                <a:cubicBezTo>
                  <a:pt x="3325" y="28500"/>
                  <a:pt x="3992" y="28791"/>
                  <a:pt x="4097" y="29260"/>
                </a:cubicBezTo>
                <a:cubicBezTo>
                  <a:pt x="4233" y="29903"/>
                  <a:pt x="3300" y="30249"/>
                  <a:pt x="3114" y="30879"/>
                </a:cubicBezTo>
                <a:cubicBezTo>
                  <a:pt x="2861" y="31719"/>
                  <a:pt x="4023" y="32392"/>
                  <a:pt x="4035" y="33263"/>
                </a:cubicBezTo>
                <a:cubicBezTo>
                  <a:pt x="4041" y="34110"/>
                  <a:pt x="2941" y="34783"/>
                  <a:pt x="3176" y="35605"/>
                </a:cubicBezTo>
                <a:cubicBezTo>
                  <a:pt x="3355" y="36204"/>
                  <a:pt x="4103" y="36377"/>
                  <a:pt x="4640" y="36698"/>
                </a:cubicBezTo>
                <a:cubicBezTo>
                  <a:pt x="5746" y="37366"/>
                  <a:pt x="6018" y="38848"/>
                  <a:pt x="6000" y="40133"/>
                </a:cubicBezTo>
                <a:cubicBezTo>
                  <a:pt x="5987" y="41425"/>
                  <a:pt x="5808" y="42802"/>
                  <a:pt x="6420" y="43933"/>
                </a:cubicBezTo>
                <a:cubicBezTo>
                  <a:pt x="6648" y="44378"/>
                  <a:pt x="6988" y="44749"/>
                  <a:pt x="7217" y="45187"/>
                </a:cubicBezTo>
                <a:cubicBezTo>
                  <a:pt x="7439" y="45626"/>
                  <a:pt x="7544" y="46182"/>
                  <a:pt x="7291" y="46608"/>
                </a:cubicBezTo>
                <a:cubicBezTo>
                  <a:pt x="7019" y="47071"/>
                  <a:pt x="6401" y="47232"/>
                  <a:pt x="5876" y="47133"/>
                </a:cubicBezTo>
                <a:cubicBezTo>
                  <a:pt x="5332" y="47016"/>
                  <a:pt x="4480" y="46738"/>
                  <a:pt x="4041" y="46429"/>
                </a:cubicBezTo>
                <a:close/>
              </a:path>
            </a:pathLst>
          </a:custGeom>
          <a:solidFill>
            <a:srgbClr val="F7F9F7">
              <a:alpha val="2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/>
          <p:cNvPicPr preferRelativeResize="0"/>
          <p:nvPr/>
        </p:nvPicPr>
        <p:blipFill rotWithShape="1">
          <a:blip r:embed="rId2">
            <a:alphaModFix amt="30000"/>
          </a:blip>
          <a:srcRect t="45647" b="-432"/>
          <a:stretch/>
        </p:blipFill>
        <p:spPr>
          <a:xfrm rot="10800000">
            <a:off x="-16" y="2112450"/>
            <a:ext cx="9144000" cy="3031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>
            <a:spLocks noGrp="1"/>
          </p:cNvSpPr>
          <p:nvPr>
            <p:ph type="title"/>
          </p:nvPr>
        </p:nvSpPr>
        <p:spPr>
          <a:xfrm>
            <a:off x="5358775" y="1456113"/>
            <a:ext cx="2630400" cy="122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ubTitle" idx="1"/>
          </p:nvPr>
        </p:nvSpPr>
        <p:spPr>
          <a:xfrm>
            <a:off x="5358900" y="2607088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0"/>
          <p:cNvSpPr/>
          <p:nvPr/>
        </p:nvSpPr>
        <p:spPr>
          <a:xfrm rot="217108" flipH="1">
            <a:off x="7923737" y="-122912"/>
            <a:ext cx="1439525" cy="2687266"/>
          </a:xfrm>
          <a:custGeom>
            <a:avLst/>
            <a:gdLst/>
            <a:ahLst/>
            <a:cxnLst/>
            <a:rect l="l" t="t" r="r" b="b"/>
            <a:pathLst>
              <a:path w="15218" h="28407" extrusionOk="0">
                <a:moveTo>
                  <a:pt x="347" y="28079"/>
                </a:moveTo>
                <a:cubicBezTo>
                  <a:pt x="106" y="27900"/>
                  <a:pt x="1" y="27591"/>
                  <a:pt x="7" y="27289"/>
                </a:cubicBezTo>
                <a:cubicBezTo>
                  <a:pt x="7" y="26998"/>
                  <a:pt x="112" y="26708"/>
                  <a:pt x="205" y="26424"/>
                </a:cubicBezTo>
                <a:lnTo>
                  <a:pt x="576" y="25336"/>
                </a:lnTo>
                <a:cubicBezTo>
                  <a:pt x="767" y="24780"/>
                  <a:pt x="959" y="24169"/>
                  <a:pt x="767" y="23607"/>
                </a:cubicBezTo>
                <a:cubicBezTo>
                  <a:pt x="637" y="23211"/>
                  <a:pt x="316" y="22840"/>
                  <a:pt x="421" y="22439"/>
                </a:cubicBezTo>
                <a:cubicBezTo>
                  <a:pt x="588" y="21784"/>
                  <a:pt x="1694" y="21747"/>
                  <a:pt x="1848" y="21080"/>
                </a:cubicBezTo>
                <a:cubicBezTo>
                  <a:pt x="2040" y="20270"/>
                  <a:pt x="2534" y="19541"/>
                  <a:pt x="3238" y="19103"/>
                </a:cubicBezTo>
                <a:cubicBezTo>
                  <a:pt x="3516" y="18924"/>
                  <a:pt x="3850" y="18757"/>
                  <a:pt x="3949" y="18442"/>
                </a:cubicBezTo>
                <a:cubicBezTo>
                  <a:pt x="4023" y="18195"/>
                  <a:pt x="3943" y="17917"/>
                  <a:pt x="4004" y="17669"/>
                </a:cubicBezTo>
                <a:cubicBezTo>
                  <a:pt x="4103" y="17274"/>
                  <a:pt x="4548" y="17064"/>
                  <a:pt x="4950" y="16996"/>
                </a:cubicBezTo>
                <a:cubicBezTo>
                  <a:pt x="5351" y="16928"/>
                  <a:pt x="5796" y="16916"/>
                  <a:pt x="6136" y="16699"/>
                </a:cubicBezTo>
                <a:cubicBezTo>
                  <a:pt x="6494" y="16471"/>
                  <a:pt x="6692" y="16032"/>
                  <a:pt x="6723" y="15600"/>
                </a:cubicBezTo>
                <a:cubicBezTo>
                  <a:pt x="6760" y="15167"/>
                  <a:pt x="6661" y="14741"/>
                  <a:pt x="6568" y="14315"/>
                </a:cubicBezTo>
                <a:cubicBezTo>
                  <a:pt x="6760" y="13857"/>
                  <a:pt x="6476" y="13406"/>
                  <a:pt x="6364" y="12918"/>
                </a:cubicBezTo>
                <a:cubicBezTo>
                  <a:pt x="6148" y="11924"/>
                  <a:pt x="7038" y="11040"/>
                  <a:pt x="7909" y="10503"/>
                </a:cubicBezTo>
                <a:cubicBezTo>
                  <a:pt x="8774" y="9959"/>
                  <a:pt x="9793" y="9434"/>
                  <a:pt x="10096" y="8464"/>
                </a:cubicBezTo>
                <a:cubicBezTo>
                  <a:pt x="10355" y="7587"/>
                  <a:pt x="9948" y="6586"/>
                  <a:pt x="10318" y="5746"/>
                </a:cubicBezTo>
                <a:cubicBezTo>
                  <a:pt x="10498" y="5332"/>
                  <a:pt x="10844" y="5023"/>
                  <a:pt x="11177" y="4732"/>
                </a:cubicBezTo>
                <a:cubicBezTo>
                  <a:pt x="11696" y="4269"/>
                  <a:pt x="12221" y="3812"/>
                  <a:pt x="12734" y="3349"/>
                </a:cubicBezTo>
                <a:cubicBezTo>
                  <a:pt x="12975" y="3398"/>
                  <a:pt x="13278" y="3058"/>
                  <a:pt x="13395" y="2848"/>
                </a:cubicBezTo>
                <a:cubicBezTo>
                  <a:pt x="13506" y="2638"/>
                  <a:pt x="13469" y="2354"/>
                  <a:pt x="13309" y="2175"/>
                </a:cubicBezTo>
                <a:cubicBezTo>
                  <a:pt x="13006" y="1853"/>
                  <a:pt x="12444" y="1959"/>
                  <a:pt x="12104" y="1674"/>
                </a:cubicBezTo>
                <a:cubicBezTo>
                  <a:pt x="11733" y="1359"/>
                  <a:pt x="11857" y="711"/>
                  <a:pt x="12234" y="389"/>
                </a:cubicBezTo>
                <a:cubicBezTo>
                  <a:pt x="12610" y="80"/>
                  <a:pt x="13129" y="19"/>
                  <a:pt x="13624" y="6"/>
                </a:cubicBezTo>
                <a:cubicBezTo>
                  <a:pt x="13951" y="0"/>
                  <a:pt x="14272" y="0"/>
                  <a:pt x="14600" y="12"/>
                </a:cubicBezTo>
                <a:cubicBezTo>
                  <a:pt x="14699" y="19"/>
                  <a:pt x="14798" y="31"/>
                  <a:pt x="14884" y="80"/>
                </a:cubicBezTo>
                <a:cubicBezTo>
                  <a:pt x="14983" y="155"/>
                  <a:pt x="15020" y="284"/>
                  <a:pt x="15045" y="402"/>
                </a:cubicBezTo>
                <a:cubicBezTo>
                  <a:pt x="15218" y="1267"/>
                  <a:pt x="14896" y="2212"/>
                  <a:pt x="14235" y="2799"/>
                </a:cubicBezTo>
                <a:cubicBezTo>
                  <a:pt x="14087" y="3250"/>
                  <a:pt x="13908" y="3620"/>
                  <a:pt x="13766" y="4065"/>
                </a:cubicBezTo>
                <a:cubicBezTo>
                  <a:pt x="13685" y="4300"/>
                  <a:pt x="13611" y="4529"/>
                  <a:pt x="13445" y="4708"/>
                </a:cubicBezTo>
                <a:cubicBezTo>
                  <a:pt x="13228" y="4949"/>
                  <a:pt x="12882" y="5048"/>
                  <a:pt x="12685" y="5301"/>
                </a:cubicBezTo>
                <a:cubicBezTo>
                  <a:pt x="12456" y="5573"/>
                  <a:pt x="12456" y="6005"/>
                  <a:pt x="12685" y="6283"/>
                </a:cubicBezTo>
                <a:cubicBezTo>
                  <a:pt x="12969" y="6629"/>
                  <a:pt x="13315" y="6901"/>
                  <a:pt x="13463" y="7327"/>
                </a:cubicBezTo>
                <a:cubicBezTo>
                  <a:pt x="13562" y="7605"/>
                  <a:pt x="13556" y="7908"/>
                  <a:pt x="13599" y="8192"/>
                </a:cubicBezTo>
                <a:cubicBezTo>
                  <a:pt x="13679" y="8668"/>
                  <a:pt x="13896" y="9119"/>
                  <a:pt x="13988" y="9595"/>
                </a:cubicBezTo>
                <a:cubicBezTo>
                  <a:pt x="14087" y="10077"/>
                  <a:pt x="14044" y="10633"/>
                  <a:pt x="13679" y="10954"/>
                </a:cubicBezTo>
                <a:cubicBezTo>
                  <a:pt x="13284" y="11312"/>
                  <a:pt x="12685" y="11275"/>
                  <a:pt x="12166" y="11158"/>
                </a:cubicBezTo>
                <a:cubicBezTo>
                  <a:pt x="11647" y="11040"/>
                  <a:pt x="11097" y="10880"/>
                  <a:pt x="10596" y="11046"/>
                </a:cubicBezTo>
                <a:cubicBezTo>
                  <a:pt x="10096" y="11226"/>
                  <a:pt x="9769" y="11936"/>
                  <a:pt x="10158" y="12294"/>
                </a:cubicBezTo>
                <a:cubicBezTo>
                  <a:pt x="9318" y="12159"/>
                  <a:pt x="8459" y="12616"/>
                  <a:pt x="7965" y="13314"/>
                </a:cubicBezTo>
                <a:cubicBezTo>
                  <a:pt x="7476" y="14006"/>
                  <a:pt x="7322" y="14895"/>
                  <a:pt x="7408" y="15736"/>
                </a:cubicBezTo>
                <a:cubicBezTo>
                  <a:pt x="7841" y="16329"/>
                  <a:pt x="8267" y="17187"/>
                  <a:pt x="7792" y="17750"/>
                </a:cubicBezTo>
                <a:cubicBezTo>
                  <a:pt x="7371" y="18262"/>
                  <a:pt x="6556" y="18089"/>
                  <a:pt x="5907" y="18207"/>
                </a:cubicBezTo>
                <a:cubicBezTo>
                  <a:pt x="5333" y="18306"/>
                  <a:pt x="4826" y="18664"/>
                  <a:pt x="4406" y="19072"/>
                </a:cubicBezTo>
                <a:cubicBezTo>
                  <a:pt x="3838" y="19603"/>
                  <a:pt x="3374" y="20239"/>
                  <a:pt x="3034" y="20925"/>
                </a:cubicBezTo>
                <a:cubicBezTo>
                  <a:pt x="2837" y="21333"/>
                  <a:pt x="2682" y="21759"/>
                  <a:pt x="2404" y="22124"/>
                </a:cubicBezTo>
                <a:cubicBezTo>
                  <a:pt x="2132" y="22488"/>
                  <a:pt x="1706" y="22772"/>
                  <a:pt x="1261" y="22742"/>
                </a:cubicBezTo>
                <a:cubicBezTo>
                  <a:pt x="1786" y="23329"/>
                  <a:pt x="1657" y="24249"/>
                  <a:pt x="1397" y="24997"/>
                </a:cubicBezTo>
                <a:cubicBezTo>
                  <a:pt x="1138" y="25744"/>
                  <a:pt x="773" y="26516"/>
                  <a:pt x="952" y="27289"/>
                </a:cubicBezTo>
                <a:cubicBezTo>
                  <a:pt x="1014" y="27560"/>
                  <a:pt x="1138" y="27851"/>
                  <a:pt x="1027" y="28110"/>
                </a:cubicBezTo>
                <a:cubicBezTo>
                  <a:pt x="934" y="28407"/>
                  <a:pt x="335" y="28351"/>
                  <a:pt x="347" y="28079"/>
                </a:cubicBezTo>
                <a:close/>
              </a:path>
            </a:pathLst>
          </a:custGeom>
          <a:solidFill>
            <a:srgbClr val="F7F9F7">
              <a:alpha val="193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SECTION_TITLE_AND_DESCRIPTION_1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1"/>
          <p:cNvGrpSpPr/>
          <p:nvPr/>
        </p:nvGrpSpPr>
        <p:grpSpPr>
          <a:xfrm>
            <a:off x="0" y="4472533"/>
            <a:ext cx="9144045" cy="671120"/>
            <a:chOff x="5" y="4338433"/>
            <a:chExt cx="9144045" cy="805087"/>
          </a:xfrm>
        </p:grpSpPr>
        <p:sp>
          <p:nvSpPr>
            <p:cNvPr id="191" name="Google Shape;191;p21"/>
            <p:cNvSpPr/>
            <p:nvPr/>
          </p:nvSpPr>
          <p:spPr>
            <a:xfrm>
              <a:off x="5" y="4338433"/>
              <a:ext cx="9144045" cy="805087"/>
            </a:xfrm>
            <a:custGeom>
              <a:avLst/>
              <a:gdLst/>
              <a:ahLst/>
              <a:cxnLst/>
              <a:rect l="l" t="t" r="r" b="b"/>
              <a:pathLst>
                <a:path w="95644" h="14575" extrusionOk="0">
                  <a:moveTo>
                    <a:pt x="1" y="14575"/>
                  </a:moveTo>
                  <a:lnTo>
                    <a:pt x="95644" y="14575"/>
                  </a:lnTo>
                  <a:lnTo>
                    <a:pt x="9564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1022400" y="4338764"/>
              <a:ext cx="8121645" cy="804755"/>
            </a:xfrm>
            <a:custGeom>
              <a:avLst/>
              <a:gdLst/>
              <a:ahLst/>
              <a:cxnLst/>
              <a:rect l="l" t="t" r="r" b="b"/>
              <a:pathLst>
                <a:path w="84950" h="14569" extrusionOk="0">
                  <a:moveTo>
                    <a:pt x="17263" y="8768"/>
                  </a:moveTo>
                  <a:lnTo>
                    <a:pt x="9991" y="9293"/>
                  </a:lnTo>
                  <a:lnTo>
                    <a:pt x="12104" y="10992"/>
                  </a:lnTo>
                  <a:lnTo>
                    <a:pt x="3183" y="13778"/>
                  </a:lnTo>
                  <a:lnTo>
                    <a:pt x="1" y="14556"/>
                  </a:lnTo>
                  <a:lnTo>
                    <a:pt x="17361" y="14556"/>
                  </a:lnTo>
                  <a:lnTo>
                    <a:pt x="20321" y="12666"/>
                  </a:lnTo>
                  <a:lnTo>
                    <a:pt x="28822" y="11696"/>
                  </a:lnTo>
                  <a:lnTo>
                    <a:pt x="26734" y="10016"/>
                  </a:lnTo>
                  <a:close/>
                  <a:moveTo>
                    <a:pt x="45558" y="4449"/>
                  </a:moveTo>
                  <a:lnTo>
                    <a:pt x="42309" y="2311"/>
                  </a:lnTo>
                  <a:lnTo>
                    <a:pt x="54115" y="1"/>
                  </a:lnTo>
                  <a:lnTo>
                    <a:pt x="28167" y="1"/>
                  </a:lnTo>
                  <a:lnTo>
                    <a:pt x="27710" y="273"/>
                  </a:lnTo>
                  <a:lnTo>
                    <a:pt x="13494" y="409"/>
                  </a:lnTo>
                  <a:lnTo>
                    <a:pt x="6389" y="3479"/>
                  </a:lnTo>
                  <a:lnTo>
                    <a:pt x="16151" y="5147"/>
                  </a:lnTo>
                  <a:cubicBezTo>
                    <a:pt x="16707" y="5147"/>
                    <a:pt x="21729" y="4869"/>
                    <a:pt x="21729" y="4869"/>
                  </a:cubicBezTo>
                  <a:lnTo>
                    <a:pt x="27302" y="5425"/>
                  </a:lnTo>
                  <a:lnTo>
                    <a:pt x="31343" y="4591"/>
                  </a:lnTo>
                  <a:lnTo>
                    <a:pt x="39708" y="5425"/>
                  </a:lnTo>
                  <a:close/>
                  <a:moveTo>
                    <a:pt x="43186" y="12252"/>
                  </a:moveTo>
                  <a:lnTo>
                    <a:pt x="38583" y="11554"/>
                  </a:lnTo>
                  <a:lnTo>
                    <a:pt x="35939" y="12808"/>
                  </a:lnTo>
                  <a:cubicBezTo>
                    <a:pt x="35939" y="12808"/>
                    <a:pt x="33425" y="14056"/>
                    <a:pt x="33147" y="14482"/>
                  </a:cubicBezTo>
                  <a:lnTo>
                    <a:pt x="33517" y="14569"/>
                  </a:lnTo>
                  <a:lnTo>
                    <a:pt x="54152" y="14569"/>
                  </a:lnTo>
                  <a:lnTo>
                    <a:pt x="51823" y="13784"/>
                  </a:lnTo>
                  <a:close/>
                  <a:moveTo>
                    <a:pt x="78271" y="4097"/>
                  </a:moveTo>
                  <a:lnTo>
                    <a:pt x="84950" y="3652"/>
                  </a:lnTo>
                  <a:lnTo>
                    <a:pt x="84950" y="1786"/>
                  </a:lnTo>
                  <a:lnTo>
                    <a:pt x="79526" y="2441"/>
                  </a:lnTo>
                  <a:lnTo>
                    <a:pt x="65421" y="4393"/>
                  </a:lnTo>
                  <a:lnTo>
                    <a:pt x="54609" y="7476"/>
                  </a:lnTo>
                  <a:lnTo>
                    <a:pt x="60565" y="9219"/>
                  </a:lnTo>
                  <a:lnTo>
                    <a:pt x="66990" y="12203"/>
                  </a:lnTo>
                  <a:lnTo>
                    <a:pt x="77647" y="14464"/>
                  </a:lnTo>
                  <a:lnTo>
                    <a:pt x="84950" y="14396"/>
                  </a:lnTo>
                  <a:lnTo>
                    <a:pt x="84950" y="9373"/>
                  </a:lnTo>
                  <a:lnTo>
                    <a:pt x="79995" y="9015"/>
                  </a:lnTo>
                  <a:lnTo>
                    <a:pt x="66360" y="7075"/>
                  </a:lnTo>
                  <a:lnTo>
                    <a:pt x="72470" y="491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3" name="Google Shape;193;p21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 amt="26000"/>
          </a:blip>
          <a:srcRect l="445" t="22414" r="455" b="53524"/>
          <a:stretch/>
        </p:blipFill>
        <p:spPr>
          <a:xfrm rot="10800000">
            <a:off x="-25" y="0"/>
            <a:ext cx="9144001" cy="162247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>
            <a:spLocks noGrp="1"/>
          </p:cNvSpPr>
          <p:nvPr>
            <p:ph type="subTitle" idx="1"/>
          </p:nvPr>
        </p:nvSpPr>
        <p:spPr>
          <a:xfrm>
            <a:off x="1888650" y="2491150"/>
            <a:ext cx="5366700" cy="11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1"/>
          <p:cNvSpPr txBox="1">
            <a:spLocks noGrp="1"/>
          </p:cNvSpPr>
          <p:nvPr>
            <p:ph type="title"/>
          </p:nvPr>
        </p:nvSpPr>
        <p:spPr>
          <a:xfrm>
            <a:off x="2197800" y="1359800"/>
            <a:ext cx="4748400" cy="119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ONLY_2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/>
          <p:cNvPicPr preferRelativeResize="0"/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 rotWithShape="1">
          <a:blip r:embed="rId3">
            <a:alphaModFix amt="40000"/>
          </a:blip>
          <a:srcRect t="45732" b="11160"/>
          <a:stretch/>
        </p:blipFill>
        <p:spPr>
          <a:xfrm>
            <a:off x="9650" y="0"/>
            <a:ext cx="9144000" cy="14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>
            <a:spLocks noGrp="1"/>
          </p:cNvSpPr>
          <p:nvPr>
            <p:ph type="subTitle" idx="1"/>
          </p:nvPr>
        </p:nvSpPr>
        <p:spPr>
          <a:xfrm>
            <a:off x="713225" y="1160325"/>
            <a:ext cx="7717500" cy="13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3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/>
          <p:cNvPicPr preferRelativeResize="0"/>
          <p:nvPr/>
        </p:nvPicPr>
        <p:blipFill rotWithShape="1">
          <a:blip r:embed="rId3">
            <a:alphaModFix amt="27000"/>
          </a:blip>
          <a:srcRect l="55982" t="8883"/>
          <a:stretch/>
        </p:blipFill>
        <p:spPr>
          <a:xfrm rot="5400000">
            <a:off x="298138" y="3287362"/>
            <a:ext cx="1557999" cy="21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/>
          <p:nvPr/>
        </p:nvSpPr>
        <p:spPr>
          <a:xfrm rot="839288" flipH="1">
            <a:off x="8243267" y="-7260"/>
            <a:ext cx="1439510" cy="2687246"/>
          </a:xfrm>
          <a:custGeom>
            <a:avLst/>
            <a:gdLst/>
            <a:ahLst/>
            <a:cxnLst/>
            <a:rect l="l" t="t" r="r" b="b"/>
            <a:pathLst>
              <a:path w="15218" h="28407" extrusionOk="0">
                <a:moveTo>
                  <a:pt x="347" y="28079"/>
                </a:moveTo>
                <a:cubicBezTo>
                  <a:pt x="106" y="27900"/>
                  <a:pt x="1" y="27591"/>
                  <a:pt x="7" y="27289"/>
                </a:cubicBezTo>
                <a:cubicBezTo>
                  <a:pt x="7" y="26998"/>
                  <a:pt x="112" y="26708"/>
                  <a:pt x="205" y="26424"/>
                </a:cubicBezTo>
                <a:lnTo>
                  <a:pt x="576" y="25336"/>
                </a:lnTo>
                <a:cubicBezTo>
                  <a:pt x="767" y="24780"/>
                  <a:pt x="959" y="24169"/>
                  <a:pt x="767" y="23607"/>
                </a:cubicBezTo>
                <a:cubicBezTo>
                  <a:pt x="637" y="23211"/>
                  <a:pt x="316" y="22840"/>
                  <a:pt x="421" y="22439"/>
                </a:cubicBezTo>
                <a:cubicBezTo>
                  <a:pt x="588" y="21784"/>
                  <a:pt x="1694" y="21747"/>
                  <a:pt x="1848" y="21080"/>
                </a:cubicBezTo>
                <a:cubicBezTo>
                  <a:pt x="2040" y="20270"/>
                  <a:pt x="2534" y="19541"/>
                  <a:pt x="3238" y="19103"/>
                </a:cubicBezTo>
                <a:cubicBezTo>
                  <a:pt x="3516" y="18924"/>
                  <a:pt x="3850" y="18757"/>
                  <a:pt x="3949" y="18442"/>
                </a:cubicBezTo>
                <a:cubicBezTo>
                  <a:pt x="4023" y="18195"/>
                  <a:pt x="3943" y="17917"/>
                  <a:pt x="4004" y="17669"/>
                </a:cubicBezTo>
                <a:cubicBezTo>
                  <a:pt x="4103" y="17274"/>
                  <a:pt x="4548" y="17064"/>
                  <a:pt x="4950" y="16996"/>
                </a:cubicBezTo>
                <a:cubicBezTo>
                  <a:pt x="5351" y="16928"/>
                  <a:pt x="5796" y="16916"/>
                  <a:pt x="6136" y="16699"/>
                </a:cubicBezTo>
                <a:cubicBezTo>
                  <a:pt x="6494" y="16471"/>
                  <a:pt x="6692" y="16032"/>
                  <a:pt x="6723" y="15600"/>
                </a:cubicBezTo>
                <a:cubicBezTo>
                  <a:pt x="6760" y="15167"/>
                  <a:pt x="6661" y="14741"/>
                  <a:pt x="6568" y="14315"/>
                </a:cubicBezTo>
                <a:cubicBezTo>
                  <a:pt x="6760" y="13857"/>
                  <a:pt x="6476" y="13406"/>
                  <a:pt x="6364" y="12918"/>
                </a:cubicBezTo>
                <a:cubicBezTo>
                  <a:pt x="6148" y="11924"/>
                  <a:pt x="7038" y="11040"/>
                  <a:pt x="7909" y="10503"/>
                </a:cubicBezTo>
                <a:cubicBezTo>
                  <a:pt x="8774" y="9959"/>
                  <a:pt x="9793" y="9434"/>
                  <a:pt x="10096" y="8464"/>
                </a:cubicBezTo>
                <a:cubicBezTo>
                  <a:pt x="10355" y="7587"/>
                  <a:pt x="9948" y="6586"/>
                  <a:pt x="10318" y="5746"/>
                </a:cubicBezTo>
                <a:cubicBezTo>
                  <a:pt x="10498" y="5332"/>
                  <a:pt x="10844" y="5023"/>
                  <a:pt x="11177" y="4732"/>
                </a:cubicBezTo>
                <a:cubicBezTo>
                  <a:pt x="11696" y="4269"/>
                  <a:pt x="12221" y="3812"/>
                  <a:pt x="12734" y="3349"/>
                </a:cubicBezTo>
                <a:cubicBezTo>
                  <a:pt x="12975" y="3398"/>
                  <a:pt x="13278" y="3058"/>
                  <a:pt x="13395" y="2848"/>
                </a:cubicBezTo>
                <a:cubicBezTo>
                  <a:pt x="13506" y="2638"/>
                  <a:pt x="13469" y="2354"/>
                  <a:pt x="13309" y="2175"/>
                </a:cubicBezTo>
                <a:cubicBezTo>
                  <a:pt x="13006" y="1853"/>
                  <a:pt x="12444" y="1959"/>
                  <a:pt x="12104" y="1674"/>
                </a:cubicBezTo>
                <a:cubicBezTo>
                  <a:pt x="11733" y="1359"/>
                  <a:pt x="11857" y="711"/>
                  <a:pt x="12234" y="389"/>
                </a:cubicBezTo>
                <a:cubicBezTo>
                  <a:pt x="12610" y="80"/>
                  <a:pt x="13129" y="19"/>
                  <a:pt x="13624" y="6"/>
                </a:cubicBezTo>
                <a:cubicBezTo>
                  <a:pt x="13951" y="0"/>
                  <a:pt x="14272" y="0"/>
                  <a:pt x="14600" y="12"/>
                </a:cubicBezTo>
                <a:cubicBezTo>
                  <a:pt x="14699" y="19"/>
                  <a:pt x="14798" y="31"/>
                  <a:pt x="14884" y="80"/>
                </a:cubicBezTo>
                <a:cubicBezTo>
                  <a:pt x="14983" y="155"/>
                  <a:pt x="15020" y="284"/>
                  <a:pt x="15045" y="402"/>
                </a:cubicBezTo>
                <a:cubicBezTo>
                  <a:pt x="15218" y="1267"/>
                  <a:pt x="14896" y="2212"/>
                  <a:pt x="14235" y="2799"/>
                </a:cubicBezTo>
                <a:cubicBezTo>
                  <a:pt x="14087" y="3250"/>
                  <a:pt x="13908" y="3620"/>
                  <a:pt x="13766" y="4065"/>
                </a:cubicBezTo>
                <a:cubicBezTo>
                  <a:pt x="13685" y="4300"/>
                  <a:pt x="13611" y="4529"/>
                  <a:pt x="13445" y="4708"/>
                </a:cubicBezTo>
                <a:cubicBezTo>
                  <a:pt x="13228" y="4949"/>
                  <a:pt x="12882" y="5048"/>
                  <a:pt x="12685" y="5301"/>
                </a:cubicBezTo>
                <a:cubicBezTo>
                  <a:pt x="12456" y="5573"/>
                  <a:pt x="12456" y="6005"/>
                  <a:pt x="12685" y="6283"/>
                </a:cubicBezTo>
                <a:cubicBezTo>
                  <a:pt x="12969" y="6629"/>
                  <a:pt x="13315" y="6901"/>
                  <a:pt x="13463" y="7327"/>
                </a:cubicBezTo>
                <a:cubicBezTo>
                  <a:pt x="13562" y="7605"/>
                  <a:pt x="13556" y="7908"/>
                  <a:pt x="13599" y="8192"/>
                </a:cubicBezTo>
                <a:cubicBezTo>
                  <a:pt x="13679" y="8668"/>
                  <a:pt x="13896" y="9119"/>
                  <a:pt x="13988" y="9595"/>
                </a:cubicBezTo>
                <a:cubicBezTo>
                  <a:pt x="14087" y="10077"/>
                  <a:pt x="14044" y="10633"/>
                  <a:pt x="13679" y="10954"/>
                </a:cubicBezTo>
                <a:cubicBezTo>
                  <a:pt x="13284" y="11312"/>
                  <a:pt x="12685" y="11275"/>
                  <a:pt x="12166" y="11158"/>
                </a:cubicBezTo>
                <a:cubicBezTo>
                  <a:pt x="11647" y="11040"/>
                  <a:pt x="11097" y="10880"/>
                  <a:pt x="10596" y="11046"/>
                </a:cubicBezTo>
                <a:cubicBezTo>
                  <a:pt x="10096" y="11226"/>
                  <a:pt x="9769" y="11936"/>
                  <a:pt x="10158" y="12294"/>
                </a:cubicBezTo>
                <a:cubicBezTo>
                  <a:pt x="9318" y="12159"/>
                  <a:pt x="8459" y="12616"/>
                  <a:pt x="7965" y="13314"/>
                </a:cubicBezTo>
                <a:cubicBezTo>
                  <a:pt x="7476" y="14006"/>
                  <a:pt x="7322" y="14895"/>
                  <a:pt x="7408" y="15736"/>
                </a:cubicBezTo>
                <a:cubicBezTo>
                  <a:pt x="7841" y="16329"/>
                  <a:pt x="8267" y="17187"/>
                  <a:pt x="7792" y="17750"/>
                </a:cubicBezTo>
                <a:cubicBezTo>
                  <a:pt x="7371" y="18262"/>
                  <a:pt x="6556" y="18089"/>
                  <a:pt x="5907" y="18207"/>
                </a:cubicBezTo>
                <a:cubicBezTo>
                  <a:pt x="5333" y="18306"/>
                  <a:pt x="4826" y="18664"/>
                  <a:pt x="4406" y="19072"/>
                </a:cubicBezTo>
                <a:cubicBezTo>
                  <a:pt x="3838" y="19603"/>
                  <a:pt x="3374" y="20239"/>
                  <a:pt x="3034" y="20925"/>
                </a:cubicBezTo>
                <a:cubicBezTo>
                  <a:pt x="2837" y="21333"/>
                  <a:pt x="2682" y="21759"/>
                  <a:pt x="2404" y="22124"/>
                </a:cubicBezTo>
                <a:cubicBezTo>
                  <a:pt x="2132" y="22488"/>
                  <a:pt x="1706" y="22772"/>
                  <a:pt x="1261" y="22742"/>
                </a:cubicBezTo>
                <a:cubicBezTo>
                  <a:pt x="1786" y="23329"/>
                  <a:pt x="1657" y="24249"/>
                  <a:pt x="1397" y="24997"/>
                </a:cubicBezTo>
                <a:cubicBezTo>
                  <a:pt x="1138" y="25744"/>
                  <a:pt x="773" y="26516"/>
                  <a:pt x="952" y="27289"/>
                </a:cubicBezTo>
                <a:cubicBezTo>
                  <a:pt x="1014" y="27560"/>
                  <a:pt x="1138" y="27851"/>
                  <a:pt x="1027" y="28110"/>
                </a:cubicBezTo>
                <a:cubicBezTo>
                  <a:pt x="934" y="28407"/>
                  <a:pt x="335" y="28351"/>
                  <a:pt x="347" y="28079"/>
                </a:cubicBezTo>
                <a:close/>
              </a:path>
            </a:pathLst>
          </a:custGeom>
          <a:solidFill>
            <a:srgbClr val="F7F9F7">
              <a:alpha val="193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3"/>
          <p:cNvSpPr txBox="1">
            <a:spLocks noGrp="1"/>
          </p:cNvSpPr>
          <p:nvPr>
            <p:ph type="subTitle" idx="1"/>
          </p:nvPr>
        </p:nvSpPr>
        <p:spPr>
          <a:xfrm>
            <a:off x="4923247" y="2876072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3"/>
          <p:cNvSpPr txBox="1">
            <a:spLocks noGrp="1"/>
          </p:cNvSpPr>
          <p:nvPr>
            <p:ph type="subTitle" idx="2"/>
          </p:nvPr>
        </p:nvSpPr>
        <p:spPr>
          <a:xfrm>
            <a:off x="1715375" y="2876072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3"/>
          <p:cNvSpPr txBox="1">
            <a:spLocks noGrp="1"/>
          </p:cNvSpPr>
          <p:nvPr>
            <p:ph type="subTitle" idx="3"/>
          </p:nvPr>
        </p:nvSpPr>
        <p:spPr>
          <a:xfrm>
            <a:off x="1715375" y="2456475"/>
            <a:ext cx="2505600" cy="5589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10" name="Google Shape;210;p23"/>
          <p:cNvSpPr txBox="1">
            <a:spLocks noGrp="1"/>
          </p:cNvSpPr>
          <p:nvPr>
            <p:ph type="subTitle" idx="4"/>
          </p:nvPr>
        </p:nvSpPr>
        <p:spPr>
          <a:xfrm>
            <a:off x="4923250" y="2456475"/>
            <a:ext cx="2505600" cy="5589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24"/>
          <p:cNvGrpSpPr/>
          <p:nvPr/>
        </p:nvGrpSpPr>
        <p:grpSpPr>
          <a:xfrm rot="-710519" flipH="1">
            <a:off x="-356515" y="3386956"/>
            <a:ext cx="1186367" cy="1825913"/>
            <a:chOff x="2314060" y="1276811"/>
            <a:chExt cx="1130262" cy="1739562"/>
          </a:xfrm>
        </p:grpSpPr>
        <p:sp>
          <p:nvSpPr>
            <p:cNvPr id="213" name="Google Shape;213;p24"/>
            <p:cNvSpPr/>
            <p:nvPr/>
          </p:nvSpPr>
          <p:spPr>
            <a:xfrm>
              <a:off x="2314060" y="1276811"/>
              <a:ext cx="1128425" cy="1739562"/>
            </a:xfrm>
            <a:custGeom>
              <a:avLst/>
              <a:gdLst/>
              <a:ahLst/>
              <a:cxnLst/>
              <a:rect l="l" t="t" r="r" b="b"/>
              <a:pathLst>
                <a:path w="14705" h="22669" extrusionOk="0">
                  <a:moveTo>
                    <a:pt x="8285" y="8434"/>
                  </a:moveTo>
                  <a:lnTo>
                    <a:pt x="7309" y="8310"/>
                  </a:lnTo>
                  <a:cubicBezTo>
                    <a:pt x="7074" y="7340"/>
                    <a:pt x="6846" y="6364"/>
                    <a:pt x="6636" y="5394"/>
                  </a:cubicBezTo>
                  <a:cubicBezTo>
                    <a:pt x="6395" y="4264"/>
                    <a:pt x="6178" y="3127"/>
                    <a:pt x="6092" y="1984"/>
                  </a:cubicBezTo>
                  <a:cubicBezTo>
                    <a:pt x="6049" y="1335"/>
                    <a:pt x="6080" y="699"/>
                    <a:pt x="6086" y="50"/>
                  </a:cubicBezTo>
                  <a:cubicBezTo>
                    <a:pt x="6086" y="7"/>
                    <a:pt x="6024" y="1"/>
                    <a:pt x="6018" y="38"/>
                  </a:cubicBezTo>
                  <a:cubicBezTo>
                    <a:pt x="5919" y="594"/>
                    <a:pt x="5931" y="1168"/>
                    <a:pt x="5962" y="1731"/>
                  </a:cubicBezTo>
                  <a:cubicBezTo>
                    <a:pt x="5993" y="2293"/>
                    <a:pt x="6061" y="2861"/>
                    <a:pt x="6148" y="3423"/>
                  </a:cubicBezTo>
                  <a:cubicBezTo>
                    <a:pt x="6327" y="4579"/>
                    <a:pt x="6580" y="5722"/>
                    <a:pt x="6852" y="6858"/>
                  </a:cubicBezTo>
                  <a:cubicBezTo>
                    <a:pt x="6963" y="7347"/>
                    <a:pt x="7087" y="7835"/>
                    <a:pt x="7229" y="8310"/>
                  </a:cubicBezTo>
                  <a:lnTo>
                    <a:pt x="6796" y="8255"/>
                  </a:lnTo>
                  <a:lnTo>
                    <a:pt x="6345" y="8557"/>
                  </a:lnTo>
                  <a:cubicBezTo>
                    <a:pt x="6246" y="7791"/>
                    <a:pt x="6135" y="7038"/>
                    <a:pt x="5907" y="6302"/>
                  </a:cubicBezTo>
                  <a:cubicBezTo>
                    <a:pt x="6086" y="6197"/>
                    <a:pt x="6283" y="6080"/>
                    <a:pt x="6407" y="5919"/>
                  </a:cubicBezTo>
                  <a:cubicBezTo>
                    <a:pt x="6426" y="5895"/>
                    <a:pt x="6395" y="5858"/>
                    <a:pt x="6370" y="5870"/>
                  </a:cubicBezTo>
                  <a:cubicBezTo>
                    <a:pt x="6191" y="5938"/>
                    <a:pt x="6030" y="6080"/>
                    <a:pt x="5870" y="6197"/>
                  </a:cubicBezTo>
                  <a:cubicBezTo>
                    <a:pt x="5808" y="5994"/>
                    <a:pt x="5740" y="5802"/>
                    <a:pt x="5653" y="5610"/>
                  </a:cubicBezTo>
                  <a:cubicBezTo>
                    <a:pt x="5449" y="5122"/>
                    <a:pt x="5190" y="4684"/>
                    <a:pt x="4881" y="4264"/>
                  </a:cubicBezTo>
                  <a:cubicBezTo>
                    <a:pt x="5005" y="4196"/>
                    <a:pt x="5128" y="4134"/>
                    <a:pt x="5258" y="4085"/>
                  </a:cubicBezTo>
                  <a:cubicBezTo>
                    <a:pt x="5344" y="4054"/>
                    <a:pt x="5418" y="4035"/>
                    <a:pt x="5505" y="4010"/>
                  </a:cubicBezTo>
                  <a:cubicBezTo>
                    <a:pt x="5591" y="3986"/>
                    <a:pt x="5678" y="3979"/>
                    <a:pt x="5746" y="3930"/>
                  </a:cubicBezTo>
                  <a:cubicBezTo>
                    <a:pt x="5771" y="3918"/>
                    <a:pt x="5764" y="3887"/>
                    <a:pt x="5740" y="3881"/>
                  </a:cubicBezTo>
                  <a:cubicBezTo>
                    <a:pt x="5573" y="3837"/>
                    <a:pt x="5369" y="3930"/>
                    <a:pt x="5215" y="3992"/>
                  </a:cubicBezTo>
                  <a:cubicBezTo>
                    <a:pt x="5073" y="4047"/>
                    <a:pt x="4943" y="4109"/>
                    <a:pt x="4813" y="4190"/>
                  </a:cubicBezTo>
                  <a:cubicBezTo>
                    <a:pt x="4782" y="4140"/>
                    <a:pt x="4745" y="4103"/>
                    <a:pt x="4714" y="4054"/>
                  </a:cubicBezTo>
                  <a:cubicBezTo>
                    <a:pt x="4306" y="3547"/>
                    <a:pt x="3880" y="3053"/>
                    <a:pt x="3509" y="2521"/>
                  </a:cubicBezTo>
                  <a:cubicBezTo>
                    <a:pt x="3096" y="1935"/>
                    <a:pt x="2774" y="1317"/>
                    <a:pt x="2552" y="637"/>
                  </a:cubicBezTo>
                  <a:cubicBezTo>
                    <a:pt x="2533" y="594"/>
                    <a:pt x="2490" y="612"/>
                    <a:pt x="2496" y="649"/>
                  </a:cubicBezTo>
                  <a:cubicBezTo>
                    <a:pt x="2737" y="1830"/>
                    <a:pt x="3559" y="2818"/>
                    <a:pt x="4300" y="3726"/>
                  </a:cubicBezTo>
                  <a:cubicBezTo>
                    <a:pt x="4442" y="3893"/>
                    <a:pt x="4578" y="4072"/>
                    <a:pt x="4708" y="4239"/>
                  </a:cubicBezTo>
                  <a:cubicBezTo>
                    <a:pt x="4566" y="4332"/>
                    <a:pt x="4418" y="4449"/>
                    <a:pt x="4288" y="4573"/>
                  </a:cubicBezTo>
                  <a:cubicBezTo>
                    <a:pt x="4171" y="4690"/>
                    <a:pt x="4041" y="4820"/>
                    <a:pt x="3960" y="4974"/>
                  </a:cubicBezTo>
                  <a:cubicBezTo>
                    <a:pt x="3163" y="4227"/>
                    <a:pt x="2206" y="3652"/>
                    <a:pt x="1415" y="2898"/>
                  </a:cubicBezTo>
                  <a:cubicBezTo>
                    <a:pt x="1112" y="2614"/>
                    <a:pt x="834" y="2311"/>
                    <a:pt x="600" y="1965"/>
                  </a:cubicBezTo>
                  <a:cubicBezTo>
                    <a:pt x="365" y="1607"/>
                    <a:pt x="192" y="1230"/>
                    <a:pt x="56" y="829"/>
                  </a:cubicBezTo>
                  <a:cubicBezTo>
                    <a:pt x="37" y="798"/>
                    <a:pt x="0" y="804"/>
                    <a:pt x="0" y="841"/>
                  </a:cubicBezTo>
                  <a:cubicBezTo>
                    <a:pt x="93" y="1533"/>
                    <a:pt x="525" y="2138"/>
                    <a:pt x="989" y="2633"/>
                  </a:cubicBezTo>
                  <a:cubicBezTo>
                    <a:pt x="1477" y="3158"/>
                    <a:pt x="2039" y="3590"/>
                    <a:pt x="2607" y="4017"/>
                  </a:cubicBezTo>
                  <a:cubicBezTo>
                    <a:pt x="3219" y="4480"/>
                    <a:pt x="3837" y="4943"/>
                    <a:pt x="4337" y="5518"/>
                  </a:cubicBezTo>
                  <a:cubicBezTo>
                    <a:pt x="4640" y="5845"/>
                    <a:pt x="4881" y="6234"/>
                    <a:pt x="5073" y="6636"/>
                  </a:cubicBezTo>
                  <a:cubicBezTo>
                    <a:pt x="4677" y="6828"/>
                    <a:pt x="4276" y="6982"/>
                    <a:pt x="3862" y="7099"/>
                  </a:cubicBezTo>
                  <a:cubicBezTo>
                    <a:pt x="3806" y="7112"/>
                    <a:pt x="3831" y="7192"/>
                    <a:pt x="3886" y="7174"/>
                  </a:cubicBezTo>
                  <a:cubicBezTo>
                    <a:pt x="4306" y="7069"/>
                    <a:pt x="4727" y="6914"/>
                    <a:pt x="5122" y="6729"/>
                  </a:cubicBezTo>
                  <a:cubicBezTo>
                    <a:pt x="5227" y="6970"/>
                    <a:pt x="5313" y="7204"/>
                    <a:pt x="5381" y="7452"/>
                  </a:cubicBezTo>
                  <a:cubicBezTo>
                    <a:pt x="5493" y="7847"/>
                    <a:pt x="5554" y="8267"/>
                    <a:pt x="5561" y="8675"/>
                  </a:cubicBezTo>
                  <a:cubicBezTo>
                    <a:pt x="5561" y="8811"/>
                    <a:pt x="5561" y="8947"/>
                    <a:pt x="5554" y="9083"/>
                  </a:cubicBezTo>
                  <a:lnTo>
                    <a:pt x="4411" y="9849"/>
                  </a:lnTo>
                  <a:lnTo>
                    <a:pt x="10590" y="22668"/>
                  </a:lnTo>
                  <a:lnTo>
                    <a:pt x="14704" y="22452"/>
                  </a:lnTo>
                  <a:close/>
                  <a:moveTo>
                    <a:pt x="4764" y="5839"/>
                  </a:moveTo>
                  <a:cubicBezTo>
                    <a:pt x="4541" y="5524"/>
                    <a:pt x="4288" y="5240"/>
                    <a:pt x="4016" y="4980"/>
                  </a:cubicBezTo>
                  <a:cubicBezTo>
                    <a:pt x="4133" y="4875"/>
                    <a:pt x="4232" y="4746"/>
                    <a:pt x="4356" y="4634"/>
                  </a:cubicBezTo>
                  <a:cubicBezTo>
                    <a:pt x="4492" y="4511"/>
                    <a:pt x="4640" y="4406"/>
                    <a:pt x="4795" y="4301"/>
                  </a:cubicBezTo>
                  <a:cubicBezTo>
                    <a:pt x="5035" y="4628"/>
                    <a:pt x="5258" y="4962"/>
                    <a:pt x="5437" y="5332"/>
                  </a:cubicBezTo>
                  <a:cubicBezTo>
                    <a:pt x="5573" y="5623"/>
                    <a:pt x="5690" y="5926"/>
                    <a:pt x="5795" y="6234"/>
                  </a:cubicBezTo>
                  <a:cubicBezTo>
                    <a:pt x="5610" y="6352"/>
                    <a:pt x="5412" y="6457"/>
                    <a:pt x="5221" y="6556"/>
                  </a:cubicBezTo>
                  <a:cubicBezTo>
                    <a:pt x="5215" y="6568"/>
                    <a:pt x="5208" y="6568"/>
                    <a:pt x="5196" y="6574"/>
                  </a:cubicBezTo>
                  <a:cubicBezTo>
                    <a:pt x="5066" y="6321"/>
                    <a:pt x="4930" y="6074"/>
                    <a:pt x="4764" y="5839"/>
                  </a:cubicBezTo>
                  <a:close/>
                  <a:moveTo>
                    <a:pt x="5585" y="7810"/>
                  </a:moveTo>
                  <a:cubicBezTo>
                    <a:pt x="5517" y="7414"/>
                    <a:pt x="5394" y="7038"/>
                    <a:pt x="5239" y="6667"/>
                  </a:cubicBezTo>
                  <a:cubicBezTo>
                    <a:pt x="5246" y="6667"/>
                    <a:pt x="5246" y="6661"/>
                    <a:pt x="5252" y="6661"/>
                  </a:cubicBezTo>
                  <a:cubicBezTo>
                    <a:pt x="5443" y="6568"/>
                    <a:pt x="5641" y="6457"/>
                    <a:pt x="5826" y="6340"/>
                  </a:cubicBezTo>
                  <a:cubicBezTo>
                    <a:pt x="5900" y="6587"/>
                    <a:pt x="5962" y="6846"/>
                    <a:pt x="6024" y="7099"/>
                  </a:cubicBezTo>
                  <a:cubicBezTo>
                    <a:pt x="6141" y="7594"/>
                    <a:pt x="6215" y="8088"/>
                    <a:pt x="6290" y="8588"/>
                  </a:cubicBezTo>
                  <a:lnTo>
                    <a:pt x="5653" y="9015"/>
                  </a:lnTo>
                  <a:cubicBezTo>
                    <a:pt x="5653" y="8959"/>
                    <a:pt x="5659" y="8910"/>
                    <a:pt x="5659" y="8854"/>
                  </a:cubicBezTo>
                  <a:cubicBezTo>
                    <a:pt x="5672" y="8496"/>
                    <a:pt x="5647" y="8150"/>
                    <a:pt x="5585" y="78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2836024" y="1909732"/>
              <a:ext cx="608298" cy="1093816"/>
            </a:xfrm>
            <a:custGeom>
              <a:avLst/>
              <a:gdLst/>
              <a:ahLst/>
              <a:cxnLst/>
              <a:rect l="l" t="t" r="r" b="b"/>
              <a:pathLst>
                <a:path w="7927" h="14254" extrusionOk="0">
                  <a:moveTo>
                    <a:pt x="7927" y="14179"/>
                  </a:moveTo>
                  <a:lnTo>
                    <a:pt x="1483" y="186"/>
                  </a:lnTo>
                  <a:lnTo>
                    <a:pt x="0" y="1"/>
                  </a:lnTo>
                  <a:lnTo>
                    <a:pt x="6642" y="1425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" name="Google Shape;215;p24"/>
          <p:cNvSpPr/>
          <p:nvPr/>
        </p:nvSpPr>
        <p:spPr>
          <a:xfrm rot="-2266411">
            <a:off x="8346803" y="-635096"/>
            <a:ext cx="2251702" cy="2043956"/>
          </a:xfrm>
          <a:custGeom>
            <a:avLst/>
            <a:gdLst/>
            <a:ahLst/>
            <a:cxnLst/>
            <a:rect l="l" t="t" r="r" b="b"/>
            <a:pathLst>
              <a:path w="53967" h="47233" extrusionOk="0">
                <a:moveTo>
                  <a:pt x="4041" y="46429"/>
                </a:moveTo>
                <a:cubicBezTo>
                  <a:pt x="3701" y="46491"/>
                  <a:pt x="3380" y="46213"/>
                  <a:pt x="3257" y="45891"/>
                </a:cubicBezTo>
                <a:cubicBezTo>
                  <a:pt x="3121" y="45564"/>
                  <a:pt x="3139" y="45212"/>
                  <a:pt x="3102" y="44872"/>
                </a:cubicBezTo>
                <a:cubicBezTo>
                  <a:pt x="2985" y="43859"/>
                  <a:pt x="2429" y="42907"/>
                  <a:pt x="1601" y="42314"/>
                </a:cubicBezTo>
                <a:cubicBezTo>
                  <a:pt x="1341" y="42123"/>
                  <a:pt x="1008" y="41888"/>
                  <a:pt x="1051" y="41567"/>
                </a:cubicBezTo>
                <a:cubicBezTo>
                  <a:pt x="1107" y="41153"/>
                  <a:pt x="1687" y="41079"/>
                  <a:pt x="1916" y="40733"/>
                </a:cubicBezTo>
                <a:cubicBezTo>
                  <a:pt x="2163" y="40362"/>
                  <a:pt x="1916" y="39880"/>
                  <a:pt x="1694" y="39497"/>
                </a:cubicBezTo>
                <a:cubicBezTo>
                  <a:pt x="1471" y="39114"/>
                  <a:pt x="1286" y="38583"/>
                  <a:pt x="1595" y="38274"/>
                </a:cubicBezTo>
                <a:cubicBezTo>
                  <a:pt x="1712" y="37780"/>
                  <a:pt x="1348" y="37242"/>
                  <a:pt x="1008" y="36865"/>
                </a:cubicBezTo>
                <a:cubicBezTo>
                  <a:pt x="754" y="36575"/>
                  <a:pt x="495" y="36285"/>
                  <a:pt x="242" y="36000"/>
                </a:cubicBezTo>
                <a:cubicBezTo>
                  <a:pt x="124" y="35864"/>
                  <a:pt x="1" y="35710"/>
                  <a:pt x="13" y="35537"/>
                </a:cubicBezTo>
                <a:cubicBezTo>
                  <a:pt x="19" y="35352"/>
                  <a:pt x="168" y="35203"/>
                  <a:pt x="297" y="35080"/>
                </a:cubicBezTo>
                <a:cubicBezTo>
                  <a:pt x="643" y="34765"/>
                  <a:pt x="983" y="34443"/>
                  <a:pt x="1329" y="34128"/>
                </a:cubicBezTo>
                <a:cubicBezTo>
                  <a:pt x="1465" y="34011"/>
                  <a:pt x="1595" y="33881"/>
                  <a:pt x="1656" y="33721"/>
                </a:cubicBezTo>
                <a:cubicBezTo>
                  <a:pt x="1799" y="33356"/>
                  <a:pt x="1564" y="32955"/>
                  <a:pt x="1329" y="32639"/>
                </a:cubicBezTo>
                <a:cubicBezTo>
                  <a:pt x="1100" y="32677"/>
                  <a:pt x="853" y="32207"/>
                  <a:pt x="884" y="31972"/>
                </a:cubicBezTo>
                <a:cubicBezTo>
                  <a:pt x="915" y="31744"/>
                  <a:pt x="1070" y="31558"/>
                  <a:pt x="1199" y="31367"/>
                </a:cubicBezTo>
                <a:cubicBezTo>
                  <a:pt x="1329" y="31181"/>
                  <a:pt x="1453" y="30947"/>
                  <a:pt x="1409" y="30724"/>
                </a:cubicBezTo>
                <a:cubicBezTo>
                  <a:pt x="1329" y="30384"/>
                  <a:pt x="884" y="30156"/>
                  <a:pt x="952" y="29810"/>
                </a:cubicBezTo>
                <a:cubicBezTo>
                  <a:pt x="1002" y="29587"/>
                  <a:pt x="1249" y="29470"/>
                  <a:pt x="1440" y="29365"/>
                </a:cubicBezTo>
                <a:cubicBezTo>
                  <a:pt x="2330" y="28852"/>
                  <a:pt x="2676" y="27759"/>
                  <a:pt x="2935" y="26758"/>
                </a:cubicBezTo>
                <a:cubicBezTo>
                  <a:pt x="3732" y="26838"/>
                  <a:pt x="4443" y="26165"/>
                  <a:pt x="4684" y="25411"/>
                </a:cubicBezTo>
                <a:cubicBezTo>
                  <a:pt x="4925" y="24651"/>
                  <a:pt x="4813" y="23823"/>
                  <a:pt x="4696" y="23039"/>
                </a:cubicBezTo>
                <a:cubicBezTo>
                  <a:pt x="4560" y="22112"/>
                  <a:pt x="5512" y="20963"/>
                  <a:pt x="6210" y="20333"/>
                </a:cubicBezTo>
                <a:cubicBezTo>
                  <a:pt x="6537" y="20049"/>
                  <a:pt x="6914" y="19789"/>
                  <a:pt x="7106" y="19400"/>
                </a:cubicBezTo>
                <a:cubicBezTo>
                  <a:pt x="7303" y="19023"/>
                  <a:pt x="7303" y="18560"/>
                  <a:pt x="7550" y="18201"/>
                </a:cubicBezTo>
                <a:cubicBezTo>
                  <a:pt x="7847" y="17769"/>
                  <a:pt x="8421" y="17658"/>
                  <a:pt x="8947" y="17596"/>
                </a:cubicBezTo>
                <a:cubicBezTo>
                  <a:pt x="9466" y="17540"/>
                  <a:pt x="10034" y="17503"/>
                  <a:pt x="10429" y="17163"/>
                </a:cubicBezTo>
                <a:cubicBezTo>
                  <a:pt x="10701" y="16929"/>
                  <a:pt x="10948" y="16422"/>
                  <a:pt x="11041" y="16082"/>
                </a:cubicBezTo>
                <a:cubicBezTo>
                  <a:pt x="11121" y="15742"/>
                  <a:pt x="11177" y="15372"/>
                  <a:pt x="11381" y="15081"/>
                </a:cubicBezTo>
                <a:cubicBezTo>
                  <a:pt x="11578" y="14791"/>
                  <a:pt x="12005" y="14618"/>
                  <a:pt x="12289" y="14828"/>
                </a:cubicBezTo>
                <a:cubicBezTo>
                  <a:pt x="12413" y="14921"/>
                  <a:pt x="12691" y="14494"/>
                  <a:pt x="12678" y="14340"/>
                </a:cubicBezTo>
                <a:cubicBezTo>
                  <a:pt x="12660" y="14186"/>
                  <a:pt x="12561" y="14062"/>
                  <a:pt x="12462" y="13957"/>
                </a:cubicBezTo>
                <a:cubicBezTo>
                  <a:pt x="12357" y="13840"/>
                  <a:pt x="12258" y="13710"/>
                  <a:pt x="12258" y="13562"/>
                </a:cubicBezTo>
                <a:cubicBezTo>
                  <a:pt x="12258" y="13339"/>
                  <a:pt x="12474" y="13191"/>
                  <a:pt x="12653" y="13061"/>
                </a:cubicBezTo>
                <a:cubicBezTo>
                  <a:pt x="12833" y="12931"/>
                  <a:pt x="13018" y="12721"/>
                  <a:pt x="12932" y="12511"/>
                </a:cubicBezTo>
                <a:cubicBezTo>
                  <a:pt x="12851" y="12320"/>
                  <a:pt x="12604" y="12283"/>
                  <a:pt x="12406" y="12239"/>
                </a:cubicBezTo>
                <a:cubicBezTo>
                  <a:pt x="12073" y="12190"/>
                  <a:pt x="11733" y="12066"/>
                  <a:pt x="11492" y="11825"/>
                </a:cubicBezTo>
                <a:cubicBezTo>
                  <a:pt x="11257" y="11585"/>
                  <a:pt x="11134" y="11208"/>
                  <a:pt x="11263" y="10893"/>
                </a:cubicBezTo>
                <a:cubicBezTo>
                  <a:pt x="12925" y="10324"/>
                  <a:pt x="14637" y="9255"/>
                  <a:pt x="16305" y="8687"/>
                </a:cubicBezTo>
                <a:cubicBezTo>
                  <a:pt x="16682" y="8557"/>
                  <a:pt x="17108" y="8390"/>
                  <a:pt x="17250" y="8020"/>
                </a:cubicBezTo>
                <a:cubicBezTo>
                  <a:pt x="17355" y="7711"/>
                  <a:pt x="17231" y="7377"/>
                  <a:pt x="17114" y="7075"/>
                </a:cubicBezTo>
                <a:cubicBezTo>
                  <a:pt x="16929" y="6630"/>
                  <a:pt x="16750" y="6173"/>
                  <a:pt x="16564" y="5722"/>
                </a:cubicBezTo>
                <a:cubicBezTo>
                  <a:pt x="16453" y="5444"/>
                  <a:pt x="16342" y="5159"/>
                  <a:pt x="16317" y="4857"/>
                </a:cubicBezTo>
                <a:cubicBezTo>
                  <a:pt x="16274" y="4066"/>
                  <a:pt x="16885" y="3399"/>
                  <a:pt x="17448" y="2836"/>
                </a:cubicBezTo>
                <a:cubicBezTo>
                  <a:pt x="24880" y="1842"/>
                  <a:pt x="32368" y="674"/>
                  <a:pt x="39850" y="279"/>
                </a:cubicBezTo>
                <a:cubicBezTo>
                  <a:pt x="43007" y="112"/>
                  <a:pt x="46182" y="1"/>
                  <a:pt x="49339" y="186"/>
                </a:cubicBezTo>
                <a:cubicBezTo>
                  <a:pt x="50494" y="254"/>
                  <a:pt x="51699" y="390"/>
                  <a:pt x="52657" y="1020"/>
                </a:cubicBezTo>
                <a:cubicBezTo>
                  <a:pt x="53404" y="1514"/>
                  <a:pt x="53967" y="2534"/>
                  <a:pt x="53509" y="3306"/>
                </a:cubicBezTo>
                <a:cubicBezTo>
                  <a:pt x="53213" y="3819"/>
                  <a:pt x="52583" y="4023"/>
                  <a:pt x="51996" y="4072"/>
                </a:cubicBezTo>
                <a:cubicBezTo>
                  <a:pt x="51409" y="4115"/>
                  <a:pt x="50816" y="4035"/>
                  <a:pt x="50241" y="4128"/>
                </a:cubicBezTo>
                <a:cubicBezTo>
                  <a:pt x="49605" y="4233"/>
                  <a:pt x="48981" y="4591"/>
                  <a:pt x="48709" y="5166"/>
                </a:cubicBezTo>
                <a:cubicBezTo>
                  <a:pt x="48437" y="5746"/>
                  <a:pt x="48616" y="6549"/>
                  <a:pt x="49191" y="6846"/>
                </a:cubicBezTo>
                <a:cubicBezTo>
                  <a:pt x="49296" y="7192"/>
                  <a:pt x="49407" y="7594"/>
                  <a:pt x="49413" y="7958"/>
                </a:cubicBezTo>
                <a:cubicBezTo>
                  <a:pt x="49419" y="8316"/>
                  <a:pt x="49302" y="8699"/>
                  <a:pt x="49036" y="8947"/>
                </a:cubicBezTo>
                <a:cubicBezTo>
                  <a:pt x="48740" y="9218"/>
                  <a:pt x="48295" y="9268"/>
                  <a:pt x="47906" y="9194"/>
                </a:cubicBezTo>
                <a:cubicBezTo>
                  <a:pt x="47510" y="9113"/>
                  <a:pt x="47158" y="8916"/>
                  <a:pt x="46812" y="8712"/>
                </a:cubicBezTo>
                <a:cubicBezTo>
                  <a:pt x="46577" y="8582"/>
                  <a:pt x="46324" y="8446"/>
                  <a:pt x="46052" y="8452"/>
                </a:cubicBezTo>
                <a:cubicBezTo>
                  <a:pt x="45781" y="8458"/>
                  <a:pt x="45503" y="8681"/>
                  <a:pt x="45533" y="8953"/>
                </a:cubicBezTo>
                <a:cubicBezTo>
                  <a:pt x="45552" y="9082"/>
                  <a:pt x="45632" y="9194"/>
                  <a:pt x="45657" y="9323"/>
                </a:cubicBezTo>
                <a:cubicBezTo>
                  <a:pt x="45682" y="9453"/>
                  <a:pt x="45595" y="9620"/>
                  <a:pt x="45465" y="9595"/>
                </a:cubicBezTo>
                <a:cubicBezTo>
                  <a:pt x="45453" y="9781"/>
                  <a:pt x="45348" y="9879"/>
                  <a:pt x="45181" y="9947"/>
                </a:cubicBezTo>
                <a:cubicBezTo>
                  <a:pt x="45008" y="10021"/>
                  <a:pt x="44823" y="10028"/>
                  <a:pt x="44638" y="10028"/>
                </a:cubicBezTo>
                <a:cubicBezTo>
                  <a:pt x="44137" y="10034"/>
                  <a:pt x="43637" y="10052"/>
                  <a:pt x="43136" y="10059"/>
                </a:cubicBezTo>
                <a:cubicBezTo>
                  <a:pt x="42753" y="10065"/>
                  <a:pt x="42315" y="10108"/>
                  <a:pt x="42123" y="10435"/>
                </a:cubicBezTo>
                <a:cubicBezTo>
                  <a:pt x="42043" y="10565"/>
                  <a:pt x="42024" y="10738"/>
                  <a:pt x="41925" y="10856"/>
                </a:cubicBezTo>
                <a:cubicBezTo>
                  <a:pt x="41697" y="11134"/>
                  <a:pt x="41227" y="10985"/>
                  <a:pt x="40906" y="11146"/>
                </a:cubicBezTo>
                <a:cubicBezTo>
                  <a:pt x="40640" y="11294"/>
                  <a:pt x="40535" y="11640"/>
                  <a:pt x="40591" y="11943"/>
                </a:cubicBezTo>
                <a:cubicBezTo>
                  <a:pt x="40647" y="12246"/>
                  <a:pt x="40826" y="12505"/>
                  <a:pt x="40992" y="12758"/>
                </a:cubicBezTo>
                <a:cubicBezTo>
                  <a:pt x="41017" y="13117"/>
                  <a:pt x="40622" y="13308"/>
                  <a:pt x="40257" y="13308"/>
                </a:cubicBezTo>
                <a:cubicBezTo>
                  <a:pt x="39905" y="13308"/>
                  <a:pt x="39572" y="13141"/>
                  <a:pt x="39232" y="13018"/>
                </a:cubicBezTo>
                <a:cubicBezTo>
                  <a:pt x="38892" y="12894"/>
                  <a:pt x="38503" y="12833"/>
                  <a:pt x="38200" y="13024"/>
                </a:cubicBezTo>
                <a:cubicBezTo>
                  <a:pt x="36730" y="13994"/>
                  <a:pt x="34950" y="14519"/>
                  <a:pt x="33208" y="14797"/>
                </a:cubicBezTo>
                <a:cubicBezTo>
                  <a:pt x="32788" y="14871"/>
                  <a:pt x="32343" y="14915"/>
                  <a:pt x="31942" y="15075"/>
                </a:cubicBezTo>
                <a:cubicBezTo>
                  <a:pt x="31540" y="15242"/>
                  <a:pt x="31169" y="15551"/>
                  <a:pt x="31046" y="15965"/>
                </a:cubicBezTo>
                <a:cubicBezTo>
                  <a:pt x="30922" y="16385"/>
                  <a:pt x="31138" y="16898"/>
                  <a:pt x="31552" y="17021"/>
                </a:cubicBezTo>
                <a:cubicBezTo>
                  <a:pt x="31509" y="17435"/>
                  <a:pt x="31095" y="17763"/>
                  <a:pt x="30681" y="17787"/>
                </a:cubicBezTo>
                <a:cubicBezTo>
                  <a:pt x="30273" y="17812"/>
                  <a:pt x="29866" y="17682"/>
                  <a:pt x="29446" y="17682"/>
                </a:cubicBezTo>
                <a:cubicBezTo>
                  <a:pt x="28272" y="17682"/>
                  <a:pt x="27246" y="18696"/>
                  <a:pt x="26079" y="18590"/>
                </a:cubicBezTo>
                <a:cubicBezTo>
                  <a:pt x="25887" y="18578"/>
                  <a:pt x="25695" y="18523"/>
                  <a:pt x="25504" y="18535"/>
                </a:cubicBezTo>
                <a:cubicBezTo>
                  <a:pt x="25306" y="18553"/>
                  <a:pt x="25102" y="18658"/>
                  <a:pt x="25047" y="18844"/>
                </a:cubicBezTo>
                <a:cubicBezTo>
                  <a:pt x="24923" y="19270"/>
                  <a:pt x="25628" y="19672"/>
                  <a:pt x="25417" y="20067"/>
                </a:cubicBezTo>
                <a:cubicBezTo>
                  <a:pt x="25473" y="20598"/>
                  <a:pt x="24831" y="20864"/>
                  <a:pt x="24305" y="20957"/>
                </a:cubicBezTo>
                <a:cubicBezTo>
                  <a:pt x="23780" y="21049"/>
                  <a:pt x="23206" y="21000"/>
                  <a:pt x="22755" y="21278"/>
                </a:cubicBezTo>
                <a:cubicBezTo>
                  <a:pt x="22310" y="21544"/>
                  <a:pt x="22081" y="22044"/>
                  <a:pt x="21680" y="22359"/>
                </a:cubicBezTo>
                <a:cubicBezTo>
                  <a:pt x="20920" y="22965"/>
                  <a:pt x="19839" y="22755"/>
                  <a:pt x="18893" y="22569"/>
                </a:cubicBezTo>
                <a:cubicBezTo>
                  <a:pt x="17948" y="22378"/>
                  <a:pt x="16805" y="22297"/>
                  <a:pt x="16181" y="23026"/>
                </a:cubicBezTo>
                <a:cubicBezTo>
                  <a:pt x="15916" y="23335"/>
                  <a:pt x="15390" y="23292"/>
                  <a:pt x="15014" y="23156"/>
                </a:cubicBezTo>
                <a:cubicBezTo>
                  <a:pt x="14630" y="23026"/>
                  <a:pt x="14291" y="22785"/>
                  <a:pt x="13895" y="22680"/>
                </a:cubicBezTo>
                <a:cubicBezTo>
                  <a:pt x="13500" y="22582"/>
                  <a:pt x="13012" y="22662"/>
                  <a:pt x="12814" y="23014"/>
                </a:cubicBezTo>
                <a:cubicBezTo>
                  <a:pt x="12579" y="23428"/>
                  <a:pt x="12870" y="23941"/>
                  <a:pt x="12796" y="24416"/>
                </a:cubicBezTo>
                <a:cubicBezTo>
                  <a:pt x="12728" y="24917"/>
                  <a:pt x="12240" y="25281"/>
                  <a:pt x="11739" y="25380"/>
                </a:cubicBezTo>
                <a:cubicBezTo>
                  <a:pt x="11239" y="25479"/>
                  <a:pt x="10726" y="25362"/>
                  <a:pt x="10232" y="25257"/>
                </a:cubicBezTo>
                <a:cubicBezTo>
                  <a:pt x="9113" y="25010"/>
                  <a:pt x="7989" y="24750"/>
                  <a:pt x="6865" y="24509"/>
                </a:cubicBezTo>
                <a:cubicBezTo>
                  <a:pt x="6741" y="24886"/>
                  <a:pt x="6327" y="25269"/>
                  <a:pt x="6204" y="25658"/>
                </a:cubicBezTo>
                <a:cubicBezTo>
                  <a:pt x="6179" y="26597"/>
                  <a:pt x="5407" y="27462"/>
                  <a:pt x="4474" y="27586"/>
                </a:cubicBezTo>
                <a:cubicBezTo>
                  <a:pt x="4078" y="27641"/>
                  <a:pt x="3553" y="27648"/>
                  <a:pt x="3454" y="28037"/>
                </a:cubicBezTo>
                <a:cubicBezTo>
                  <a:pt x="3325" y="28500"/>
                  <a:pt x="3992" y="28791"/>
                  <a:pt x="4097" y="29260"/>
                </a:cubicBezTo>
                <a:cubicBezTo>
                  <a:pt x="4233" y="29903"/>
                  <a:pt x="3300" y="30249"/>
                  <a:pt x="3114" y="30879"/>
                </a:cubicBezTo>
                <a:cubicBezTo>
                  <a:pt x="2861" y="31719"/>
                  <a:pt x="4023" y="32392"/>
                  <a:pt x="4035" y="33263"/>
                </a:cubicBezTo>
                <a:cubicBezTo>
                  <a:pt x="4041" y="34110"/>
                  <a:pt x="2941" y="34783"/>
                  <a:pt x="3176" y="35605"/>
                </a:cubicBezTo>
                <a:cubicBezTo>
                  <a:pt x="3355" y="36204"/>
                  <a:pt x="4103" y="36377"/>
                  <a:pt x="4640" y="36698"/>
                </a:cubicBezTo>
                <a:cubicBezTo>
                  <a:pt x="5746" y="37366"/>
                  <a:pt x="6018" y="38848"/>
                  <a:pt x="6000" y="40133"/>
                </a:cubicBezTo>
                <a:cubicBezTo>
                  <a:pt x="5987" y="41425"/>
                  <a:pt x="5808" y="42802"/>
                  <a:pt x="6420" y="43933"/>
                </a:cubicBezTo>
                <a:cubicBezTo>
                  <a:pt x="6648" y="44378"/>
                  <a:pt x="6988" y="44749"/>
                  <a:pt x="7217" y="45187"/>
                </a:cubicBezTo>
                <a:cubicBezTo>
                  <a:pt x="7439" y="45626"/>
                  <a:pt x="7544" y="46182"/>
                  <a:pt x="7291" y="46608"/>
                </a:cubicBezTo>
                <a:cubicBezTo>
                  <a:pt x="7019" y="47071"/>
                  <a:pt x="6401" y="47232"/>
                  <a:pt x="5876" y="47133"/>
                </a:cubicBezTo>
                <a:cubicBezTo>
                  <a:pt x="5332" y="47016"/>
                  <a:pt x="4480" y="46738"/>
                  <a:pt x="4041" y="46429"/>
                </a:cubicBezTo>
                <a:close/>
              </a:path>
            </a:pathLst>
          </a:custGeom>
          <a:solidFill>
            <a:srgbClr val="F7F9F7">
              <a:alpha val="2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6" name="Google Shape;216;p24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 amt="26000"/>
          </a:blip>
          <a:srcRect l="445" t="22031" r="455" b="50745"/>
          <a:stretch/>
        </p:blipFill>
        <p:spPr>
          <a:xfrm>
            <a:off x="0" y="3882475"/>
            <a:ext cx="9144001" cy="126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4"/>
          <p:cNvSpPr txBox="1">
            <a:spLocks noGrp="1"/>
          </p:cNvSpPr>
          <p:nvPr>
            <p:ph type="subTitle" idx="1"/>
          </p:nvPr>
        </p:nvSpPr>
        <p:spPr>
          <a:xfrm>
            <a:off x="4731929" y="1699675"/>
            <a:ext cx="36000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4"/>
          <p:cNvSpPr txBox="1">
            <a:spLocks noGrp="1"/>
          </p:cNvSpPr>
          <p:nvPr>
            <p:ph type="subTitle" idx="2"/>
          </p:nvPr>
        </p:nvSpPr>
        <p:spPr>
          <a:xfrm>
            <a:off x="812075" y="1699675"/>
            <a:ext cx="36000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BODY_2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5"/>
          <p:cNvPicPr preferRelativeResize="0"/>
          <p:nvPr/>
        </p:nvPicPr>
        <p:blipFill rotWithShape="1">
          <a:blip r:embed="rId2">
            <a:alphaModFix amt="40000"/>
          </a:blip>
          <a:srcRect l="51241" r="23032"/>
          <a:stretch/>
        </p:blipFill>
        <p:spPr>
          <a:xfrm>
            <a:off x="7163075" y="0"/>
            <a:ext cx="19809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5"/>
          <p:cNvPicPr preferRelativeResize="0"/>
          <p:nvPr/>
        </p:nvPicPr>
        <p:blipFill rotWithShape="1">
          <a:blip r:embed="rId2">
            <a:alphaModFix amt="40000"/>
          </a:blip>
          <a:srcRect l="30148" r="40720"/>
          <a:stretch/>
        </p:blipFill>
        <p:spPr>
          <a:xfrm>
            <a:off x="2" y="0"/>
            <a:ext cx="2243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>
            <a:spLocks noGrp="1"/>
          </p:cNvSpPr>
          <p:nvPr>
            <p:ph type="subTitle" idx="1"/>
          </p:nvPr>
        </p:nvSpPr>
        <p:spPr>
          <a:xfrm>
            <a:off x="4667675" y="1163050"/>
            <a:ext cx="3763200" cy="34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4078"/>
              </a:buClr>
              <a:buSzPts val="1400"/>
              <a:buFont typeface="Assistant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9pPr>
          </a:lstStyle>
          <a:p>
            <a:endParaRPr/>
          </a:p>
        </p:txBody>
      </p:sp>
      <p:sp>
        <p:nvSpPr>
          <p:cNvPr id="226" name="Google Shape;226;p25"/>
          <p:cNvSpPr txBox="1">
            <a:spLocks noGrp="1"/>
          </p:cNvSpPr>
          <p:nvPr>
            <p:ph type="subTitle" idx="2"/>
          </p:nvPr>
        </p:nvSpPr>
        <p:spPr>
          <a:xfrm>
            <a:off x="713225" y="1163050"/>
            <a:ext cx="3763200" cy="34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ssistant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6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 rotWithShape="1">
          <a:blip r:embed="rId3">
            <a:alphaModFix amt="26000"/>
          </a:blip>
          <a:srcRect l="445" t="22414" r="455" b="53524"/>
          <a:stretch/>
        </p:blipFill>
        <p:spPr>
          <a:xfrm>
            <a:off x="0" y="3521025"/>
            <a:ext cx="9144001" cy="162247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subTitle" idx="1"/>
          </p:nvPr>
        </p:nvSpPr>
        <p:spPr>
          <a:xfrm>
            <a:off x="937626" y="282754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6"/>
          <p:cNvSpPr txBox="1">
            <a:spLocks noGrp="1"/>
          </p:cNvSpPr>
          <p:nvPr>
            <p:ph type="subTitle" idx="2"/>
          </p:nvPr>
        </p:nvSpPr>
        <p:spPr>
          <a:xfrm>
            <a:off x="3484347" y="282754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subTitle" idx="3"/>
          </p:nvPr>
        </p:nvSpPr>
        <p:spPr>
          <a:xfrm>
            <a:off x="6031074" y="282754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6"/>
          <p:cNvSpPr txBox="1">
            <a:spLocks noGrp="1"/>
          </p:cNvSpPr>
          <p:nvPr>
            <p:ph type="subTitle" idx="4"/>
          </p:nvPr>
        </p:nvSpPr>
        <p:spPr>
          <a:xfrm>
            <a:off x="937625" y="2456463"/>
            <a:ext cx="2175300" cy="527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36" name="Google Shape;236;p26"/>
          <p:cNvSpPr txBox="1">
            <a:spLocks noGrp="1"/>
          </p:cNvSpPr>
          <p:nvPr>
            <p:ph type="subTitle" idx="5"/>
          </p:nvPr>
        </p:nvSpPr>
        <p:spPr>
          <a:xfrm>
            <a:off x="3484350" y="2456463"/>
            <a:ext cx="2175300" cy="527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37" name="Google Shape;237;p26"/>
          <p:cNvSpPr txBox="1">
            <a:spLocks noGrp="1"/>
          </p:cNvSpPr>
          <p:nvPr>
            <p:ph type="subTitle" idx="6"/>
          </p:nvPr>
        </p:nvSpPr>
        <p:spPr>
          <a:xfrm>
            <a:off x="6031075" y="2456463"/>
            <a:ext cx="2175300" cy="527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7"/>
          <p:cNvPicPr preferRelativeResize="0"/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7"/>
          <p:cNvPicPr preferRelativeResize="0"/>
          <p:nvPr/>
        </p:nvPicPr>
        <p:blipFill rotWithShape="1">
          <a:blip r:embed="rId3">
            <a:alphaModFix amt="40000"/>
          </a:blip>
          <a:srcRect t="52810" b="4082"/>
          <a:stretch/>
        </p:blipFill>
        <p:spPr>
          <a:xfrm rot="10800000">
            <a:off x="9650" y="2512150"/>
            <a:ext cx="9144000" cy="263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7"/>
          <p:cNvSpPr txBox="1">
            <a:spLocks noGrp="1"/>
          </p:cNvSpPr>
          <p:nvPr>
            <p:ph type="subTitle" idx="1"/>
          </p:nvPr>
        </p:nvSpPr>
        <p:spPr>
          <a:xfrm>
            <a:off x="1011400" y="1730500"/>
            <a:ext cx="2302200" cy="27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1400"/>
              <a:buFont typeface="Actor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■"/>
              <a:defRPr/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2"/>
          </p:nvPr>
        </p:nvSpPr>
        <p:spPr>
          <a:xfrm>
            <a:off x="3420901" y="1730500"/>
            <a:ext cx="2302200" cy="27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1400"/>
              <a:buFont typeface="Actor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■"/>
              <a:defRPr/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3"/>
          </p:nvPr>
        </p:nvSpPr>
        <p:spPr>
          <a:xfrm>
            <a:off x="5830401" y="1730500"/>
            <a:ext cx="2302200" cy="27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1400"/>
              <a:buFont typeface="Actor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613"/>
              </a:buClr>
              <a:buSzPts val="2800"/>
              <a:buFont typeface="Actor"/>
              <a:buChar char="■"/>
              <a:defRPr/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4"/>
          </p:nvPr>
        </p:nvSpPr>
        <p:spPr>
          <a:xfrm>
            <a:off x="1011400" y="1341725"/>
            <a:ext cx="2302200" cy="5199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5"/>
          </p:nvPr>
        </p:nvSpPr>
        <p:spPr>
          <a:xfrm>
            <a:off x="3420907" y="1341725"/>
            <a:ext cx="2302200" cy="5199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6"/>
          </p:nvPr>
        </p:nvSpPr>
        <p:spPr>
          <a:xfrm>
            <a:off x="5830406" y="1341725"/>
            <a:ext cx="2302200" cy="5199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47" name="Google Shape;24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8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8"/>
          <p:cNvPicPr preferRelativeResize="0"/>
          <p:nvPr/>
        </p:nvPicPr>
        <p:blipFill rotWithShape="1">
          <a:blip r:embed="rId3">
            <a:alphaModFix amt="30000"/>
          </a:blip>
          <a:srcRect t="45647" b="-432"/>
          <a:stretch/>
        </p:blipFill>
        <p:spPr>
          <a:xfrm rot="-5400000">
            <a:off x="-1722937" y="1722937"/>
            <a:ext cx="5154475" cy="170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 rotWithShape="1">
          <a:blip r:embed="rId3">
            <a:alphaModFix amt="30000"/>
          </a:blip>
          <a:srcRect t="45647" b="-432"/>
          <a:stretch/>
        </p:blipFill>
        <p:spPr>
          <a:xfrm rot="5400000">
            <a:off x="5712463" y="1722937"/>
            <a:ext cx="5154475" cy="17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1"/>
          </p:nvPr>
        </p:nvSpPr>
        <p:spPr>
          <a:xfrm>
            <a:off x="1809450" y="2230525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2"/>
          </p:nvPr>
        </p:nvSpPr>
        <p:spPr>
          <a:xfrm>
            <a:off x="4740952" y="2230525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3"/>
          </p:nvPr>
        </p:nvSpPr>
        <p:spPr>
          <a:xfrm>
            <a:off x="1809450" y="3993575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4"/>
          </p:nvPr>
        </p:nvSpPr>
        <p:spPr>
          <a:xfrm>
            <a:off x="4740952" y="3993575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8"/>
          <p:cNvSpPr txBox="1">
            <a:spLocks noGrp="1"/>
          </p:cNvSpPr>
          <p:nvPr>
            <p:ph type="subTitle" idx="5"/>
          </p:nvPr>
        </p:nvSpPr>
        <p:spPr>
          <a:xfrm>
            <a:off x="1809450" y="1903050"/>
            <a:ext cx="1978200" cy="4779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58" name="Google Shape;258;p28"/>
          <p:cNvSpPr txBox="1">
            <a:spLocks noGrp="1"/>
          </p:cNvSpPr>
          <p:nvPr>
            <p:ph type="subTitle" idx="6"/>
          </p:nvPr>
        </p:nvSpPr>
        <p:spPr>
          <a:xfrm>
            <a:off x="1809450" y="3666175"/>
            <a:ext cx="1978200" cy="4779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59" name="Google Shape;259;p28"/>
          <p:cNvSpPr txBox="1">
            <a:spLocks noGrp="1"/>
          </p:cNvSpPr>
          <p:nvPr>
            <p:ph type="subTitle" idx="7"/>
          </p:nvPr>
        </p:nvSpPr>
        <p:spPr>
          <a:xfrm>
            <a:off x="4740950" y="1903050"/>
            <a:ext cx="1978200" cy="4779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60" name="Google Shape;260;p28"/>
          <p:cNvSpPr txBox="1">
            <a:spLocks noGrp="1"/>
          </p:cNvSpPr>
          <p:nvPr>
            <p:ph type="subTitle" idx="8"/>
          </p:nvPr>
        </p:nvSpPr>
        <p:spPr>
          <a:xfrm>
            <a:off x="4740950" y="3666175"/>
            <a:ext cx="1978200" cy="4779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">
  <p:cSld name="CUSTOM_12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9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9"/>
          <p:cNvPicPr preferRelativeResize="0"/>
          <p:nvPr/>
        </p:nvPicPr>
        <p:blipFill rotWithShape="1">
          <a:blip r:embed="rId3">
            <a:alphaModFix amt="40000"/>
          </a:blip>
          <a:srcRect l="51241" r="23032"/>
          <a:stretch/>
        </p:blipFill>
        <p:spPr>
          <a:xfrm>
            <a:off x="7163075" y="0"/>
            <a:ext cx="19809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9"/>
          <p:cNvPicPr preferRelativeResize="0"/>
          <p:nvPr/>
        </p:nvPicPr>
        <p:blipFill rotWithShape="1">
          <a:blip r:embed="rId3">
            <a:alphaModFix amt="40000"/>
          </a:blip>
          <a:srcRect l="30148" r="40720"/>
          <a:stretch/>
        </p:blipFill>
        <p:spPr>
          <a:xfrm>
            <a:off x="2" y="0"/>
            <a:ext cx="22431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 txBox="1">
            <a:spLocks noGrp="1"/>
          </p:cNvSpPr>
          <p:nvPr>
            <p:ph type="subTitle" idx="1"/>
          </p:nvPr>
        </p:nvSpPr>
        <p:spPr>
          <a:xfrm>
            <a:off x="1148800" y="1905750"/>
            <a:ext cx="2073000" cy="509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 txBox="1">
            <a:spLocks noGrp="1"/>
          </p:cNvSpPr>
          <p:nvPr>
            <p:ph type="subTitle" idx="2"/>
          </p:nvPr>
        </p:nvSpPr>
        <p:spPr>
          <a:xfrm>
            <a:off x="1148850" y="2256525"/>
            <a:ext cx="2073000" cy="5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9"/>
          <p:cNvSpPr txBox="1">
            <a:spLocks noGrp="1"/>
          </p:cNvSpPr>
          <p:nvPr>
            <p:ph type="subTitle" idx="3"/>
          </p:nvPr>
        </p:nvSpPr>
        <p:spPr>
          <a:xfrm>
            <a:off x="2342125" y="3646551"/>
            <a:ext cx="2073000" cy="509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68" name="Google Shape;268;p29"/>
          <p:cNvSpPr txBox="1">
            <a:spLocks noGrp="1"/>
          </p:cNvSpPr>
          <p:nvPr>
            <p:ph type="subTitle" idx="4"/>
          </p:nvPr>
        </p:nvSpPr>
        <p:spPr>
          <a:xfrm>
            <a:off x="2342175" y="4024696"/>
            <a:ext cx="2073000" cy="5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9"/>
          <p:cNvSpPr txBox="1">
            <a:spLocks noGrp="1"/>
          </p:cNvSpPr>
          <p:nvPr>
            <p:ph type="subTitle" idx="5"/>
          </p:nvPr>
        </p:nvSpPr>
        <p:spPr>
          <a:xfrm>
            <a:off x="3535450" y="1905750"/>
            <a:ext cx="2073000" cy="509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70" name="Google Shape;270;p29"/>
          <p:cNvSpPr txBox="1">
            <a:spLocks noGrp="1"/>
          </p:cNvSpPr>
          <p:nvPr>
            <p:ph type="subTitle" idx="6"/>
          </p:nvPr>
        </p:nvSpPr>
        <p:spPr>
          <a:xfrm>
            <a:off x="3535500" y="2256525"/>
            <a:ext cx="2073000" cy="5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9"/>
          <p:cNvSpPr txBox="1">
            <a:spLocks noGrp="1"/>
          </p:cNvSpPr>
          <p:nvPr>
            <p:ph type="subTitle" idx="7"/>
          </p:nvPr>
        </p:nvSpPr>
        <p:spPr>
          <a:xfrm>
            <a:off x="5922100" y="1905750"/>
            <a:ext cx="2073000" cy="509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72" name="Google Shape;272;p29"/>
          <p:cNvSpPr txBox="1">
            <a:spLocks noGrp="1"/>
          </p:cNvSpPr>
          <p:nvPr>
            <p:ph type="subTitle" idx="8"/>
          </p:nvPr>
        </p:nvSpPr>
        <p:spPr>
          <a:xfrm>
            <a:off x="5922150" y="2256525"/>
            <a:ext cx="2073000" cy="5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9"/>
          <p:cNvSpPr txBox="1">
            <a:spLocks noGrp="1"/>
          </p:cNvSpPr>
          <p:nvPr>
            <p:ph type="subTitle" idx="9"/>
          </p:nvPr>
        </p:nvSpPr>
        <p:spPr>
          <a:xfrm>
            <a:off x="4728775" y="3646551"/>
            <a:ext cx="2073000" cy="509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74" name="Google Shape;274;p29"/>
          <p:cNvSpPr txBox="1">
            <a:spLocks noGrp="1"/>
          </p:cNvSpPr>
          <p:nvPr>
            <p:ph type="subTitle" idx="13"/>
          </p:nvPr>
        </p:nvSpPr>
        <p:spPr>
          <a:xfrm>
            <a:off x="4728825" y="4024696"/>
            <a:ext cx="2073000" cy="5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0"/>
          <p:cNvPicPr preferRelativeResize="0"/>
          <p:nvPr/>
        </p:nvPicPr>
        <p:blipFill rotWithShape="1">
          <a:blip r:embed="rId2">
            <a:alphaModFix amt="40000"/>
          </a:blip>
          <a:srcRect l="51241" r="23032"/>
          <a:stretch/>
        </p:blipFill>
        <p:spPr>
          <a:xfrm flipH="1">
            <a:off x="2" y="0"/>
            <a:ext cx="19809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0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 rotWithShape="1">
          <a:blip r:embed="rId2">
            <a:alphaModFix amt="40000"/>
          </a:blip>
          <a:srcRect l="30148" r="40720"/>
          <a:stretch/>
        </p:blipFill>
        <p:spPr>
          <a:xfrm flipH="1">
            <a:off x="6900800" y="0"/>
            <a:ext cx="22431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30"/>
          <p:cNvSpPr txBox="1">
            <a:spLocks noGrp="1"/>
          </p:cNvSpPr>
          <p:nvPr>
            <p:ph type="subTitle" idx="1"/>
          </p:nvPr>
        </p:nvSpPr>
        <p:spPr>
          <a:xfrm>
            <a:off x="1112600" y="2238024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30"/>
          <p:cNvSpPr txBox="1">
            <a:spLocks noGrp="1"/>
          </p:cNvSpPr>
          <p:nvPr>
            <p:ph type="subTitle" idx="2"/>
          </p:nvPr>
        </p:nvSpPr>
        <p:spPr>
          <a:xfrm>
            <a:off x="3582448" y="2238024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30"/>
          <p:cNvSpPr txBox="1">
            <a:spLocks noGrp="1"/>
          </p:cNvSpPr>
          <p:nvPr>
            <p:ph type="subTitle" idx="3"/>
          </p:nvPr>
        </p:nvSpPr>
        <p:spPr>
          <a:xfrm>
            <a:off x="1112600" y="3938451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subTitle" idx="4"/>
          </p:nvPr>
        </p:nvSpPr>
        <p:spPr>
          <a:xfrm>
            <a:off x="3582448" y="3938451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30"/>
          <p:cNvSpPr txBox="1">
            <a:spLocks noGrp="1"/>
          </p:cNvSpPr>
          <p:nvPr>
            <p:ph type="subTitle" idx="5"/>
          </p:nvPr>
        </p:nvSpPr>
        <p:spPr>
          <a:xfrm>
            <a:off x="6052297" y="2238024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subTitle" idx="6"/>
          </p:nvPr>
        </p:nvSpPr>
        <p:spPr>
          <a:xfrm>
            <a:off x="6052297" y="3938451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30"/>
          <p:cNvSpPr txBox="1">
            <a:spLocks noGrp="1"/>
          </p:cNvSpPr>
          <p:nvPr>
            <p:ph type="subTitle" idx="7"/>
          </p:nvPr>
        </p:nvSpPr>
        <p:spPr>
          <a:xfrm>
            <a:off x="1111100" y="1910604"/>
            <a:ext cx="1978200" cy="4848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88" name="Google Shape;288;p30"/>
          <p:cNvSpPr txBox="1">
            <a:spLocks noGrp="1"/>
          </p:cNvSpPr>
          <p:nvPr>
            <p:ph type="subTitle" idx="8"/>
          </p:nvPr>
        </p:nvSpPr>
        <p:spPr>
          <a:xfrm>
            <a:off x="3580948" y="1910604"/>
            <a:ext cx="1978200" cy="4848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89" name="Google Shape;289;p30"/>
          <p:cNvSpPr txBox="1">
            <a:spLocks noGrp="1"/>
          </p:cNvSpPr>
          <p:nvPr>
            <p:ph type="subTitle" idx="9"/>
          </p:nvPr>
        </p:nvSpPr>
        <p:spPr>
          <a:xfrm>
            <a:off x="6050797" y="1910604"/>
            <a:ext cx="1978200" cy="4848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90" name="Google Shape;290;p30"/>
          <p:cNvSpPr txBox="1">
            <a:spLocks noGrp="1"/>
          </p:cNvSpPr>
          <p:nvPr>
            <p:ph type="subTitle" idx="13"/>
          </p:nvPr>
        </p:nvSpPr>
        <p:spPr>
          <a:xfrm>
            <a:off x="1111100" y="3590663"/>
            <a:ext cx="1978200" cy="4848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91" name="Google Shape;291;p30"/>
          <p:cNvSpPr txBox="1">
            <a:spLocks noGrp="1"/>
          </p:cNvSpPr>
          <p:nvPr>
            <p:ph type="subTitle" idx="14"/>
          </p:nvPr>
        </p:nvSpPr>
        <p:spPr>
          <a:xfrm>
            <a:off x="3580948" y="3590663"/>
            <a:ext cx="1978200" cy="4848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292" name="Google Shape;292;p30"/>
          <p:cNvSpPr txBox="1">
            <a:spLocks noGrp="1"/>
          </p:cNvSpPr>
          <p:nvPr>
            <p:ph type="subTitle" idx="15"/>
          </p:nvPr>
        </p:nvSpPr>
        <p:spPr>
          <a:xfrm>
            <a:off x="6050797" y="3590663"/>
            <a:ext cx="1978200" cy="4848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1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1"/>
          <p:cNvPicPr preferRelativeResize="0"/>
          <p:nvPr/>
        </p:nvPicPr>
        <p:blipFill rotWithShape="1">
          <a:blip r:embed="rId3">
            <a:alphaModFix amt="30000"/>
          </a:blip>
          <a:srcRect t="45647" b="-432"/>
          <a:stretch/>
        </p:blipFill>
        <p:spPr>
          <a:xfrm rot="-5400000">
            <a:off x="-1722937" y="1722937"/>
            <a:ext cx="5154475" cy="170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1"/>
          <p:cNvPicPr preferRelativeResize="0"/>
          <p:nvPr/>
        </p:nvPicPr>
        <p:blipFill rotWithShape="1">
          <a:blip r:embed="rId3">
            <a:alphaModFix amt="30000"/>
          </a:blip>
          <a:srcRect t="45647" b="-432"/>
          <a:stretch/>
        </p:blipFill>
        <p:spPr>
          <a:xfrm rot="5400000">
            <a:off x="5712463" y="1722937"/>
            <a:ext cx="5154475" cy="17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1"/>
          <p:cNvSpPr/>
          <p:nvPr/>
        </p:nvSpPr>
        <p:spPr>
          <a:xfrm rot="-1112880" flipH="1">
            <a:off x="-1938444" y="1526176"/>
            <a:ext cx="3326752" cy="4247855"/>
          </a:xfrm>
          <a:custGeom>
            <a:avLst/>
            <a:gdLst/>
            <a:ahLst/>
            <a:cxnLst/>
            <a:rect l="l" t="t" r="r" b="b"/>
            <a:pathLst>
              <a:path w="28630" h="36557" extrusionOk="0">
                <a:moveTo>
                  <a:pt x="5975" y="36328"/>
                </a:moveTo>
                <a:cubicBezTo>
                  <a:pt x="5715" y="36242"/>
                  <a:pt x="5437" y="36155"/>
                  <a:pt x="5246" y="35957"/>
                </a:cubicBezTo>
                <a:cubicBezTo>
                  <a:pt x="5048" y="35766"/>
                  <a:pt x="4968" y="35420"/>
                  <a:pt x="5141" y="35204"/>
                </a:cubicBezTo>
                <a:cubicBezTo>
                  <a:pt x="5190" y="35148"/>
                  <a:pt x="5258" y="35099"/>
                  <a:pt x="5277" y="35031"/>
                </a:cubicBezTo>
                <a:cubicBezTo>
                  <a:pt x="5320" y="34839"/>
                  <a:pt x="5060" y="34753"/>
                  <a:pt x="4906" y="34623"/>
                </a:cubicBezTo>
                <a:cubicBezTo>
                  <a:pt x="4690" y="34431"/>
                  <a:pt x="4708" y="34073"/>
                  <a:pt x="4887" y="33851"/>
                </a:cubicBezTo>
                <a:cubicBezTo>
                  <a:pt x="5060" y="33622"/>
                  <a:pt x="5326" y="33492"/>
                  <a:pt x="5592" y="33375"/>
                </a:cubicBezTo>
                <a:cubicBezTo>
                  <a:pt x="5771" y="33301"/>
                  <a:pt x="5845" y="33152"/>
                  <a:pt x="5839" y="32961"/>
                </a:cubicBezTo>
                <a:cubicBezTo>
                  <a:pt x="5833" y="32769"/>
                  <a:pt x="5678" y="32590"/>
                  <a:pt x="5481" y="32559"/>
                </a:cubicBezTo>
                <a:cubicBezTo>
                  <a:pt x="5820" y="32158"/>
                  <a:pt x="6222" y="31806"/>
                  <a:pt x="6673" y="31534"/>
                </a:cubicBezTo>
                <a:cubicBezTo>
                  <a:pt x="6901" y="31392"/>
                  <a:pt x="7161" y="31256"/>
                  <a:pt x="7285" y="31015"/>
                </a:cubicBezTo>
                <a:cubicBezTo>
                  <a:pt x="7408" y="30774"/>
                  <a:pt x="7377" y="30477"/>
                  <a:pt x="7328" y="30212"/>
                </a:cubicBezTo>
                <a:cubicBezTo>
                  <a:pt x="7173" y="29378"/>
                  <a:pt x="6901" y="28562"/>
                  <a:pt x="6518" y="27815"/>
                </a:cubicBezTo>
                <a:cubicBezTo>
                  <a:pt x="6420" y="27617"/>
                  <a:pt x="6679" y="27289"/>
                  <a:pt x="6889" y="27215"/>
                </a:cubicBezTo>
                <a:cubicBezTo>
                  <a:pt x="7105" y="27135"/>
                  <a:pt x="7377" y="26999"/>
                  <a:pt x="7334" y="26771"/>
                </a:cubicBezTo>
                <a:cubicBezTo>
                  <a:pt x="7297" y="26542"/>
                  <a:pt x="6994" y="26505"/>
                  <a:pt x="6772" y="26425"/>
                </a:cubicBezTo>
                <a:cubicBezTo>
                  <a:pt x="6450" y="26320"/>
                  <a:pt x="6222" y="26023"/>
                  <a:pt x="6018" y="25745"/>
                </a:cubicBezTo>
                <a:cubicBezTo>
                  <a:pt x="5833" y="25492"/>
                  <a:pt x="5629" y="25201"/>
                  <a:pt x="5684" y="24880"/>
                </a:cubicBezTo>
                <a:cubicBezTo>
                  <a:pt x="5721" y="24645"/>
                  <a:pt x="5907" y="24435"/>
                  <a:pt x="5894" y="24188"/>
                </a:cubicBezTo>
                <a:cubicBezTo>
                  <a:pt x="5870" y="23922"/>
                  <a:pt x="5623" y="23743"/>
                  <a:pt x="5413" y="23576"/>
                </a:cubicBezTo>
                <a:cubicBezTo>
                  <a:pt x="5202" y="23416"/>
                  <a:pt x="4999" y="23144"/>
                  <a:pt x="5104" y="22903"/>
                </a:cubicBezTo>
                <a:cubicBezTo>
                  <a:pt x="5190" y="22705"/>
                  <a:pt x="5437" y="22644"/>
                  <a:pt x="5653" y="22582"/>
                </a:cubicBezTo>
                <a:cubicBezTo>
                  <a:pt x="5864" y="22526"/>
                  <a:pt x="6111" y="22403"/>
                  <a:pt x="6123" y="22186"/>
                </a:cubicBezTo>
                <a:cubicBezTo>
                  <a:pt x="6296" y="21970"/>
                  <a:pt x="6617" y="21686"/>
                  <a:pt x="6790" y="21470"/>
                </a:cubicBezTo>
                <a:cubicBezTo>
                  <a:pt x="6284" y="21531"/>
                  <a:pt x="5771" y="21593"/>
                  <a:pt x="5289" y="21426"/>
                </a:cubicBezTo>
                <a:cubicBezTo>
                  <a:pt x="4813" y="21266"/>
                  <a:pt x="4399" y="20796"/>
                  <a:pt x="4473" y="20296"/>
                </a:cubicBezTo>
                <a:cubicBezTo>
                  <a:pt x="4511" y="20024"/>
                  <a:pt x="4677" y="19783"/>
                  <a:pt x="4727" y="19511"/>
                </a:cubicBezTo>
                <a:cubicBezTo>
                  <a:pt x="4782" y="19134"/>
                  <a:pt x="4566" y="18758"/>
                  <a:pt x="4276" y="18504"/>
                </a:cubicBezTo>
                <a:cubicBezTo>
                  <a:pt x="3992" y="18251"/>
                  <a:pt x="3639" y="18078"/>
                  <a:pt x="3306" y="17886"/>
                </a:cubicBezTo>
                <a:cubicBezTo>
                  <a:pt x="1891" y="17034"/>
                  <a:pt x="903" y="15514"/>
                  <a:pt x="705" y="13883"/>
                </a:cubicBezTo>
                <a:cubicBezTo>
                  <a:pt x="655" y="13500"/>
                  <a:pt x="1045" y="13080"/>
                  <a:pt x="1428" y="13129"/>
                </a:cubicBezTo>
                <a:cubicBezTo>
                  <a:pt x="1588" y="13142"/>
                  <a:pt x="1743" y="13228"/>
                  <a:pt x="1910" y="13253"/>
                </a:cubicBezTo>
                <a:cubicBezTo>
                  <a:pt x="2070" y="13278"/>
                  <a:pt x="2268" y="13222"/>
                  <a:pt x="2317" y="13061"/>
                </a:cubicBezTo>
                <a:cubicBezTo>
                  <a:pt x="2361" y="12895"/>
                  <a:pt x="2231" y="12734"/>
                  <a:pt x="2237" y="12567"/>
                </a:cubicBezTo>
                <a:cubicBezTo>
                  <a:pt x="2256" y="12363"/>
                  <a:pt x="2466" y="12233"/>
                  <a:pt x="2663" y="12215"/>
                </a:cubicBezTo>
                <a:cubicBezTo>
                  <a:pt x="2867" y="12203"/>
                  <a:pt x="3059" y="12264"/>
                  <a:pt x="3256" y="12289"/>
                </a:cubicBezTo>
                <a:cubicBezTo>
                  <a:pt x="3460" y="12308"/>
                  <a:pt x="3689" y="12271"/>
                  <a:pt x="3800" y="12104"/>
                </a:cubicBezTo>
                <a:cubicBezTo>
                  <a:pt x="4022" y="11776"/>
                  <a:pt x="4084" y="11288"/>
                  <a:pt x="3800" y="11023"/>
                </a:cubicBezTo>
                <a:cubicBezTo>
                  <a:pt x="3516" y="10751"/>
                  <a:pt x="3102" y="10683"/>
                  <a:pt x="2731" y="10578"/>
                </a:cubicBezTo>
                <a:cubicBezTo>
                  <a:pt x="2008" y="10380"/>
                  <a:pt x="1323" y="10034"/>
                  <a:pt x="736" y="9571"/>
                </a:cubicBezTo>
                <a:cubicBezTo>
                  <a:pt x="384" y="9293"/>
                  <a:pt x="38" y="8879"/>
                  <a:pt x="155" y="8446"/>
                </a:cubicBezTo>
                <a:cubicBezTo>
                  <a:pt x="272" y="8008"/>
                  <a:pt x="841" y="7693"/>
                  <a:pt x="742" y="7242"/>
                </a:cubicBezTo>
                <a:cubicBezTo>
                  <a:pt x="649" y="6859"/>
                  <a:pt x="93" y="6710"/>
                  <a:pt x="38" y="6315"/>
                </a:cubicBezTo>
                <a:cubicBezTo>
                  <a:pt x="1" y="6055"/>
                  <a:pt x="217" y="5814"/>
                  <a:pt x="445" y="5679"/>
                </a:cubicBezTo>
                <a:cubicBezTo>
                  <a:pt x="674" y="5530"/>
                  <a:pt x="940" y="5419"/>
                  <a:pt x="1088" y="5203"/>
                </a:cubicBezTo>
                <a:cubicBezTo>
                  <a:pt x="1261" y="4956"/>
                  <a:pt x="1248" y="4610"/>
                  <a:pt x="1137" y="4332"/>
                </a:cubicBezTo>
                <a:cubicBezTo>
                  <a:pt x="1020" y="4054"/>
                  <a:pt x="810" y="3825"/>
                  <a:pt x="612" y="3590"/>
                </a:cubicBezTo>
                <a:cubicBezTo>
                  <a:pt x="581" y="3176"/>
                  <a:pt x="921" y="2639"/>
                  <a:pt x="1279" y="2435"/>
                </a:cubicBezTo>
                <a:cubicBezTo>
                  <a:pt x="1644" y="2225"/>
                  <a:pt x="2070" y="2163"/>
                  <a:pt x="2484" y="2101"/>
                </a:cubicBezTo>
                <a:cubicBezTo>
                  <a:pt x="5499" y="1675"/>
                  <a:pt x="8502" y="1243"/>
                  <a:pt x="11523" y="872"/>
                </a:cubicBezTo>
                <a:cubicBezTo>
                  <a:pt x="15538" y="378"/>
                  <a:pt x="19641" y="1"/>
                  <a:pt x="23601" y="804"/>
                </a:cubicBezTo>
                <a:cubicBezTo>
                  <a:pt x="24880" y="1057"/>
                  <a:pt x="26190" y="1465"/>
                  <a:pt x="27153" y="2355"/>
                </a:cubicBezTo>
                <a:cubicBezTo>
                  <a:pt x="27987" y="3121"/>
                  <a:pt x="28506" y="4214"/>
                  <a:pt x="28568" y="5345"/>
                </a:cubicBezTo>
                <a:cubicBezTo>
                  <a:pt x="28630" y="6469"/>
                  <a:pt x="28234" y="7625"/>
                  <a:pt x="27487" y="8471"/>
                </a:cubicBezTo>
                <a:cubicBezTo>
                  <a:pt x="26931" y="9107"/>
                  <a:pt x="26202" y="9571"/>
                  <a:pt x="25621" y="10176"/>
                </a:cubicBezTo>
                <a:cubicBezTo>
                  <a:pt x="25047" y="10788"/>
                  <a:pt x="24602" y="11653"/>
                  <a:pt x="24837" y="12462"/>
                </a:cubicBezTo>
                <a:cubicBezTo>
                  <a:pt x="24935" y="12802"/>
                  <a:pt x="25201" y="13142"/>
                  <a:pt x="25275" y="13481"/>
                </a:cubicBezTo>
                <a:cubicBezTo>
                  <a:pt x="25355" y="13834"/>
                  <a:pt x="25312" y="14217"/>
                  <a:pt x="25096" y="14495"/>
                </a:cubicBezTo>
                <a:cubicBezTo>
                  <a:pt x="24867" y="14797"/>
                  <a:pt x="24466" y="14915"/>
                  <a:pt x="24089" y="14952"/>
                </a:cubicBezTo>
                <a:cubicBezTo>
                  <a:pt x="23706" y="14989"/>
                  <a:pt x="23323" y="14964"/>
                  <a:pt x="22952" y="15057"/>
                </a:cubicBezTo>
                <a:cubicBezTo>
                  <a:pt x="22217" y="15236"/>
                  <a:pt x="21667" y="15817"/>
                  <a:pt x="21031" y="16212"/>
                </a:cubicBezTo>
                <a:cubicBezTo>
                  <a:pt x="20061" y="16787"/>
                  <a:pt x="18838" y="16923"/>
                  <a:pt x="17769" y="16558"/>
                </a:cubicBezTo>
                <a:cubicBezTo>
                  <a:pt x="17559" y="16490"/>
                  <a:pt x="17324" y="16292"/>
                  <a:pt x="17108" y="16274"/>
                </a:cubicBezTo>
                <a:cubicBezTo>
                  <a:pt x="16891" y="16249"/>
                  <a:pt x="16644" y="16385"/>
                  <a:pt x="16626" y="16601"/>
                </a:cubicBezTo>
                <a:cubicBezTo>
                  <a:pt x="16620" y="16781"/>
                  <a:pt x="16756" y="16929"/>
                  <a:pt x="16805" y="17096"/>
                </a:cubicBezTo>
                <a:cubicBezTo>
                  <a:pt x="16904" y="17454"/>
                  <a:pt x="16601" y="17788"/>
                  <a:pt x="16292" y="17985"/>
                </a:cubicBezTo>
                <a:cubicBezTo>
                  <a:pt x="15983" y="18189"/>
                  <a:pt x="15625" y="18381"/>
                  <a:pt x="15514" y="18727"/>
                </a:cubicBezTo>
                <a:cubicBezTo>
                  <a:pt x="15458" y="18900"/>
                  <a:pt x="15477" y="19085"/>
                  <a:pt x="15409" y="19246"/>
                </a:cubicBezTo>
                <a:cubicBezTo>
                  <a:pt x="15347" y="19406"/>
                  <a:pt x="15149" y="19555"/>
                  <a:pt x="14995" y="19462"/>
                </a:cubicBezTo>
                <a:cubicBezTo>
                  <a:pt x="14914" y="19771"/>
                  <a:pt x="14426" y="19900"/>
                  <a:pt x="14111" y="19925"/>
                </a:cubicBezTo>
                <a:cubicBezTo>
                  <a:pt x="13784" y="19956"/>
                  <a:pt x="13450" y="19900"/>
                  <a:pt x="13154" y="19993"/>
                </a:cubicBezTo>
                <a:cubicBezTo>
                  <a:pt x="12845" y="20086"/>
                  <a:pt x="12579" y="20321"/>
                  <a:pt x="12264" y="20339"/>
                </a:cubicBezTo>
                <a:cubicBezTo>
                  <a:pt x="11986" y="20358"/>
                  <a:pt x="11739" y="20203"/>
                  <a:pt x="11486" y="20092"/>
                </a:cubicBezTo>
                <a:cubicBezTo>
                  <a:pt x="11146" y="19950"/>
                  <a:pt x="10750" y="19876"/>
                  <a:pt x="10417" y="20043"/>
                </a:cubicBezTo>
                <a:cubicBezTo>
                  <a:pt x="10083" y="20203"/>
                  <a:pt x="9898" y="20667"/>
                  <a:pt x="10126" y="20957"/>
                </a:cubicBezTo>
                <a:cubicBezTo>
                  <a:pt x="10225" y="21093"/>
                  <a:pt x="10386" y="21161"/>
                  <a:pt x="10503" y="21284"/>
                </a:cubicBezTo>
                <a:cubicBezTo>
                  <a:pt x="10695" y="21476"/>
                  <a:pt x="10744" y="21772"/>
                  <a:pt x="10849" y="22026"/>
                </a:cubicBezTo>
                <a:cubicBezTo>
                  <a:pt x="10960" y="22279"/>
                  <a:pt x="11195" y="22532"/>
                  <a:pt x="11461" y="22471"/>
                </a:cubicBezTo>
                <a:cubicBezTo>
                  <a:pt x="11832" y="22390"/>
                  <a:pt x="12258" y="22656"/>
                  <a:pt x="12449" y="22983"/>
                </a:cubicBezTo>
                <a:cubicBezTo>
                  <a:pt x="12641" y="23305"/>
                  <a:pt x="12709" y="23694"/>
                  <a:pt x="12894" y="24027"/>
                </a:cubicBezTo>
                <a:cubicBezTo>
                  <a:pt x="13043" y="24281"/>
                  <a:pt x="13253" y="24491"/>
                  <a:pt x="13413" y="24726"/>
                </a:cubicBezTo>
                <a:cubicBezTo>
                  <a:pt x="13574" y="24967"/>
                  <a:pt x="13691" y="25269"/>
                  <a:pt x="13605" y="25547"/>
                </a:cubicBezTo>
                <a:cubicBezTo>
                  <a:pt x="13524" y="25838"/>
                  <a:pt x="13246" y="26035"/>
                  <a:pt x="13005" y="26227"/>
                </a:cubicBezTo>
                <a:cubicBezTo>
                  <a:pt x="12764" y="26418"/>
                  <a:pt x="12524" y="26696"/>
                  <a:pt x="12579" y="26999"/>
                </a:cubicBezTo>
                <a:cubicBezTo>
                  <a:pt x="12616" y="27252"/>
                  <a:pt x="12851" y="27425"/>
                  <a:pt x="13012" y="27623"/>
                </a:cubicBezTo>
                <a:cubicBezTo>
                  <a:pt x="13358" y="28043"/>
                  <a:pt x="13438" y="28661"/>
                  <a:pt x="13215" y="29155"/>
                </a:cubicBezTo>
                <a:cubicBezTo>
                  <a:pt x="13265" y="29625"/>
                  <a:pt x="12641" y="29995"/>
                  <a:pt x="12171" y="30033"/>
                </a:cubicBezTo>
                <a:cubicBezTo>
                  <a:pt x="11702" y="30070"/>
                  <a:pt x="11183" y="29995"/>
                  <a:pt x="10806" y="30273"/>
                </a:cubicBezTo>
                <a:cubicBezTo>
                  <a:pt x="10312" y="30638"/>
                  <a:pt x="10299" y="31423"/>
                  <a:pt x="9799" y="31781"/>
                </a:cubicBezTo>
                <a:cubicBezTo>
                  <a:pt x="9570" y="31948"/>
                  <a:pt x="9268" y="31985"/>
                  <a:pt x="8983" y="32034"/>
                </a:cubicBezTo>
                <a:cubicBezTo>
                  <a:pt x="8693" y="32077"/>
                  <a:pt x="8397" y="32158"/>
                  <a:pt x="8199" y="32368"/>
                </a:cubicBezTo>
                <a:cubicBezTo>
                  <a:pt x="8007" y="32572"/>
                  <a:pt x="7995" y="32967"/>
                  <a:pt x="8242" y="33115"/>
                </a:cubicBezTo>
                <a:cubicBezTo>
                  <a:pt x="7785" y="33023"/>
                  <a:pt x="7285" y="33196"/>
                  <a:pt x="6982" y="33554"/>
                </a:cubicBezTo>
                <a:cubicBezTo>
                  <a:pt x="6679" y="33912"/>
                  <a:pt x="6586" y="34438"/>
                  <a:pt x="6759" y="34870"/>
                </a:cubicBezTo>
                <a:cubicBezTo>
                  <a:pt x="6840" y="35099"/>
                  <a:pt x="6994" y="35302"/>
                  <a:pt x="7087" y="35531"/>
                </a:cubicBezTo>
                <a:cubicBezTo>
                  <a:pt x="7179" y="35766"/>
                  <a:pt x="7204" y="36050"/>
                  <a:pt x="7050" y="36242"/>
                </a:cubicBezTo>
                <a:cubicBezTo>
                  <a:pt x="6895" y="36427"/>
                  <a:pt x="6055" y="36557"/>
                  <a:pt x="5975" y="36328"/>
                </a:cubicBezTo>
                <a:close/>
              </a:path>
            </a:pathLst>
          </a:custGeom>
          <a:solidFill>
            <a:srgbClr val="F7F9F7">
              <a:alpha val="2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1"/>
          <p:cNvSpPr/>
          <p:nvPr/>
        </p:nvSpPr>
        <p:spPr>
          <a:xfrm rot="-1538985" flipH="1">
            <a:off x="6539685" y="-1404984"/>
            <a:ext cx="2843366" cy="3630630"/>
          </a:xfrm>
          <a:custGeom>
            <a:avLst/>
            <a:gdLst/>
            <a:ahLst/>
            <a:cxnLst/>
            <a:rect l="l" t="t" r="r" b="b"/>
            <a:pathLst>
              <a:path w="28630" h="36557" extrusionOk="0">
                <a:moveTo>
                  <a:pt x="5975" y="36328"/>
                </a:moveTo>
                <a:cubicBezTo>
                  <a:pt x="5715" y="36242"/>
                  <a:pt x="5437" y="36155"/>
                  <a:pt x="5246" y="35957"/>
                </a:cubicBezTo>
                <a:cubicBezTo>
                  <a:pt x="5048" y="35766"/>
                  <a:pt x="4968" y="35420"/>
                  <a:pt x="5141" y="35204"/>
                </a:cubicBezTo>
                <a:cubicBezTo>
                  <a:pt x="5190" y="35148"/>
                  <a:pt x="5258" y="35099"/>
                  <a:pt x="5277" y="35031"/>
                </a:cubicBezTo>
                <a:cubicBezTo>
                  <a:pt x="5320" y="34839"/>
                  <a:pt x="5060" y="34753"/>
                  <a:pt x="4906" y="34623"/>
                </a:cubicBezTo>
                <a:cubicBezTo>
                  <a:pt x="4690" y="34431"/>
                  <a:pt x="4708" y="34073"/>
                  <a:pt x="4887" y="33851"/>
                </a:cubicBezTo>
                <a:cubicBezTo>
                  <a:pt x="5060" y="33622"/>
                  <a:pt x="5326" y="33492"/>
                  <a:pt x="5592" y="33375"/>
                </a:cubicBezTo>
                <a:cubicBezTo>
                  <a:pt x="5771" y="33301"/>
                  <a:pt x="5845" y="33152"/>
                  <a:pt x="5839" y="32961"/>
                </a:cubicBezTo>
                <a:cubicBezTo>
                  <a:pt x="5833" y="32769"/>
                  <a:pt x="5678" y="32590"/>
                  <a:pt x="5481" y="32559"/>
                </a:cubicBezTo>
                <a:cubicBezTo>
                  <a:pt x="5820" y="32158"/>
                  <a:pt x="6222" y="31806"/>
                  <a:pt x="6673" y="31534"/>
                </a:cubicBezTo>
                <a:cubicBezTo>
                  <a:pt x="6901" y="31392"/>
                  <a:pt x="7161" y="31256"/>
                  <a:pt x="7285" y="31015"/>
                </a:cubicBezTo>
                <a:cubicBezTo>
                  <a:pt x="7408" y="30774"/>
                  <a:pt x="7377" y="30477"/>
                  <a:pt x="7328" y="30212"/>
                </a:cubicBezTo>
                <a:cubicBezTo>
                  <a:pt x="7173" y="29378"/>
                  <a:pt x="6901" y="28562"/>
                  <a:pt x="6518" y="27815"/>
                </a:cubicBezTo>
                <a:cubicBezTo>
                  <a:pt x="6420" y="27617"/>
                  <a:pt x="6679" y="27289"/>
                  <a:pt x="6889" y="27215"/>
                </a:cubicBezTo>
                <a:cubicBezTo>
                  <a:pt x="7105" y="27135"/>
                  <a:pt x="7377" y="26999"/>
                  <a:pt x="7334" y="26771"/>
                </a:cubicBezTo>
                <a:cubicBezTo>
                  <a:pt x="7297" y="26542"/>
                  <a:pt x="6994" y="26505"/>
                  <a:pt x="6772" y="26425"/>
                </a:cubicBezTo>
                <a:cubicBezTo>
                  <a:pt x="6450" y="26320"/>
                  <a:pt x="6222" y="26023"/>
                  <a:pt x="6018" y="25745"/>
                </a:cubicBezTo>
                <a:cubicBezTo>
                  <a:pt x="5833" y="25492"/>
                  <a:pt x="5629" y="25201"/>
                  <a:pt x="5684" y="24880"/>
                </a:cubicBezTo>
                <a:cubicBezTo>
                  <a:pt x="5721" y="24645"/>
                  <a:pt x="5907" y="24435"/>
                  <a:pt x="5894" y="24188"/>
                </a:cubicBezTo>
                <a:cubicBezTo>
                  <a:pt x="5870" y="23922"/>
                  <a:pt x="5623" y="23743"/>
                  <a:pt x="5413" y="23576"/>
                </a:cubicBezTo>
                <a:cubicBezTo>
                  <a:pt x="5202" y="23416"/>
                  <a:pt x="4999" y="23144"/>
                  <a:pt x="5104" y="22903"/>
                </a:cubicBezTo>
                <a:cubicBezTo>
                  <a:pt x="5190" y="22705"/>
                  <a:pt x="5437" y="22644"/>
                  <a:pt x="5653" y="22582"/>
                </a:cubicBezTo>
                <a:cubicBezTo>
                  <a:pt x="5864" y="22526"/>
                  <a:pt x="6111" y="22403"/>
                  <a:pt x="6123" y="22186"/>
                </a:cubicBezTo>
                <a:cubicBezTo>
                  <a:pt x="6296" y="21970"/>
                  <a:pt x="6617" y="21686"/>
                  <a:pt x="6790" y="21470"/>
                </a:cubicBezTo>
                <a:cubicBezTo>
                  <a:pt x="6284" y="21531"/>
                  <a:pt x="5771" y="21593"/>
                  <a:pt x="5289" y="21426"/>
                </a:cubicBezTo>
                <a:cubicBezTo>
                  <a:pt x="4813" y="21266"/>
                  <a:pt x="4399" y="20796"/>
                  <a:pt x="4473" y="20296"/>
                </a:cubicBezTo>
                <a:cubicBezTo>
                  <a:pt x="4511" y="20024"/>
                  <a:pt x="4677" y="19783"/>
                  <a:pt x="4727" y="19511"/>
                </a:cubicBezTo>
                <a:cubicBezTo>
                  <a:pt x="4782" y="19134"/>
                  <a:pt x="4566" y="18758"/>
                  <a:pt x="4276" y="18504"/>
                </a:cubicBezTo>
                <a:cubicBezTo>
                  <a:pt x="3992" y="18251"/>
                  <a:pt x="3639" y="18078"/>
                  <a:pt x="3306" y="17886"/>
                </a:cubicBezTo>
                <a:cubicBezTo>
                  <a:pt x="1891" y="17034"/>
                  <a:pt x="903" y="15514"/>
                  <a:pt x="705" y="13883"/>
                </a:cubicBezTo>
                <a:cubicBezTo>
                  <a:pt x="655" y="13500"/>
                  <a:pt x="1045" y="13080"/>
                  <a:pt x="1428" y="13129"/>
                </a:cubicBezTo>
                <a:cubicBezTo>
                  <a:pt x="1588" y="13142"/>
                  <a:pt x="1743" y="13228"/>
                  <a:pt x="1910" y="13253"/>
                </a:cubicBezTo>
                <a:cubicBezTo>
                  <a:pt x="2070" y="13278"/>
                  <a:pt x="2268" y="13222"/>
                  <a:pt x="2317" y="13061"/>
                </a:cubicBezTo>
                <a:cubicBezTo>
                  <a:pt x="2361" y="12895"/>
                  <a:pt x="2231" y="12734"/>
                  <a:pt x="2237" y="12567"/>
                </a:cubicBezTo>
                <a:cubicBezTo>
                  <a:pt x="2256" y="12363"/>
                  <a:pt x="2466" y="12233"/>
                  <a:pt x="2663" y="12215"/>
                </a:cubicBezTo>
                <a:cubicBezTo>
                  <a:pt x="2867" y="12203"/>
                  <a:pt x="3059" y="12264"/>
                  <a:pt x="3256" y="12289"/>
                </a:cubicBezTo>
                <a:cubicBezTo>
                  <a:pt x="3460" y="12308"/>
                  <a:pt x="3689" y="12271"/>
                  <a:pt x="3800" y="12104"/>
                </a:cubicBezTo>
                <a:cubicBezTo>
                  <a:pt x="4022" y="11776"/>
                  <a:pt x="4084" y="11288"/>
                  <a:pt x="3800" y="11023"/>
                </a:cubicBezTo>
                <a:cubicBezTo>
                  <a:pt x="3516" y="10751"/>
                  <a:pt x="3102" y="10683"/>
                  <a:pt x="2731" y="10578"/>
                </a:cubicBezTo>
                <a:cubicBezTo>
                  <a:pt x="2008" y="10380"/>
                  <a:pt x="1323" y="10034"/>
                  <a:pt x="736" y="9571"/>
                </a:cubicBezTo>
                <a:cubicBezTo>
                  <a:pt x="384" y="9293"/>
                  <a:pt x="38" y="8879"/>
                  <a:pt x="155" y="8446"/>
                </a:cubicBezTo>
                <a:cubicBezTo>
                  <a:pt x="272" y="8008"/>
                  <a:pt x="841" y="7693"/>
                  <a:pt x="742" y="7242"/>
                </a:cubicBezTo>
                <a:cubicBezTo>
                  <a:pt x="649" y="6859"/>
                  <a:pt x="93" y="6710"/>
                  <a:pt x="38" y="6315"/>
                </a:cubicBezTo>
                <a:cubicBezTo>
                  <a:pt x="1" y="6055"/>
                  <a:pt x="217" y="5814"/>
                  <a:pt x="445" y="5679"/>
                </a:cubicBezTo>
                <a:cubicBezTo>
                  <a:pt x="674" y="5530"/>
                  <a:pt x="940" y="5419"/>
                  <a:pt x="1088" y="5203"/>
                </a:cubicBezTo>
                <a:cubicBezTo>
                  <a:pt x="1261" y="4956"/>
                  <a:pt x="1248" y="4610"/>
                  <a:pt x="1137" y="4332"/>
                </a:cubicBezTo>
                <a:cubicBezTo>
                  <a:pt x="1020" y="4054"/>
                  <a:pt x="810" y="3825"/>
                  <a:pt x="612" y="3590"/>
                </a:cubicBezTo>
                <a:cubicBezTo>
                  <a:pt x="581" y="3176"/>
                  <a:pt x="921" y="2639"/>
                  <a:pt x="1279" y="2435"/>
                </a:cubicBezTo>
                <a:cubicBezTo>
                  <a:pt x="1644" y="2225"/>
                  <a:pt x="2070" y="2163"/>
                  <a:pt x="2484" y="2101"/>
                </a:cubicBezTo>
                <a:cubicBezTo>
                  <a:pt x="5499" y="1675"/>
                  <a:pt x="8502" y="1243"/>
                  <a:pt x="11523" y="872"/>
                </a:cubicBezTo>
                <a:cubicBezTo>
                  <a:pt x="15538" y="378"/>
                  <a:pt x="19641" y="1"/>
                  <a:pt x="23601" y="804"/>
                </a:cubicBezTo>
                <a:cubicBezTo>
                  <a:pt x="24880" y="1057"/>
                  <a:pt x="26190" y="1465"/>
                  <a:pt x="27153" y="2355"/>
                </a:cubicBezTo>
                <a:cubicBezTo>
                  <a:pt x="27987" y="3121"/>
                  <a:pt x="28506" y="4214"/>
                  <a:pt x="28568" y="5345"/>
                </a:cubicBezTo>
                <a:cubicBezTo>
                  <a:pt x="28630" y="6469"/>
                  <a:pt x="28234" y="7625"/>
                  <a:pt x="27487" y="8471"/>
                </a:cubicBezTo>
                <a:cubicBezTo>
                  <a:pt x="26931" y="9107"/>
                  <a:pt x="26202" y="9571"/>
                  <a:pt x="25621" y="10176"/>
                </a:cubicBezTo>
                <a:cubicBezTo>
                  <a:pt x="25047" y="10788"/>
                  <a:pt x="24602" y="11653"/>
                  <a:pt x="24837" y="12462"/>
                </a:cubicBezTo>
                <a:cubicBezTo>
                  <a:pt x="24935" y="12802"/>
                  <a:pt x="25201" y="13142"/>
                  <a:pt x="25275" y="13481"/>
                </a:cubicBezTo>
                <a:cubicBezTo>
                  <a:pt x="25355" y="13834"/>
                  <a:pt x="25312" y="14217"/>
                  <a:pt x="25096" y="14495"/>
                </a:cubicBezTo>
                <a:cubicBezTo>
                  <a:pt x="24867" y="14797"/>
                  <a:pt x="24466" y="14915"/>
                  <a:pt x="24089" y="14952"/>
                </a:cubicBezTo>
                <a:cubicBezTo>
                  <a:pt x="23706" y="14989"/>
                  <a:pt x="23323" y="14964"/>
                  <a:pt x="22952" y="15057"/>
                </a:cubicBezTo>
                <a:cubicBezTo>
                  <a:pt x="22217" y="15236"/>
                  <a:pt x="21667" y="15817"/>
                  <a:pt x="21031" y="16212"/>
                </a:cubicBezTo>
                <a:cubicBezTo>
                  <a:pt x="20061" y="16787"/>
                  <a:pt x="18838" y="16923"/>
                  <a:pt x="17769" y="16558"/>
                </a:cubicBezTo>
                <a:cubicBezTo>
                  <a:pt x="17559" y="16490"/>
                  <a:pt x="17324" y="16292"/>
                  <a:pt x="17108" y="16274"/>
                </a:cubicBezTo>
                <a:cubicBezTo>
                  <a:pt x="16891" y="16249"/>
                  <a:pt x="16644" y="16385"/>
                  <a:pt x="16626" y="16601"/>
                </a:cubicBezTo>
                <a:cubicBezTo>
                  <a:pt x="16620" y="16781"/>
                  <a:pt x="16756" y="16929"/>
                  <a:pt x="16805" y="17096"/>
                </a:cubicBezTo>
                <a:cubicBezTo>
                  <a:pt x="16904" y="17454"/>
                  <a:pt x="16601" y="17788"/>
                  <a:pt x="16292" y="17985"/>
                </a:cubicBezTo>
                <a:cubicBezTo>
                  <a:pt x="15983" y="18189"/>
                  <a:pt x="15625" y="18381"/>
                  <a:pt x="15514" y="18727"/>
                </a:cubicBezTo>
                <a:cubicBezTo>
                  <a:pt x="15458" y="18900"/>
                  <a:pt x="15477" y="19085"/>
                  <a:pt x="15409" y="19246"/>
                </a:cubicBezTo>
                <a:cubicBezTo>
                  <a:pt x="15347" y="19406"/>
                  <a:pt x="15149" y="19555"/>
                  <a:pt x="14995" y="19462"/>
                </a:cubicBezTo>
                <a:cubicBezTo>
                  <a:pt x="14914" y="19771"/>
                  <a:pt x="14426" y="19900"/>
                  <a:pt x="14111" y="19925"/>
                </a:cubicBezTo>
                <a:cubicBezTo>
                  <a:pt x="13784" y="19956"/>
                  <a:pt x="13450" y="19900"/>
                  <a:pt x="13154" y="19993"/>
                </a:cubicBezTo>
                <a:cubicBezTo>
                  <a:pt x="12845" y="20086"/>
                  <a:pt x="12579" y="20321"/>
                  <a:pt x="12264" y="20339"/>
                </a:cubicBezTo>
                <a:cubicBezTo>
                  <a:pt x="11986" y="20358"/>
                  <a:pt x="11739" y="20203"/>
                  <a:pt x="11486" y="20092"/>
                </a:cubicBezTo>
                <a:cubicBezTo>
                  <a:pt x="11146" y="19950"/>
                  <a:pt x="10750" y="19876"/>
                  <a:pt x="10417" y="20043"/>
                </a:cubicBezTo>
                <a:cubicBezTo>
                  <a:pt x="10083" y="20203"/>
                  <a:pt x="9898" y="20667"/>
                  <a:pt x="10126" y="20957"/>
                </a:cubicBezTo>
                <a:cubicBezTo>
                  <a:pt x="10225" y="21093"/>
                  <a:pt x="10386" y="21161"/>
                  <a:pt x="10503" y="21284"/>
                </a:cubicBezTo>
                <a:cubicBezTo>
                  <a:pt x="10695" y="21476"/>
                  <a:pt x="10744" y="21772"/>
                  <a:pt x="10849" y="22026"/>
                </a:cubicBezTo>
                <a:cubicBezTo>
                  <a:pt x="10960" y="22279"/>
                  <a:pt x="11195" y="22532"/>
                  <a:pt x="11461" y="22471"/>
                </a:cubicBezTo>
                <a:cubicBezTo>
                  <a:pt x="11832" y="22390"/>
                  <a:pt x="12258" y="22656"/>
                  <a:pt x="12449" y="22983"/>
                </a:cubicBezTo>
                <a:cubicBezTo>
                  <a:pt x="12641" y="23305"/>
                  <a:pt x="12709" y="23694"/>
                  <a:pt x="12894" y="24027"/>
                </a:cubicBezTo>
                <a:cubicBezTo>
                  <a:pt x="13043" y="24281"/>
                  <a:pt x="13253" y="24491"/>
                  <a:pt x="13413" y="24726"/>
                </a:cubicBezTo>
                <a:cubicBezTo>
                  <a:pt x="13574" y="24967"/>
                  <a:pt x="13691" y="25269"/>
                  <a:pt x="13605" y="25547"/>
                </a:cubicBezTo>
                <a:cubicBezTo>
                  <a:pt x="13524" y="25838"/>
                  <a:pt x="13246" y="26035"/>
                  <a:pt x="13005" y="26227"/>
                </a:cubicBezTo>
                <a:cubicBezTo>
                  <a:pt x="12764" y="26418"/>
                  <a:pt x="12524" y="26696"/>
                  <a:pt x="12579" y="26999"/>
                </a:cubicBezTo>
                <a:cubicBezTo>
                  <a:pt x="12616" y="27252"/>
                  <a:pt x="12851" y="27425"/>
                  <a:pt x="13012" y="27623"/>
                </a:cubicBezTo>
                <a:cubicBezTo>
                  <a:pt x="13358" y="28043"/>
                  <a:pt x="13438" y="28661"/>
                  <a:pt x="13215" y="29155"/>
                </a:cubicBezTo>
                <a:cubicBezTo>
                  <a:pt x="13265" y="29625"/>
                  <a:pt x="12641" y="29995"/>
                  <a:pt x="12171" y="30033"/>
                </a:cubicBezTo>
                <a:cubicBezTo>
                  <a:pt x="11702" y="30070"/>
                  <a:pt x="11183" y="29995"/>
                  <a:pt x="10806" y="30273"/>
                </a:cubicBezTo>
                <a:cubicBezTo>
                  <a:pt x="10312" y="30638"/>
                  <a:pt x="10299" y="31423"/>
                  <a:pt x="9799" y="31781"/>
                </a:cubicBezTo>
                <a:cubicBezTo>
                  <a:pt x="9570" y="31948"/>
                  <a:pt x="9268" y="31985"/>
                  <a:pt x="8983" y="32034"/>
                </a:cubicBezTo>
                <a:cubicBezTo>
                  <a:pt x="8693" y="32077"/>
                  <a:pt x="8397" y="32158"/>
                  <a:pt x="8199" y="32368"/>
                </a:cubicBezTo>
                <a:cubicBezTo>
                  <a:pt x="8007" y="32572"/>
                  <a:pt x="7995" y="32967"/>
                  <a:pt x="8242" y="33115"/>
                </a:cubicBezTo>
                <a:cubicBezTo>
                  <a:pt x="7785" y="33023"/>
                  <a:pt x="7285" y="33196"/>
                  <a:pt x="6982" y="33554"/>
                </a:cubicBezTo>
                <a:cubicBezTo>
                  <a:pt x="6679" y="33912"/>
                  <a:pt x="6586" y="34438"/>
                  <a:pt x="6759" y="34870"/>
                </a:cubicBezTo>
                <a:cubicBezTo>
                  <a:pt x="6840" y="35099"/>
                  <a:pt x="6994" y="35302"/>
                  <a:pt x="7087" y="35531"/>
                </a:cubicBezTo>
                <a:cubicBezTo>
                  <a:pt x="7179" y="35766"/>
                  <a:pt x="7204" y="36050"/>
                  <a:pt x="7050" y="36242"/>
                </a:cubicBezTo>
                <a:cubicBezTo>
                  <a:pt x="6895" y="36427"/>
                  <a:pt x="6055" y="36557"/>
                  <a:pt x="5975" y="36328"/>
                </a:cubicBezTo>
                <a:close/>
              </a:path>
            </a:pathLst>
          </a:custGeom>
          <a:solidFill>
            <a:srgbClr val="F7F9F7">
              <a:alpha val="22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1"/>
          <p:cNvSpPr txBox="1">
            <a:spLocks noGrp="1"/>
          </p:cNvSpPr>
          <p:nvPr>
            <p:ph type="title" hasCustomPrompt="1"/>
          </p:nvPr>
        </p:nvSpPr>
        <p:spPr>
          <a:xfrm>
            <a:off x="2223600" y="528400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31"/>
          <p:cNvSpPr txBox="1">
            <a:spLocks noGrp="1"/>
          </p:cNvSpPr>
          <p:nvPr>
            <p:ph type="subTitle" idx="1"/>
          </p:nvPr>
        </p:nvSpPr>
        <p:spPr>
          <a:xfrm>
            <a:off x="2223600" y="1225601"/>
            <a:ext cx="46968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027456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2" name="Google Shape;302;p31"/>
          <p:cNvSpPr txBox="1">
            <a:spLocks noGrp="1"/>
          </p:cNvSpPr>
          <p:nvPr>
            <p:ph type="subTitle" idx="3"/>
          </p:nvPr>
        </p:nvSpPr>
        <p:spPr>
          <a:xfrm>
            <a:off x="2223600" y="2727228"/>
            <a:ext cx="46968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3" name="Google Shape;303;p31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529063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31"/>
          <p:cNvSpPr txBox="1">
            <a:spLocks noGrp="1"/>
          </p:cNvSpPr>
          <p:nvPr>
            <p:ph type="subTitle" idx="5"/>
          </p:nvPr>
        </p:nvSpPr>
        <p:spPr>
          <a:xfrm>
            <a:off x="2223600" y="4231406"/>
            <a:ext cx="46968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2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2"/>
          <p:cNvPicPr preferRelativeResize="0"/>
          <p:nvPr/>
        </p:nvPicPr>
        <p:blipFill rotWithShape="1">
          <a:blip r:embed="rId3">
            <a:alphaModFix amt="40000"/>
          </a:blip>
          <a:srcRect l="51241" r="23032"/>
          <a:stretch/>
        </p:blipFill>
        <p:spPr>
          <a:xfrm rot="10800000" flipH="1">
            <a:off x="7163075" y="0"/>
            <a:ext cx="19809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2"/>
          <p:cNvPicPr preferRelativeResize="0"/>
          <p:nvPr/>
        </p:nvPicPr>
        <p:blipFill rotWithShape="1">
          <a:blip r:embed="rId3">
            <a:alphaModFix amt="40000"/>
          </a:blip>
          <a:srcRect l="30148" r="40720"/>
          <a:stretch/>
        </p:blipFill>
        <p:spPr>
          <a:xfrm rot="10800000" flipH="1">
            <a:off x="2" y="0"/>
            <a:ext cx="22431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2"/>
          <p:cNvSpPr txBox="1">
            <a:spLocks noGrp="1"/>
          </p:cNvSpPr>
          <p:nvPr>
            <p:ph type="title" hasCustomPrompt="1"/>
          </p:nvPr>
        </p:nvSpPr>
        <p:spPr>
          <a:xfrm>
            <a:off x="938500" y="2864450"/>
            <a:ext cx="21732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0" name="Google Shape;310;p32"/>
          <p:cNvSpPr txBox="1">
            <a:spLocks noGrp="1"/>
          </p:cNvSpPr>
          <p:nvPr>
            <p:ph type="subTitle" idx="1"/>
          </p:nvPr>
        </p:nvSpPr>
        <p:spPr>
          <a:xfrm>
            <a:off x="938500" y="38147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subTitle" idx="2"/>
          </p:nvPr>
        </p:nvSpPr>
        <p:spPr>
          <a:xfrm>
            <a:off x="938500" y="3519425"/>
            <a:ext cx="2173200" cy="440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12" name="Google Shape;312;p32"/>
          <p:cNvSpPr txBox="1">
            <a:spLocks noGrp="1"/>
          </p:cNvSpPr>
          <p:nvPr>
            <p:ph type="title" idx="3" hasCustomPrompt="1"/>
          </p:nvPr>
        </p:nvSpPr>
        <p:spPr>
          <a:xfrm>
            <a:off x="3485400" y="2864450"/>
            <a:ext cx="21732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4"/>
          </p:nvPr>
        </p:nvSpPr>
        <p:spPr>
          <a:xfrm>
            <a:off x="3485400" y="38147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5"/>
          </p:nvPr>
        </p:nvSpPr>
        <p:spPr>
          <a:xfrm>
            <a:off x="3485400" y="3519425"/>
            <a:ext cx="2173200" cy="440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title" idx="6" hasCustomPrompt="1"/>
          </p:nvPr>
        </p:nvSpPr>
        <p:spPr>
          <a:xfrm>
            <a:off x="6032300" y="2864450"/>
            <a:ext cx="21732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6" name="Google Shape;316;p32"/>
          <p:cNvSpPr txBox="1">
            <a:spLocks noGrp="1"/>
          </p:cNvSpPr>
          <p:nvPr>
            <p:ph type="subTitle" idx="7"/>
          </p:nvPr>
        </p:nvSpPr>
        <p:spPr>
          <a:xfrm>
            <a:off x="6032300" y="38147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7" name="Google Shape;317;p32"/>
          <p:cNvSpPr txBox="1">
            <a:spLocks noGrp="1"/>
          </p:cNvSpPr>
          <p:nvPr>
            <p:ph type="subTitle" idx="8"/>
          </p:nvPr>
        </p:nvSpPr>
        <p:spPr>
          <a:xfrm>
            <a:off x="6032300" y="3519425"/>
            <a:ext cx="2173200" cy="440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18" name="Google Shape;318;p32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/>
          <p:nvPr/>
        </p:nvSpPr>
        <p:spPr>
          <a:xfrm>
            <a:off x="0" y="4479475"/>
            <a:ext cx="9144000" cy="670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1" name="Google Shape;321;p33"/>
          <p:cNvGrpSpPr/>
          <p:nvPr/>
        </p:nvGrpSpPr>
        <p:grpSpPr>
          <a:xfrm>
            <a:off x="7827913" y="4122319"/>
            <a:ext cx="1956918" cy="1216016"/>
            <a:chOff x="427966" y="1874585"/>
            <a:chExt cx="2735800" cy="1700008"/>
          </a:xfrm>
        </p:grpSpPr>
        <p:sp>
          <p:nvSpPr>
            <p:cNvPr id="322" name="Google Shape;322;p33"/>
            <p:cNvSpPr/>
            <p:nvPr/>
          </p:nvSpPr>
          <p:spPr>
            <a:xfrm>
              <a:off x="2540579" y="2787681"/>
              <a:ext cx="623187" cy="79906"/>
            </a:xfrm>
            <a:custGeom>
              <a:avLst/>
              <a:gdLst/>
              <a:ahLst/>
              <a:cxnLst/>
              <a:rect l="l" t="t" r="r" b="b"/>
              <a:pathLst>
                <a:path w="9546" h="1224" extrusionOk="0">
                  <a:moveTo>
                    <a:pt x="0" y="371"/>
                  </a:moveTo>
                  <a:cubicBezTo>
                    <a:pt x="0" y="371"/>
                    <a:pt x="1736" y="186"/>
                    <a:pt x="1977" y="278"/>
                  </a:cubicBezTo>
                  <a:cubicBezTo>
                    <a:pt x="2206" y="371"/>
                    <a:pt x="3485" y="890"/>
                    <a:pt x="3485" y="890"/>
                  </a:cubicBezTo>
                  <a:lnTo>
                    <a:pt x="5832" y="1224"/>
                  </a:lnTo>
                  <a:lnTo>
                    <a:pt x="9546" y="0"/>
                  </a:lnTo>
                  <a:lnTo>
                    <a:pt x="5968" y="946"/>
                  </a:lnTo>
                  <a:lnTo>
                    <a:pt x="3713" y="655"/>
                  </a:lnTo>
                  <a:lnTo>
                    <a:pt x="2299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3"/>
            <p:cNvSpPr/>
            <p:nvPr/>
          </p:nvSpPr>
          <p:spPr>
            <a:xfrm>
              <a:off x="1257579" y="2542026"/>
              <a:ext cx="1177762" cy="612742"/>
            </a:xfrm>
            <a:custGeom>
              <a:avLst/>
              <a:gdLst/>
              <a:ahLst/>
              <a:cxnLst/>
              <a:rect l="l" t="t" r="r" b="b"/>
              <a:pathLst>
                <a:path w="18041" h="9386" extrusionOk="0">
                  <a:moveTo>
                    <a:pt x="1366" y="8366"/>
                  </a:moveTo>
                  <a:cubicBezTo>
                    <a:pt x="1366" y="8366"/>
                    <a:pt x="1928" y="7896"/>
                    <a:pt x="1996" y="7896"/>
                  </a:cubicBezTo>
                  <a:cubicBezTo>
                    <a:pt x="2070" y="7896"/>
                    <a:pt x="3034" y="7520"/>
                    <a:pt x="3034" y="7520"/>
                  </a:cubicBezTo>
                  <a:lnTo>
                    <a:pt x="1928" y="6253"/>
                  </a:lnTo>
                  <a:lnTo>
                    <a:pt x="897" y="5870"/>
                  </a:lnTo>
                  <a:lnTo>
                    <a:pt x="495" y="4746"/>
                  </a:lnTo>
                  <a:lnTo>
                    <a:pt x="1" y="4091"/>
                  </a:lnTo>
                  <a:lnTo>
                    <a:pt x="1218" y="2491"/>
                  </a:lnTo>
                  <a:lnTo>
                    <a:pt x="1947" y="1224"/>
                  </a:lnTo>
                  <a:lnTo>
                    <a:pt x="2935" y="1131"/>
                  </a:lnTo>
                  <a:lnTo>
                    <a:pt x="7025" y="1"/>
                  </a:lnTo>
                  <a:lnTo>
                    <a:pt x="9546" y="798"/>
                  </a:lnTo>
                  <a:lnTo>
                    <a:pt x="12085" y="1335"/>
                  </a:lnTo>
                  <a:lnTo>
                    <a:pt x="12715" y="2417"/>
                  </a:lnTo>
                  <a:lnTo>
                    <a:pt x="13704" y="3831"/>
                  </a:lnTo>
                  <a:lnTo>
                    <a:pt x="14383" y="4702"/>
                  </a:lnTo>
                  <a:lnTo>
                    <a:pt x="14785" y="6371"/>
                  </a:lnTo>
                  <a:lnTo>
                    <a:pt x="15119" y="6822"/>
                  </a:lnTo>
                  <a:lnTo>
                    <a:pt x="17052" y="7050"/>
                  </a:lnTo>
                  <a:lnTo>
                    <a:pt x="18041" y="7075"/>
                  </a:lnTo>
                  <a:lnTo>
                    <a:pt x="16960" y="7167"/>
                  </a:lnTo>
                  <a:lnTo>
                    <a:pt x="14909" y="7032"/>
                  </a:lnTo>
                  <a:lnTo>
                    <a:pt x="13617" y="7032"/>
                  </a:lnTo>
                  <a:lnTo>
                    <a:pt x="12561" y="7384"/>
                  </a:lnTo>
                  <a:lnTo>
                    <a:pt x="11344" y="8181"/>
                  </a:lnTo>
                  <a:lnTo>
                    <a:pt x="10077" y="7730"/>
                  </a:lnTo>
                  <a:lnTo>
                    <a:pt x="8903" y="7445"/>
                  </a:lnTo>
                  <a:lnTo>
                    <a:pt x="7476" y="7829"/>
                  </a:lnTo>
                  <a:lnTo>
                    <a:pt x="5499" y="6438"/>
                  </a:lnTo>
                  <a:cubicBezTo>
                    <a:pt x="5499" y="6438"/>
                    <a:pt x="4060" y="7631"/>
                    <a:pt x="3992" y="7680"/>
                  </a:cubicBezTo>
                  <a:cubicBezTo>
                    <a:pt x="3924" y="7724"/>
                    <a:pt x="3355" y="7748"/>
                    <a:pt x="3355" y="7748"/>
                  </a:cubicBezTo>
                  <a:lnTo>
                    <a:pt x="3102" y="7890"/>
                  </a:lnTo>
                  <a:lnTo>
                    <a:pt x="3288" y="8545"/>
                  </a:lnTo>
                  <a:lnTo>
                    <a:pt x="3714" y="9157"/>
                  </a:lnTo>
                  <a:lnTo>
                    <a:pt x="5586" y="9385"/>
                  </a:lnTo>
                  <a:lnTo>
                    <a:pt x="3609" y="9268"/>
                  </a:lnTo>
                  <a:lnTo>
                    <a:pt x="3096" y="8588"/>
                  </a:lnTo>
                  <a:lnTo>
                    <a:pt x="2837" y="7890"/>
                  </a:lnTo>
                  <a:lnTo>
                    <a:pt x="2064" y="800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3"/>
            <p:cNvSpPr/>
            <p:nvPr/>
          </p:nvSpPr>
          <p:spPr>
            <a:xfrm>
              <a:off x="1566562" y="2542026"/>
              <a:ext cx="480022" cy="511488"/>
            </a:xfrm>
            <a:custGeom>
              <a:avLst/>
              <a:gdLst/>
              <a:ahLst/>
              <a:cxnLst/>
              <a:rect l="l" t="t" r="r" b="b"/>
              <a:pathLst>
                <a:path w="7353" h="7835" extrusionOk="0">
                  <a:moveTo>
                    <a:pt x="7352" y="1342"/>
                  </a:moveTo>
                  <a:lnTo>
                    <a:pt x="4813" y="798"/>
                  </a:lnTo>
                  <a:lnTo>
                    <a:pt x="2292" y="1"/>
                  </a:lnTo>
                  <a:lnTo>
                    <a:pt x="0" y="637"/>
                  </a:lnTo>
                  <a:lnTo>
                    <a:pt x="254" y="6871"/>
                  </a:lnTo>
                  <a:lnTo>
                    <a:pt x="766" y="6445"/>
                  </a:lnTo>
                  <a:lnTo>
                    <a:pt x="2743" y="7835"/>
                  </a:lnTo>
                  <a:lnTo>
                    <a:pt x="4152" y="7458"/>
                  </a:lnTo>
                  <a:lnTo>
                    <a:pt x="5313" y="773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3"/>
            <p:cNvSpPr/>
            <p:nvPr/>
          </p:nvSpPr>
          <p:spPr>
            <a:xfrm>
              <a:off x="1988418" y="2731604"/>
              <a:ext cx="208186" cy="344104"/>
            </a:xfrm>
            <a:custGeom>
              <a:avLst/>
              <a:gdLst/>
              <a:ahLst/>
              <a:cxnLst/>
              <a:rect l="l" t="t" r="r" b="b"/>
              <a:pathLst>
                <a:path w="3189" h="5271" extrusionOk="0">
                  <a:moveTo>
                    <a:pt x="3188" y="1792"/>
                  </a:moveTo>
                  <a:lnTo>
                    <a:pt x="2509" y="921"/>
                  </a:lnTo>
                  <a:lnTo>
                    <a:pt x="1860" y="1"/>
                  </a:lnTo>
                  <a:cubicBezTo>
                    <a:pt x="1391" y="1310"/>
                    <a:pt x="439" y="3973"/>
                    <a:pt x="1" y="5221"/>
                  </a:cubicBezTo>
                  <a:lnTo>
                    <a:pt x="130" y="5271"/>
                  </a:lnTo>
                  <a:lnTo>
                    <a:pt x="1354" y="4474"/>
                  </a:lnTo>
                  <a:lnTo>
                    <a:pt x="2348" y="414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1257579" y="2621474"/>
              <a:ext cx="127562" cy="325956"/>
            </a:xfrm>
            <a:custGeom>
              <a:avLst/>
              <a:gdLst/>
              <a:ahLst/>
              <a:cxnLst/>
              <a:rect l="l" t="t" r="r" b="b"/>
              <a:pathLst>
                <a:path w="1954" h="4993" extrusionOk="0">
                  <a:moveTo>
                    <a:pt x="1" y="2874"/>
                  </a:moveTo>
                  <a:lnTo>
                    <a:pt x="495" y="3529"/>
                  </a:lnTo>
                  <a:lnTo>
                    <a:pt x="897" y="4653"/>
                  </a:lnTo>
                  <a:lnTo>
                    <a:pt x="1830" y="4993"/>
                  </a:lnTo>
                  <a:lnTo>
                    <a:pt x="1953" y="1"/>
                  </a:lnTo>
                  <a:lnTo>
                    <a:pt x="1224" y="127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1353610" y="1874585"/>
              <a:ext cx="370282" cy="807479"/>
            </a:xfrm>
            <a:custGeom>
              <a:avLst/>
              <a:gdLst/>
              <a:ahLst/>
              <a:cxnLst/>
              <a:rect l="l" t="t" r="r" b="b"/>
              <a:pathLst>
                <a:path w="5672" h="12369" extrusionOk="0">
                  <a:moveTo>
                    <a:pt x="5672" y="7649"/>
                  </a:moveTo>
                  <a:cubicBezTo>
                    <a:pt x="5672" y="7649"/>
                    <a:pt x="3670" y="6141"/>
                    <a:pt x="3367" y="4350"/>
                  </a:cubicBezTo>
                  <a:cubicBezTo>
                    <a:pt x="3058" y="2564"/>
                    <a:pt x="3602" y="0"/>
                    <a:pt x="3602" y="0"/>
                  </a:cubicBezTo>
                  <a:cubicBezTo>
                    <a:pt x="3602" y="0"/>
                    <a:pt x="0" y="7179"/>
                    <a:pt x="890" y="9379"/>
                  </a:cubicBezTo>
                  <a:cubicBezTo>
                    <a:pt x="1773" y="11578"/>
                    <a:pt x="3472" y="12369"/>
                    <a:pt x="3472" y="1236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1318488" y="2190353"/>
              <a:ext cx="850696" cy="1099553"/>
            </a:xfrm>
            <a:custGeom>
              <a:avLst/>
              <a:gdLst/>
              <a:ahLst/>
              <a:cxnLst/>
              <a:rect l="l" t="t" r="r" b="b"/>
              <a:pathLst>
                <a:path w="13031" h="16843" extrusionOk="0">
                  <a:moveTo>
                    <a:pt x="6494" y="16842"/>
                  </a:moveTo>
                  <a:lnTo>
                    <a:pt x="1" y="13753"/>
                  </a:lnTo>
                  <a:lnTo>
                    <a:pt x="6531" y="1"/>
                  </a:lnTo>
                  <a:lnTo>
                    <a:pt x="13030" y="308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1556835" y="2283902"/>
              <a:ext cx="429624" cy="924531"/>
            </a:xfrm>
            <a:custGeom>
              <a:avLst/>
              <a:gdLst/>
              <a:ahLst/>
              <a:cxnLst/>
              <a:rect l="l" t="t" r="r" b="b"/>
              <a:pathLst>
                <a:path w="6581" h="14162" extrusionOk="0">
                  <a:moveTo>
                    <a:pt x="217" y="14161"/>
                  </a:moveTo>
                  <a:lnTo>
                    <a:pt x="6581" y="322"/>
                  </a:lnTo>
                  <a:lnTo>
                    <a:pt x="5907" y="1"/>
                  </a:lnTo>
                  <a:lnTo>
                    <a:pt x="2046" y="8335"/>
                  </a:lnTo>
                  <a:lnTo>
                    <a:pt x="2552" y="8397"/>
                  </a:lnTo>
                  <a:lnTo>
                    <a:pt x="1" y="14056"/>
                  </a:ln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1618592" y="2329925"/>
              <a:ext cx="550593" cy="959979"/>
            </a:xfrm>
            <a:custGeom>
              <a:avLst/>
              <a:gdLst/>
              <a:ahLst/>
              <a:cxnLst/>
              <a:rect l="l" t="t" r="r" b="b"/>
              <a:pathLst>
                <a:path w="8434" h="14705" extrusionOk="0">
                  <a:moveTo>
                    <a:pt x="0" y="13802"/>
                  </a:moveTo>
                  <a:lnTo>
                    <a:pt x="1897" y="14704"/>
                  </a:lnTo>
                  <a:lnTo>
                    <a:pt x="8433" y="945"/>
                  </a:lnTo>
                  <a:lnTo>
                    <a:pt x="6444" y="0"/>
                  </a:ln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3"/>
            <p:cNvSpPr/>
            <p:nvPr/>
          </p:nvSpPr>
          <p:spPr>
            <a:xfrm>
              <a:off x="1740801" y="2043143"/>
              <a:ext cx="459850" cy="357030"/>
            </a:xfrm>
            <a:custGeom>
              <a:avLst/>
              <a:gdLst/>
              <a:ahLst/>
              <a:cxnLst/>
              <a:rect l="l" t="t" r="r" b="b"/>
              <a:pathLst>
                <a:path w="7044" h="5469" extrusionOk="0">
                  <a:moveTo>
                    <a:pt x="7043" y="2373"/>
                  </a:moveTo>
                  <a:lnTo>
                    <a:pt x="2057" y="1"/>
                  </a:lnTo>
                  <a:lnTo>
                    <a:pt x="62" y="2249"/>
                  </a:lnTo>
                  <a:cubicBezTo>
                    <a:pt x="0" y="2379"/>
                    <a:pt x="1403" y="3182"/>
                    <a:pt x="3200" y="4029"/>
                  </a:cubicBezTo>
                  <a:cubicBezTo>
                    <a:pt x="4992" y="4881"/>
                    <a:pt x="6500" y="5468"/>
                    <a:pt x="6567" y="53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3"/>
            <p:cNvSpPr/>
            <p:nvPr/>
          </p:nvSpPr>
          <p:spPr>
            <a:xfrm>
              <a:off x="1815419" y="2101243"/>
              <a:ext cx="385232" cy="299320"/>
            </a:xfrm>
            <a:custGeom>
              <a:avLst/>
              <a:gdLst/>
              <a:ahLst/>
              <a:cxnLst/>
              <a:rect l="l" t="t" r="r" b="b"/>
              <a:pathLst>
                <a:path w="5901" h="4585" extrusionOk="0">
                  <a:moveTo>
                    <a:pt x="2774" y="0"/>
                  </a:moveTo>
                  <a:lnTo>
                    <a:pt x="2626" y="136"/>
                  </a:lnTo>
                  <a:lnTo>
                    <a:pt x="3633" y="1267"/>
                  </a:lnTo>
                  <a:lnTo>
                    <a:pt x="3787" y="2360"/>
                  </a:lnTo>
                  <a:lnTo>
                    <a:pt x="2280" y="2515"/>
                  </a:lnTo>
                  <a:lnTo>
                    <a:pt x="1032" y="2268"/>
                  </a:lnTo>
                  <a:lnTo>
                    <a:pt x="0" y="2107"/>
                  </a:lnTo>
                  <a:cubicBezTo>
                    <a:pt x="550" y="2410"/>
                    <a:pt x="1260" y="2768"/>
                    <a:pt x="2051" y="3151"/>
                  </a:cubicBezTo>
                  <a:cubicBezTo>
                    <a:pt x="3843" y="3997"/>
                    <a:pt x="5344" y="4584"/>
                    <a:pt x="5418" y="4448"/>
                  </a:cubicBezTo>
                  <a:lnTo>
                    <a:pt x="5900" y="1483"/>
                  </a:lnTo>
                  <a:close/>
                  <a:moveTo>
                    <a:pt x="2465" y="1885"/>
                  </a:moveTo>
                  <a:lnTo>
                    <a:pt x="2292" y="1329"/>
                  </a:lnTo>
                  <a:lnTo>
                    <a:pt x="1168" y="1452"/>
                  </a:lnTo>
                  <a:lnTo>
                    <a:pt x="1699" y="188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1871432" y="2036680"/>
              <a:ext cx="332418" cy="167841"/>
            </a:xfrm>
            <a:custGeom>
              <a:avLst/>
              <a:gdLst/>
              <a:ahLst/>
              <a:cxnLst/>
              <a:rect l="l" t="t" r="r" b="b"/>
              <a:pathLst>
                <a:path w="5092" h="2571" extrusionOk="0">
                  <a:moveTo>
                    <a:pt x="5042" y="2472"/>
                  </a:moveTo>
                  <a:cubicBezTo>
                    <a:pt x="4999" y="2571"/>
                    <a:pt x="3837" y="2132"/>
                    <a:pt x="2460" y="1471"/>
                  </a:cubicBezTo>
                  <a:cubicBezTo>
                    <a:pt x="1082" y="816"/>
                    <a:pt x="1" y="205"/>
                    <a:pt x="44" y="100"/>
                  </a:cubicBezTo>
                  <a:cubicBezTo>
                    <a:pt x="94" y="1"/>
                    <a:pt x="1255" y="439"/>
                    <a:pt x="2633" y="1094"/>
                  </a:cubicBezTo>
                  <a:cubicBezTo>
                    <a:pt x="4017" y="1749"/>
                    <a:pt x="5092" y="2367"/>
                    <a:pt x="5042" y="247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1859746" y="2231481"/>
              <a:ext cx="613133" cy="612350"/>
            </a:xfrm>
            <a:custGeom>
              <a:avLst/>
              <a:gdLst/>
              <a:ahLst/>
              <a:cxnLst/>
              <a:rect l="l" t="t" r="r" b="b"/>
              <a:pathLst>
                <a:path w="9392" h="9380" extrusionOk="0">
                  <a:moveTo>
                    <a:pt x="2101" y="3671"/>
                  </a:moveTo>
                  <a:cubicBezTo>
                    <a:pt x="2101" y="3671"/>
                    <a:pt x="4634" y="4165"/>
                    <a:pt x="6222" y="3170"/>
                  </a:cubicBezTo>
                  <a:cubicBezTo>
                    <a:pt x="7804" y="2169"/>
                    <a:pt x="9391" y="1"/>
                    <a:pt x="9391" y="1"/>
                  </a:cubicBezTo>
                  <a:cubicBezTo>
                    <a:pt x="9391" y="1"/>
                    <a:pt x="6364" y="7711"/>
                    <a:pt x="4072" y="8545"/>
                  </a:cubicBezTo>
                  <a:cubicBezTo>
                    <a:pt x="1780" y="9379"/>
                    <a:pt x="1" y="8625"/>
                    <a:pt x="1" y="862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1941611" y="2062923"/>
              <a:ext cx="262240" cy="142055"/>
            </a:xfrm>
            <a:custGeom>
              <a:avLst/>
              <a:gdLst/>
              <a:ahLst/>
              <a:cxnLst/>
              <a:rect l="l" t="t" r="r" b="b"/>
              <a:pathLst>
                <a:path w="4017" h="2176" extrusionOk="0">
                  <a:moveTo>
                    <a:pt x="3967" y="2070"/>
                  </a:moveTo>
                  <a:cubicBezTo>
                    <a:pt x="4017" y="1965"/>
                    <a:pt x="2942" y="1347"/>
                    <a:pt x="1558" y="692"/>
                  </a:cubicBezTo>
                  <a:cubicBezTo>
                    <a:pt x="971" y="414"/>
                    <a:pt x="433" y="173"/>
                    <a:pt x="1" y="0"/>
                  </a:cubicBezTo>
                  <a:cubicBezTo>
                    <a:pt x="32" y="99"/>
                    <a:pt x="199" y="204"/>
                    <a:pt x="347" y="315"/>
                  </a:cubicBezTo>
                  <a:cubicBezTo>
                    <a:pt x="507" y="433"/>
                    <a:pt x="934" y="538"/>
                    <a:pt x="977" y="563"/>
                  </a:cubicBezTo>
                  <a:cubicBezTo>
                    <a:pt x="1026" y="587"/>
                    <a:pt x="1131" y="785"/>
                    <a:pt x="1076" y="773"/>
                  </a:cubicBezTo>
                  <a:cubicBezTo>
                    <a:pt x="1014" y="754"/>
                    <a:pt x="693" y="717"/>
                    <a:pt x="693" y="717"/>
                  </a:cubicBezTo>
                  <a:cubicBezTo>
                    <a:pt x="693" y="717"/>
                    <a:pt x="693" y="723"/>
                    <a:pt x="705" y="729"/>
                  </a:cubicBezTo>
                  <a:cubicBezTo>
                    <a:pt x="921" y="841"/>
                    <a:pt x="1144" y="946"/>
                    <a:pt x="1385" y="1063"/>
                  </a:cubicBezTo>
                  <a:cubicBezTo>
                    <a:pt x="2762" y="1730"/>
                    <a:pt x="3912" y="2175"/>
                    <a:pt x="3967" y="207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1255075" y="2925725"/>
              <a:ext cx="775100" cy="381550"/>
            </a:xfrm>
            <a:custGeom>
              <a:avLst/>
              <a:gdLst/>
              <a:ahLst/>
              <a:cxnLst/>
              <a:rect l="l" t="t" r="r" b="b"/>
              <a:pathLst>
                <a:path w="31004" h="15262" extrusionOk="0">
                  <a:moveTo>
                    <a:pt x="2429" y="0"/>
                  </a:moveTo>
                  <a:lnTo>
                    <a:pt x="17716" y="4524"/>
                  </a:lnTo>
                  <a:lnTo>
                    <a:pt x="20407" y="4263"/>
                  </a:lnTo>
                  <a:lnTo>
                    <a:pt x="22312" y="4429"/>
                  </a:lnTo>
                  <a:lnTo>
                    <a:pt x="23955" y="4191"/>
                  </a:lnTo>
                  <a:lnTo>
                    <a:pt x="26575" y="4858"/>
                  </a:lnTo>
                  <a:lnTo>
                    <a:pt x="31004" y="6382"/>
                  </a:lnTo>
                  <a:lnTo>
                    <a:pt x="30293" y="10309"/>
                  </a:lnTo>
                  <a:lnTo>
                    <a:pt x="19625" y="15262"/>
                  </a:lnTo>
                  <a:lnTo>
                    <a:pt x="0" y="7054"/>
                  </a:lnTo>
                  <a:lnTo>
                    <a:pt x="571" y="229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37" name="Google Shape;337;p33"/>
            <p:cNvSpPr/>
            <p:nvPr/>
          </p:nvSpPr>
          <p:spPr>
            <a:xfrm>
              <a:off x="427966" y="3088173"/>
              <a:ext cx="918851" cy="486420"/>
            </a:xfrm>
            <a:custGeom>
              <a:avLst/>
              <a:gdLst/>
              <a:ahLst/>
              <a:cxnLst/>
              <a:rect l="l" t="t" r="r" b="b"/>
              <a:pathLst>
                <a:path w="14075" h="7451" extrusionOk="0">
                  <a:moveTo>
                    <a:pt x="14074" y="0"/>
                  </a:moveTo>
                  <a:lnTo>
                    <a:pt x="12727" y="748"/>
                  </a:lnTo>
                  <a:cubicBezTo>
                    <a:pt x="12727" y="748"/>
                    <a:pt x="10380" y="1631"/>
                    <a:pt x="10250" y="1631"/>
                  </a:cubicBezTo>
                  <a:cubicBezTo>
                    <a:pt x="10120" y="1631"/>
                    <a:pt x="8940" y="2101"/>
                    <a:pt x="8940" y="2101"/>
                  </a:cubicBezTo>
                  <a:lnTo>
                    <a:pt x="7309" y="3231"/>
                  </a:lnTo>
                  <a:lnTo>
                    <a:pt x="5239" y="3917"/>
                  </a:lnTo>
                  <a:lnTo>
                    <a:pt x="3324" y="6580"/>
                  </a:lnTo>
                  <a:cubicBezTo>
                    <a:pt x="3324" y="6580"/>
                    <a:pt x="2070" y="6827"/>
                    <a:pt x="1848" y="6827"/>
                  </a:cubicBezTo>
                  <a:cubicBezTo>
                    <a:pt x="1631" y="6827"/>
                    <a:pt x="0" y="7451"/>
                    <a:pt x="0" y="7451"/>
                  </a:cubicBezTo>
                  <a:lnTo>
                    <a:pt x="1879" y="6950"/>
                  </a:lnTo>
                  <a:lnTo>
                    <a:pt x="3571" y="6734"/>
                  </a:lnTo>
                  <a:lnTo>
                    <a:pt x="5450" y="4040"/>
                  </a:lnTo>
                  <a:lnTo>
                    <a:pt x="7482" y="3355"/>
                  </a:lnTo>
                  <a:lnTo>
                    <a:pt x="9082" y="2193"/>
                  </a:lnTo>
                  <a:lnTo>
                    <a:pt x="10244" y="1977"/>
                  </a:lnTo>
                  <a:lnTo>
                    <a:pt x="10429" y="2539"/>
                  </a:lnTo>
                  <a:lnTo>
                    <a:pt x="10275" y="3200"/>
                  </a:lnTo>
                  <a:lnTo>
                    <a:pt x="10929" y="3732"/>
                  </a:lnTo>
                  <a:lnTo>
                    <a:pt x="11214" y="4263"/>
                  </a:lnTo>
                  <a:lnTo>
                    <a:pt x="11399" y="4232"/>
                  </a:lnTo>
                  <a:lnTo>
                    <a:pt x="12746" y="4794"/>
                  </a:lnTo>
                  <a:lnTo>
                    <a:pt x="13963" y="5455"/>
                  </a:lnTo>
                  <a:lnTo>
                    <a:pt x="12839" y="4634"/>
                  </a:lnTo>
                  <a:lnTo>
                    <a:pt x="11424" y="3979"/>
                  </a:lnTo>
                  <a:lnTo>
                    <a:pt x="11109" y="3540"/>
                  </a:lnTo>
                  <a:lnTo>
                    <a:pt x="10571" y="3250"/>
                  </a:lnTo>
                  <a:lnTo>
                    <a:pt x="10670" y="2502"/>
                  </a:lnTo>
                  <a:lnTo>
                    <a:pt x="10608" y="1816"/>
                  </a:lnTo>
                  <a:lnTo>
                    <a:pt x="12832" y="902"/>
                  </a:lnTo>
                  <a:cubicBezTo>
                    <a:pt x="12832" y="902"/>
                    <a:pt x="13209" y="655"/>
                    <a:pt x="13425" y="525"/>
                  </a:cubicBezTo>
                  <a:cubicBezTo>
                    <a:pt x="13666" y="402"/>
                    <a:pt x="14074" y="0"/>
                    <a:pt x="14074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3"/>
            <p:cNvSpPr/>
            <p:nvPr/>
          </p:nvSpPr>
          <p:spPr>
            <a:xfrm>
              <a:off x="1086995" y="3415235"/>
              <a:ext cx="75858" cy="104517"/>
            </a:xfrm>
            <a:custGeom>
              <a:avLst/>
              <a:gdLst/>
              <a:ahLst/>
              <a:cxnLst/>
              <a:rect l="l" t="t" r="r" b="b"/>
              <a:pathLst>
                <a:path w="1162" h="1601" extrusionOk="0">
                  <a:moveTo>
                    <a:pt x="1162" y="0"/>
                  </a:moveTo>
                  <a:lnTo>
                    <a:pt x="309" y="884"/>
                  </a:lnTo>
                  <a:lnTo>
                    <a:pt x="0" y="1601"/>
                  </a:lnTo>
                  <a:lnTo>
                    <a:pt x="594" y="84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1044627" y="2718678"/>
              <a:ext cx="241676" cy="104583"/>
            </a:xfrm>
            <a:custGeom>
              <a:avLst/>
              <a:gdLst/>
              <a:ahLst/>
              <a:cxnLst/>
              <a:rect l="l" t="t" r="r" b="b"/>
              <a:pathLst>
                <a:path w="3702" h="1602" extrusionOk="0">
                  <a:moveTo>
                    <a:pt x="2182" y="1601"/>
                  </a:moveTo>
                  <a:lnTo>
                    <a:pt x="2447" y="1447"/>
                  </a:lnTo>
                  <a:lnTo>
                    <a:pt x="3454" y="1447"/>
                  </a:lnTo>
                  <a:lnTo>
                    <a:pt x="3701" y="1144"/>
                  </a:lnTo>
                  <a:lnTo>
                    <a:pt x="3047" y="989"/>
                  </a:lnTo>
                  <a:lnTo>
                    <a:pt x="1811" y="470"/>
                  </a:lnTo>
                  <a:lnTo>
                    <a:pt x="958" y="94"/>
                  </a:lnTo>
                  <a:lnTo>
                    <a:pt x="1" y="1"/>
                  </a:lnTo>
                  <a:lnTo>
                    <a:pt x="977" y="211"/>
                  </a:lnTo>
                  <a:lnTo>
                    <a:pt x="1780" y="532"/>
                  </a:lnTo>
                  <a:lnTo>
                    <a:pt x="2985" y="1113"/>
                  </a:lnTo>
                  <a:lnTo>
                    <a:pt x="2830" y="1249"/>
                  </a:lnTo>
                  <a:lnTo>
                    <a:pt x="2385" y="1206"/>
                  </a:lnTo>
                  <a:lnTo>
                    <a:pt x="2120" y="1416"/>
                  </a:lnTo>
                  <a:lnTo>
                    <a:pt x="668" y="141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33"/>
          <p:cNvGrpSpPr/>
          <p:nvPr/>
        </p:nvGrpSpPr>
        <p:grpSpPr>
          <a:xfrm>
            <a:off x="1457875" y="4783025"/>
            <a:ext cx="2359075" cy="373800"/>
            <a:chOff x="1457875" y="4783025"/>
            <a:chExt cx="2359075" cy="373800"/>
          </a:xfrm>
        </p:grpSpPr>
        <p:sp>
          <p:nvSpPr>
            <p:cNvPr id="341" name="Google Shape;341;p33"/>
            <p:cNvSpPr/>
            <p:nvPr/>
          </p:nvSpPr>
          <p:spPr>
            <a:xfrm>
              <a:off x="1457875" y="4783350"/>
              <a:ext cx="2357825" cy="365875"/>
            </a:xfrm>
            <a:custGeom>
              <a:avLst/>
              <a:gdLst/>
              <a:ahLst/>
              <a:cxnLst/>
              <a:rect l="l" t="t" r="r" b="b"/>
              <a:pathLst>
                <a:path w="94313" h="14635" extrusionOk="0">
                  <a:moveTo>
                    <a:pt x="0" y="14587"/>
                  </a:moveTo>
                  <a:lnTo>
                    <a:pt x="11852" y="7598"/>
                  </a:lnTo>
                  <a:lnTo>
                    <a:pt x="21881" y="10333"/>
                  </a:lnTo>
                  <a:lnTo>
                    <a:pt x="26135" y="5471"/>
                  </a:lnTo>
                  <a:lnTo>
                    <a:pt x="38595" y="4559"/>
                  </a:lnTo>
                  <a:lnTo>
                    <a:pt x="72328" y="0"/>
                  </a:lnTo>
                  <a:lnTo>
                    <a:pt x="80651" y="6135"/>
                  </a:lnTo>
                  <a:lnTo>
                    <a:pt x="90214" y="9778"/>
                  </a:lnTo>
                  <a:lnTo>
                    <a:pt x="94313" y="1463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342" name="Google Shape;342;p33"/>
            <p:cNvSpPr/>
            <p:nvPr/>
          </p:nvSpPr>
          <p:spPr>
            <a:xfrm>
              <a:off x="1755525" y="4967075"/>
              <a:ext cx="250450" cy="184050"/>
            </a:xfrm>
            <a:custGeom>
              <a:avLst/>
              <a:gdLst/>
              <a:ahLst/>
              <a:cxnLst/>
              <a:rect l="l" t="t" r="r" b="b"/>
              <a:pathLst>
                <a:path w="10018" h="7362" extrusionOk="0">
                  <a:moveTo>
                    <a:pt x="0" y="0"/>
                  </a:moveTo>
                  <a:lnTo>
                    <a:pt x="0" y="7362"/>
                  </a:lnTo>
                  <a:lnTo>
                    <a:pt x="10018" y="7362"/>
                  </a:lnTo>
                  <a:lnTo>
                    <a:pt x="9942" y="296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343" name="Google Shape;343;p33"/>
            <p:cNvSpPr/>
            <p:nvPr/>
          </p:nvSpPr>
          <p:spPr>
            <a:xfrm>
              <a:off x="3260175" y="4783025"/>
              <a:ext cx="216300" cy="373800"/>
            </a:xfrm>
            <a:custGeom>
              <a:avLst/>
              <a:gdLst/>
              <a:ahLst/>
              <a:cxnLst/>
              <a:rect l="l" t="t" r="r" b="b"/>
              <a:pathLst>
                <a:path w="8652" h="14952" extrusionOk="0">
                  <a:moveTo>
                    <a:pt x="0" y="0"/>
                  </a:moveTo>
                  <a:lnTo>
                    <a:pt x="8652" y="6072"/>
                  </a:lnTo>
                  <a:lnTo>
                    <a:pt x="7893" y="14952"/>
                  </a:lnTo>
                  <a:lnTo>
                    <a:pt x="2201" y="1449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344" name="Google Shape;344;p33"/>
            <p:cNvSpPr/>
            <p:nvPr/>
          </p:nvSpPr>
          <p:spPr>
            <a:xfrm>
              <a:off x="2078075" y="4894975"/>
              <a:ext cx="320675" cy="259950"/>
            </a:xfrm>
            <a:custGeom>
              <a:avLst/>
              <a:gdLst/>
              <a:ahLst/>
              <a:cxnLst/>
              <a:rect l="l" t="t" r="r" b="b"/>
              <a:pathLst>
                <a:path w="12827" h="10398" extrusionOk="0">
                  <a:moveTo>
                    <a:pt x="1442" y="987"/>
                  </a:moveTo>
                  <a:lnTo>
                    <a:pt x="0" y="10398"/>
                  </a:lnTo>
                  <a:lnTo>
                    <a:pt x="7135" y="10398"/>
                  </a:lnTo>
                  <a:lnTo>
                    <a:pt x="12827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345" name="Google Shape;345;p33"/>
            <p:cNvSpPr/>
            <p:nvPr/>
          </p:nvSpPr>
          <p:spPr>
            <a:xfrm>
              <a:off x="3720200" y="5029700"/>
              <a:ext cx="96750" cy="119525"/>
            </a:xfrm>
            <a:custGeom>
              <a:avLst/>
              <a:gdLst/>
              <a:ahLst/>
              <a:cxnLst/>
              <a:rect l="l" t="t" r="r" b="b"/>
              <a:pathLst>
                <a:path w="3870" h="4781" extrusionOk="0">
                  <a:moveTo>
                    <a:pt x="0" y="0"/>
                  </a:moveTo>
                  <a:lnTo>
                    <a:pt x="531" y="4781"/>
                  </a:lnTo>
                  <a:lnTo>
                    <a:pt x="3870" y="478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</p:grpSp>
      <p:grpSp>
        <p:nvGrpSpPr>
          <p:cNvPr id="346" name="Google Shape;346;p33"/>
          <p:cNvGrpSpPr/>
          <p:nvPr/>
        </p:nvGrpSpPr>
        <p:grpSpPr>
          <a:xfrm>
            <a:off x="4223375" y="4471850"/>
            <a:ext cx="1743900" cy="182150"/>
            <a:chOff x="2384775" y="4471850"/>
            <a:chExt cx="1743900" cy="182150"/>
          </a:xfrm>
        </p:grpSpPr>
        <p:sp>
          <p:nvSpPr>
            <p:cNvPr id="347" name="Google Shape;347;p33"/>
            <p:cNvSpPr/>
            <p:nvPr/>
          </p:nvSpPr>
          <p:spPr>
            <a:xfrm>
              <a:off x="2384775" y="4479450"/>
              <a:ext cx="1743900" cy="173575"/>
            </a:xfrm>
            <a:custGeom>
              <a:avLst/>
              <a:gdLst/>
              <a:ahLst/>
              <a:cxnLst/>
              <a:rect l="l" t="t" r="r" b="b"/>
              <a:pathLst>
                <a:path w="69756" h="6943" extrusionOk="0">
                  <a:moveTo>
                    <a:pt x="0" y="0"/>
                  </a:moveTo>
                  <a:lnTo>
                    <a:pt x="14587" y="4559"/>
                  </a:lnTo>
                  <a:lnTo>
                    <a:pt x="42205" y="6943"/>
                  </a:lnTo>
                  <a:lnTo>
                    <a:pt x="59851" y="3945"/>
                  </a:lnTo>
                  <a:lnTo>
                    <a:pt x="69756" y="3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348" name="Google Shape;348;p33"/>
            <p:cNvSpPr/>
            <p:nvPr/>
          </p:nvSpPr>
          <p:spPr>
            <a:xfrm>
              <a:off x="2719125" y="4488000"/>
              <a:ext cx="287650" cy="129950"/>
            </a:xfrm>
            <a:custGeom>
              <a:avLst/>
              <a:gdLst/>
              <a:ahLst/>
              <a:cxnLst/>
              <a:rect l="l" t="t" r="r" b="b"/>
              <a:pathLst>
                <a:path w="11506" h="5198" extrusionOk="0">
                  <a:moveTo>
                    <a:pt x="1108" y="4136"/>
                  </a:moveTo>
                  <a:lnTo>
                    <a:pt x="0" y="0"/>
                  </a:lnTo>
                  <a:lnTo>
                    <a:pt x="11506" y="0"/>
                  </a:lnTo>
                  <a:lnTo>
                    <a:pt x="11126" y="519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349" name="Google Shape;349;p33"/>
            <p:cNvSpPr/>
            <p:nvPr/>
          </p:nvSpPr>
          <p:spPr>
            <a:xfrm>
              <a:off x="3452650" y="4481350"/>
              <a:ext cx="185950" cy="172650"/>
            </a:xfrm>
            <a:custGeom>
              <a:avLst/>
              <a:gdLst/>
              <a:ahLst/>
              <a:cxnLst/>
              <a:rect l="l" t="t" r="r" b="b"/>
              <a:pathLst>
                <a:path w="7438" h="6906" extrusionOk="0">
                  <a:moveTo>
                    <a:pt x="228" y="0"/>
                  </a:moveTo>
                  <a:lnTo>
                    <a:pt x="0" y="6906"/>
                  </a:lnTo>
                  <a:lnTo>
                    <a:pt x="4174" y="6148"/>
                  </a:lnTo>
                  <a:lnTo>
                    <a:pt x="7438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350" name="Google Shape;350;p33"/>
            <p:cNvSpPr/>
            <p:nvPr/>
          </p:nvSpPr>
          <p:spPr>
            <a:xfrm>
              <a:off x="3678450" y="4471850"/>
              <a:ext cx="123325" cy="144225"/>
            </a:xfrm>
            <a:custGeom>
              <a:avLst/>
              <a:gdLst/>
              <a:ahLst/>
              <a:cxnLst/>
              <a:rect l="l" t="t" r="r" b="b"/>
              <a:pathLst>
                <a:path w="4933" h="5769" extrusionOk="0">
                  <a:moveTo>
                    <a:pt x="2580" y="228"/>
                  </a:moveTo>
                  <a:lnTo>
                    <a:pt x="0" y="5769"/>
                  </a:lnTo>
                  <a:lnTo>
                    <a:pt x="1388" y="5397"/>
                  </a:lnTo>
                  <a:lnTo>
                    <a:pt x="4933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</p:grpSp>
      <p:grpSp>
        <p:nvGrpSpPr>
          <p:cNvPr id="351" name="Google Shape;351;p33"/>
          <p:cNvGrpSpPr/>
          <p:nvPr/>
        </p:nvGrpSpPr>
        <p:grpSpPr>
          <a:xfrm flipH="1">
            <a:off x="5468850" y="4783025"/>
            <a:ext cx="2359075" cy="373800"/>
            <a:chOff x="1457875" y="4783025"/>
            <a:chExt cx="2359075" cy="373800"/>
          </a:xfrm>
        </p:grpSpPr>
        <p:sp>
          <p:nvSpPr>
            <p:cNvPr id="352" name="Google Shape;352;p33"/>
            <p:cNvSpPr/>
            <p:nvPr/>
          </p:nvSpPr>
          <p:spPr>
            <a:xfrm>
              <a:off x="1457875" y="4783350"/>
              <a:ext cx="2357825" cy="365875"/>
            </a:xfrm>
            <a:custGeom>
              <a:avLst/>
              <a:gdLst/>
              <a:ahLst/>
              <a:cxnLst/>
              <a:rect l="l" t="t" r="r" b="b"/>
              <a:pathLst>
                <a:path w="94313" h="14635" extrusionOk="0">
                  <a:moveTo>
                    <a:pt x="0" y="14587"/>
                  </a:moveTo>
                  <a:lnTo>
                    <a:pt x="11852" y="7598"/>
                  </a:lnTo>
                  <a:lnTo>
                    <a:pt x="21881" y="10333"/>
                  </a:lnTo>
                  <a:lnTo>
                    <a:pt x="26135" y="5471"/>
                  </a:lnTo>
                  <a:lnTo>
                    <a:pt x="38595" y="4559"/>
                  </a:lnTo>
                  <a:lnTo>
                    <a:pt x="72328" y="0"/>
                  </a:lnTo>
                  <a:lnTo>
                    <a:pt x="80651" y="6135"/>
                  </a:lnTo>
                  <a:lnTo>
                    <a:pt x="90214" y="9778"/>
                  </a:lnTo>
                  <a:lnTo>
                    <a:pt x="94313" y="1463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353" name="Google Shape;353;p33"/>
            <p:cNvSpPr/>
            <p:nvPr/>
          </p:nvSpPr>
          <p:spPr>
            <a:xfrm>
              <a:off x="1755525" y="4967075"/>
              <a:ext cx="250450" cy="184050"/>
            </a:xfrm>
            <a:custGeom>
              <a:avLst/>
              <a:gdLst/>
              <a:ahLst/>
              <a:cxnLst/>
              <a:rect l="l" t="t" r="r" b="b"/>
              <a:pathLst>
                <a:path w="10018" h="7362" extrusionOk="0">
                  <a:moveTo>
                    <a:pt x="0" y="0"/>
                  </a:moveTo>
                  <a:lnTo>
                    <a:pt x="0" y="7362"/>
                  </a:lnTo>
                  <a:lnTo>
                    <a:pt x="10018" y="7362"/>
                  </a:lnTo>
                  <a:lnTo>
                    <a:pt x="9942" y="296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354" name="Google Shape;354;p33"/>
            <p:cNvSpPr/>
            <p:nvPr/>
          </p:nvSpPr>
          <p:spPr>
            <a:xfrm>
              <a:off x="3260175" y="4783025"/>
              <a:ext cx="216300" cy="373800"/>
            </a:xfrm>
            <a:custGeom>
              <a:avLst/>
              <a:gdLst/>
              <a:ahLst/>
              <a:cxnLst/>
              <a:rect l="l" t="t" r="r" b="b"/>
              <a:pathLst>
                <a:path w="8652" h="14952" extrusionOk="0">
                  <a:moveTo>
                    <a:pt x="0" y="0"/>
                  </a:moveTo>
                  <a:lnTo>
                    <a:pt x="8652" y="6072"/>
                  </a:lnTo>
                  <a:lnTo>
                    <a:pt x="7893" y="14952"/>
                  </a:lnTo>
                  <a:lnTo>
                    <a:pt x="2201" y="1449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355" name="Google Shape;355;p33"/>
            <p:cNvSpPr/>
            <p:nvPr/>
          </p:nvSpPr>
          <p:spPr>
            <a:xfrm>
              <a:off x="2078075" y="4894975"/>
              <a:ext cx="320675" cy="259950"/>
            </a:xfrm>
            <a:custGeom>
              <a:avLst/>
              <a:gdLst/>
              <a:ahLst/>
              <a:cxnLst/>
              <a:rect l="l" t="t" r="r" b="b"/>
              <a:pathLst>
                <a:path w="12827" h="10398" extrusionOk="0">
                  <a:moveTo>
                    <a:pt x="1442" y="987"/>
                  </a:moveTo>
                  <a:lnTo>
                    <a:pt x="0" y="10398"/>
                  </a:lnTo>
                  <a:lnTo>
                    <a:pt x="7135" y="10398"/>
                  </a:lnTo>
                  <a:lnTo>
                    <a:pt x="12827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  <p:sp>
          <p:nvSpPr>
            <p:cNvPr id="356" name="Google Shape;356;p33"/>
            <p:cNvSpPr/>
            <p:nvPr/>
          </p:nvSpPr>
          <p:spPr>
            <a:xfrm>
              <a:off x="3720200" y="5029700"/>
              <a:ext cx="96750" cy="119525"/>
            </a:xfrm>
            <a:custGeom>
              <a:avLst/>
              <a:gdLst/>
              <a:ahLst/>
              <a:cxnLst/>
              <a:rect l="l" t="t" r="r" b="b"/>
              <a:pathLst>
                <a:path w="3870" h="4781" extrusionOk="0">
                  <a:moveTo>
                    <a:pt x="0" y="0"/>
                  </a:moveTo>
                  <a:lnTo>
                    <a:pt x="531" y="4781"/>
                  </a:lnTo>
                  <a:lnTo>
                    <a:pt x="3870" y="478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</p:sp>
      </p:grpSp>
      <p:pic>
        <p:nvPicPr>
          <p:cNvPr id="357" name="Google Shape;357;p33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3"/>
          <p:cNvPicPr preferRelativeResize="0"/>
          <p:nvPr/>
        </p:nvPicPr>
        <p:blipFill rotWithShape="1">
          <a:blip r:embed="rId3">
            <a:alphaModFix amt="30000"/>
          </a:blip>
          <a:srcRect t="45647" b="-432"/>
          <a:stretch/>
        </p:blipFill>
        <p:spPr>
          <a:xfrm>
            <a:off x="9" y="0"/>
            <a:ext cx="9144000" cy="3031043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 txBox="1">
            <a:spLocks noGrp="1"/>
          </p:cNvSpPr>
          <p:nvPr>
            <p:ph type="title"/>
          </p:nvPr>
        </p:nvSpPr>
        <p:spPr>
          <a:xfrm>
            <a:off x="4279075" y="539500"/>
            <a:ext cx="4151700" cy="1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33"/>
          <p:cNvSpPr txBox="1">
            <a:spLocks noGrp="1"/>
          </p:cNvSpPr>
          <p:nvPr>
            <p:ph type="subTitle" idx="1"/>
          </p:nvPr>
        </p:nvSpPr>
        <p:spPr>
          <a:xfrm>
            <a:off x="4279075" y="1638125"/>
            <a:ext cx="41517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4279075" y="3166075"/>
            <a:ext cx="41517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200" b="1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4"/>
          <p:cNvPicPr preferRelativeResize="0"/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4"/>
          <p:cNvPicPr preferRelativeResize="0"/>
          <p:nvPr/>
        </p:nvPicPr>
        <p:blipFill rotWithShape="1">
          <a:blip r:embed="rId3">
            <a:alphaModFix amt="40000"/>
          </a:blip>
          <a:srcRect t="52810" b="4082"/>
          <a:stretch/>
        </p:blipFill>
        <p:spPr>
          <a:xfrm rot="10800000">
            <a:off x="9650" y="2512150"/>
            <a:ext cx="9144000" cy="26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4"/>
          <p:cNvPicPr preferRelativeResize="0"/>
          <p:nvPr/>
        </p:nvPicPr>
        <p:blipFill rotWithShape="1">
          <a:blip r:embed="rId3">
            <a:alphaModFix amt="40000"/>
          </a:blip>
          <a:srcRect t="52810" b="4082"/>
          <a:stretch/>
        </p:blipFill>
        <p:spPr>
          <a:xfrm>
            <a:off x="9650" y="0"/>
            <a:ext cx="9144000" cy="263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5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5"/>
          <p:cNvPicPr preferRelativeResize="0"/>
          <p:nvPr/>
        </p:nvPicPr>
        <p:blipFill rotWithShape="1">
          <a:blip r:embed="rId3">
            <a:alphaModFix amt="30000"/>
          </a:blip>
          <a:srcRect b="-23992"/>
          <a:stretch/>
        </p:blipFill>
        <p:spPr>
          <a:xfrm rot="-5400000">
            <a:off x="-643637" y="643638"/>
            <a:ext cx="5154475" cy="38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5"/>
          <p:cNvPicPr preferRelativeResize="0"/>
          <p:nvPr/>
        </p:nvPicPr>
        <p:blipFill rotWithShape="1">
          <a:blip r:embed="rId3">
            <a:alphaModFix amt="30000"/>
          </a:blip>
          <a:srcRect b="-21698"/>
          <a:stretch/>
        </p:blipFill>
        <p:spPr>
          <a:xfrm rot="5400000">
            <a:off x="4669112" y="679587"/>
            <a:ext cx="5154475" cy="37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23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ww5yIjWGDdHDzKVSrQB1Pg_CeQZp5nwcc5fEsLOgmLA/copy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39"/>
          <p:cNvGrpSpPr/>
          <p:nvPr/>
        </p:nvGrpSpPr>
        <p:grpSpPr>
          <a:xfrm>
            <a:off x="-703227" y="2924403"/>
            <a:ext cx="10499852" cy="3432297"/>
            <a:chOff x="-703227" y="2924403"/>
            <a:chExt cx="10499852" cy="3432297"/>
          </a:xfrm>
        </p:grpSpPr>
        <p:sp>
          <p:nvSpPr>
            <p:cNvPr id="381" name="Google Shape;381;p39"/>
            <p:cNvSpPr/>
            <p:nvPr/>
          </p:nvSpPr>
          <p:spPr>
            <a:xfrm rot="-1183418">
              <a:off x="-485748" y="3389457"/>
              <a:ext cx="3034260" cy="1600582"/>
            </a:xfrm>
            <a:custGeom>
              <a:avLst/>
              <a:gdLst/>
              <a:ahLst/>
              <a:cxnLst/>
              <a:rect l="l" t="t" r="r" b="b"/>
              <a:pathLst>
                <a:path w="39541" h="20858" extrusionOk="0">
                  <a:moveTo>
                    <a:pt x="5740" y="2558"/>
                  </a:moveTo>
                  <a:lnTo>
                    <a:pt x="8619" y="2231"/>
                  </a:lnTo>
                  <a:lnTo>
                    <a:pt x="12153" y="1"/>
                  </a:lnTo>
                  <a:cubicBezTo>
                    <a:pt x="12153" y="1"/>
                    <a:pt x="13963" y="1020"/>
                    <a:pt x="14612" y="1020"/>
                  </a:cubicBezTo>
                  <a:cubicBezTo>
                    <a:pt x="15260" y="1020"/>
                    <a:pt x="17219" y="1434"/>
                    <a:pt x="17219" y="1434"/>
                  </a:cubicBezTo>
                  <a:lnTo>
                    <a:pt x="18281" y="2453"/>
                  </a:lnTo>
                  <a:lnTo>
                    <a:pt x="18702" y="4875"/>
                  </a:lnTo>
                  <a:cubicBezTo>
                    <a:pt x="18702" y="4875"/>
                    <a:pt x="20561" y="6593"/>
                    <a:pt x="21581" y="6549"/>
                  </a:cubicBezTo>
                  <a:cubicBezTo>
                    <a:pt x="22600" y="6500"/>
                    <a:pt x="24880" y="6827"/>
                    <a:pt x="24880" y="6827"/>
                  </a:cubicBezTo>
                  <a:lnTo>
                    <a:pt x="25806" y="10170"/>
                  </a:lnTo>
                  <a:cubicBezTo>
                    <a:pt x="25806" y="10170"/>
                    <a:pt x="26362" y="11560"/>
                    <a:pt x="26591" y="11844"/>
                  </a:cubicBezTo>
                  <a:lnTo>
                    <a:pt x="28030" y="12863"/>
                  </a:lnTo>
                  <a:lnTo>
                    <a:pt x="33232" y="13840"/>
                  </a:lnTo>
                  <a:lnTo>
                    <a:pt x="35419" y="14025"/>
                  </a:lnTo>
                  <a:lnTo>
                    <a:pt x="36254" y="15607"/>
                  </a:lnTo>
                  <a:cubicBezTo>
                    <a:pt x="36254" y="15607"/>
                    <a:pt x="36717" y="17466"/>
                    <a:pt x="37273" y="17608"/>
                  </a:cubicBezTo>
                  <a:cubicBezTo>
                    <a:pt x="37829" y="17744"/>
                    <a:pt x="38570" y="18535"/>
                    <a:pt x="38570" y="18535"/>
                  </a:cubicBezTo>
                  <a:lnTo>
                    <a:pt x="39540" y="20302"/>
                  </a:lnTo>
                  <a:lnTo>
                    <a:pt x="28716" y="20024"/>
                  </a:lnTo>
                  <a:lnTo>
                    <a:pt x="28809" y="20815"/>
                  </a:lnTo>
                  <a:lnTo>
                    <a:pt x="27604" y="20858"/>
                  </a:lnTo>
                  <a:lnTo>
                    <a:pt x="13710" y="20722"/>
                  </a:lnTo>
                  <a:lnTo>
                    <a:pt x="9854" y="20765"/>
                  </a:lnTo>
                  <a:lnTo>
                    <a:pt x="6697" y="20580"/>
                  </a:lnTo>
                  <a:lnTo>
                    <a:pt x="5209" y="20629"/>
                  </a:lnTo>
                  <a:cubicBezTo>
                    <a:pt x="5209" y="20629"/>
                    <a:pt x="939" y="16539"/>
                    <a:pt x="464" y="15699"/>
                  </a:cubicBezTo>
                  <a:cubicBezTo>
                    <a:pt x="0" y="14865"/>
                    <a:pt x="93" y="13098"/>
                    <a:pt x="278" y="12079"/>
                  </a:cubicBezTo>
                  <a:cubicBezTo>
                    <a:pt x="464" y="11059"/>
                    <a:pt x="1255" y="10077"/>
                    <a:pt x="2138" y="9243"/>
                  </a:cubicBezTo>
                  <a:cubicBezTo>
                    <a:pt x="3021" y="8409"/>
                    <a:pt x="4189" y="5901"/>
                    <a:pt x="4189" y="5901"/>
                  </a:cubicBezTo>
                  <a:lnTo>
                    <a:pt x="4189" y="4647"/>
                  </a:lnTo>
                  <a:lnTo>
                    <a:pt x="5437" y="344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2" name="Google Shape;382;p39"/>
            <p:cNvGrpSpPr/>
            <p:nvPr/>
          </p:nvGrpSpPr>
          <p:grpSpPr>
            <a:xfrm>
              <a:off x="-703227" y="4354718"/>
              <a:ext cx="10499852" cy="2001982"/>
              <a:chOff x="-703227" y="4354718"/>
              <a:chExt cx="10499852" cy="2001982"/>
            </a:xfrm>
          </p:grpSpPr>
          <p:grpSp>
            <p:nvGrpSpPr>
              <p:cNvPr id="383" name="Google Shape;383;p39"/>
              <p:cNvGrpSpPr/>
              <p:nvPr/>
            </p:nvGrpSpPr>
            <p:grpSpPr>
              <a:xfrm>
                <a:off x="-703227" y="4354718"/>
                <a:ext cx="10217380" cy="1953430"/>
                <a:chOff x="-55080" y="4663610"/>
                <a:chExt cx="2919168" cy="558123"/>
              </a:xfrm>
            </p:grpSpPr>
            <p:sp>
              <p:nvSpPr>
                <p:cNvPr id="384" name="Google Shape;384;p39"/>
                <p:cNvSpPr/>
                <p:nvPr/>
              </p:nvSpPr>
              <p:spPr>
                <a:xfrm>
                  <a:off x="34040" y="4663610"/>
                  <a:ext cx="2804243" cy="5379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650" h="18158" extrusionOk="0">
                      <a:moveTo>
                        <a:pt x="934" y="3843"/>
                      </a:moveTo>
                      <a:lnTo>
                        <a:pt x="24719" y="1"/>
                      </a:lnTo>
                      <a:lnTo>
                        <a:pt x="42061" y="1"/>
                      </a:lnTo>
                      <a:lnTo>
                        <a:pt x="94650" y="5758"/>
                      </a:lnTo>
                      <a:lnTo>
                        <a:pt x="94650" y="18158"/>
                      </a:lnTo>
                      <a:lnTo>
                        <a:pt x="1" y="1815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39"/>
                <p:cNvSpPr/>
                <p:nvPr/>
              </p:nvSpPr>
              <p:spPr>
                <a:xfrm>
                  <a:off x="1390386" y="4675698"/>
                  <a:ext cx="1447896" cy="289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70" h="9787" extrusionOk="0">
                      <a:moveTo>
                        <a:pt x="42209" y="4628"/>
                      </a:moveTo>
                      <a:lnTo>
                        <a:pt x="45972" y="5598"/>
                      </a:lnTo>
                      <a:lnTo>
                        <a:pt x="46534" y="7278"/>
                      </a:lnTo>
                      <a:lnTo>
                        <a:pt x="45231" y="7507"/>
                      </a:lnTo>
                      <a:lnTo>
                        <a:pt x="36217" y="7970"/>
                      </a:lnTo>
                      <a:lnTo>
                        <a:pt x="32040" y="5888"/>
                      </a:lnTo>
                      <a:lnTo>
                        <a:pt x="37415" y="4103"/>
                      </a:lnTo>
                      <a:lnTo>
                        <a:pt x="1" y="0"/>
                      </a:lnTo>
                      <a:lnTo>
                        <a:pt x="2633" y="680"/>
                      </a:lnTo>
                      <a:lnTo>
                        <a:pt x="2725" y="2533"/>
                      </a:lnTo>
                      <a:lnTo>
                        <a:pt x="5975" y="3003"/>
                      </a:lnTo>
                      <a:lnTo>
                        <a:pt x="10435" y="3466"/>
                      </a:lnTo>
                      <a:lnTo>
                        <a:pt x="22983" y="5227"/>
                      </a:lnTo>
                      <a:lnTo>
                        <a:pt x="21216" y="6629"/>
                      </a:lnTo>
                      <a:lnTo>
                        <a:pt x="26882" y="9323"/>
                      </a:lnTo>
                      <a:lnTo>
                        <a:pt x="43890" y="8112"/>
                      </a:lnTo>
                      <a:lnTo>
                        <a:pt x="48808" y="9786"/>
                      </a:lnTo>
                      <a:lnTo>
                        <a:pt x="48870" y="9786"/>
                      </a:lnTo>
                      <a:lnTo>
                        <a:pt x="48870" y="5350"/>
                      </a:lnTo>
                      <a:close/>
                    </a:path>
                  </a:pathLst>
                </a:custGeom>
                <a:solidFill>
                  <a:srgbClr val="000000">
                    <a:alpha val="41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386;p39"/>
                <p:cNvSpPr/>
                <p:nvPr/>
              </p:nvSpPr>
              <p:spPr>
                <a:xfrm>
                  <a:off x="-55080" y="5115163"/>
                  <a:ext cx="1158139" cy="95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90" h="3226" extrusionOk="0">
                      <a:moveTo>
                        <a:pt x="0" y="3226"/>
                      </a:moveTo>
                      <a:cubicBezTo>
                        <a:pt x="185" y="3195"/>
                        <a:pt x="14871" y="1576"/>
                        <a:pt x="14871" y="1576"/>
                      </a:cubicBezTo>
                      <a:lnTo>
                        <a:pt x="20320" y="792"/>
                      </a:lnTo>
                      <a:lnTo>
                        <a:pt x="24218" y="1"/>
                      </a:lnTo>
                      <a:lnTo>
                        <a:pt x="28555" y="1014"/>
                      </a:lnTo>
                      <a:lnTo>
                        <a:pt x="36056" y="1743"/>
                      </a:lnTo>
                      <a:lnTo>
                        <a:pt x="39089" y="322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" name="Google Shape;387;p39"/>
                <p:cNvSpPr/>
                <p:nvPr/>
              </p:nvSpPr>
              <p:spPr>
                <a:xfrm>
                  <a:off x="47964" y="4663610"/>
                  <a:ext cx="884114" cy="323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1" h="10930" extrusionOk="0">
                      <a:moveTo>
                        <a:pt x="0" y="10930"/>
                      </a:moveTo>
                      <a:lnTo>
                        <a:pt x="11053" y="10658"/>
                      </a:lnTo>
                      <a:lnTo>
                        <a:pt x="11177" y="8489"/>
                      </a:lnTo>
                      <a:lnTo>
                        <a:pt x="7711" y="7377"/>
                      </a:lnTo>
                      <a:lnTo>
                        <a:pt x="11671" y="5944"/>
                      </a:lnTo>
                      <a:lnTo>
                        <a:pt x="29569" y="2231"/>
                      </a:lnTo>
                      <a:lnTo>
                        <a:pt x="28642" y="933"/>
                      </a:lnTo>
                      <a:lnTo>
                        <a:pt x="29841" y="1"/>
                      </a:lnTo>
                      <a:lnTo>
                        <a:pt x="27950" y="1"/>
                      </a:lnTo>
                      <a:lnTo>
                        <a:pt x="27777" y="124"/>
                      </a:lnTo>
                      <a:lnTo>
                        <a:pt x="20400" y="872"/>
                      </a:lnTo>
                      <a:lnTo>
                        <a:pt x="23008" y="1922"/>
                      </a:lnTo>
                      <a:lnTo>
                        <a:pt x="20845" y="2293"/>
                      </a:lnTo>
                      <a:lnTo>
                        <a:pt x="13839" y="3411"/>
                      </a:lnTo>
                      <a:lnTo>
                        <a:pt x="8946" y="2725"/>
                      </a:lnTo>
                      <a:lnTo>
                        <a:pt x="8891" y="2484"/>
                      </a:lnTo>
                      <a:lnTo>
                        <a:pt x="464" y="3843"/>
                      </a:lnTo>
                      <a:close/>
                    </a:path>
                  </a:pathLst>
                </a:custGeom>
                <a:solidFill>
                  <a:srgbClr val="000000">
                    <a:alpha val="41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39"/>
                <p:cNvSpPr/>
                <p:nvPr/>
              </p:nvSpPr>
              <p:spPr>
                <a:xfrm>
                  <a:off x="1485757" y="4874854"/>
                  <a:ext cx="1378331" cy="346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22" h="11708" extrusionOk="0">
                      <a:moveTo>
                        <a:pt x="0" y="1297"/>
                      </a:moveTo>
                      <a:lnTo>
                        <a:pt x="6444" y="2230"/>
                      </a:lnTo>
                      <a:lnTo>
                        <a:pt x="5147" y="2910"/>
                      </a:lnTo>
                      <a:lnTo>
                        <a:pt x="11399" y="3651"/>
                      </a:lnTo>
                      <a:lnTo>
                        <a:pt x="11893" y="4146"/>
                      </a:lnTo>
                      <a:lnTo>
                        <a:pt x="11708" y="5017"/>
                      </a:lnTo>
                      <a:lnTo>
                        <a:pt x="26820" y="6746"/>
                      </a:lnTo>
                      <a:lnTo>
                        <a:pt x="25399" y="7241"/>
                      </a:lnTo>
                      <a:lnTo>
                        <a:pt x="26696" y="8544"/>
                      </a:lnTo>
                      <a:lnTo>
                        <a:pt x="16916" y="9039"/>
                      </a:lnTo>
                      <a:lnTo>
                        <a:pt x="13876" y="11028"/>
                      </a:lnTo>
                      <a:lnTo>
                        <a:pt x="46274" y="11707"/>
                      </a:lnTo>
                      <a:lnTo>
                        <a:pt x="46522" y="6190"/>
                      </a:lnTo>
                      <a:lnTo>
                        <a:pt x="43921" y="5264"/>
                      </a:lnTo>
                      <a:lnTo>
                        <a:pt x="40949" y="2477"/>
                      </a:lnTo>
                      <a:lnTo>
                        <a:pt x="24219" y="2972"/>
                      </a:lnTo>
                      <a:lnTo>
                        <a:pt x="19826" y="2169"/>
                      </a:lnTo>
                      <a:lnTo>
                        <a:pt x="16409" y="1915"/>
                      </a:lnTo>
                      <a:lnTo>
                        <a:pt x="13691" y="0"/>
                      </a:lnTo>
                      <a:lnTo>
                        <a:pt x="10466" y="92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" name="Google Shape;389;p39"/>
                <p:cNvSpPr/>
                <p:nvPr/>
              </p:nvSpPr>
              <p:spPr>
                <a:xfrm>
                  <a:off x="1793261" y="4874854"/>
                  <a:ext cx="98156" cy="15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3" h="5104" extrusionOk="0">
                      <a:moveTo>
                        <a:pt x="1020" y="3651"/>
                      </a:moveTo>
                      <a:lnTo>
                        <a:pt x="1514" y="4146"/>
                      </a:lnTo>
                      <a:lnTo>
                        <a:pt x="1329" y="5017"/>
                      </a:lnTo>
                      <a:lnTo>
                        <a:pt x="2101" y="5103"/>
                      </a:lnTo>
                      <a:lnTo>
                        <a:pt x="3312" y="0"/>
                      </a:lnTo>
                      <a:lnTo>
                        <a:pt x="87" y="927"/>
                      </a:lnTo>
                      <a:lnTo>
                        <a:pt x="1" y="3528"/>
                      </a:lnTo>
                      <a:close/>
                    </a:path>
                  </a:pathLst>
                </a:custGeom>
                <a:solidFill>
                  <a:srgbClr val="000000">
                    <a:alpha val="41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" name="Google Shape;390;p39"/>
                <p:cNvSpPr/>
                <p:nvPr/>
              </p:nvSpPr>
              <p:spPr>
                <a:xfrm>
                  <a:off x="2474546" y="5027673"/>
                  <a:ext cx="147189" cy="18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8" h="6340" extrusionOk="0">
                      <a:moveTo>
                        <a:pt x="4968" y="112"/>
                      </a:moveTo>
                      <a:lnTo>
                        <a:pt x="3856" y="1"/>
                      </a:lnTo>
                      <a:lnTo>
                        <a:pt x="2064" y="4696"/>
                      </a:lnTo>
                      <a:lnTo>
                        <a:pt x="1020" y="4554"/>
                      </a:lnTo>
                      <a:lnTo>
                        <a:pt x="1255" y="2509"/>
                      </a:lnTo>
                      <a:lnTo>
                        <a:pt x="909" y="2348"/>
                      </a:lnTo>
                      <a:cubicBezTo>
                        <a:pt x="909" y="2348"/>
                        <a:pt x="260" y="5172"/>
                        <a:pt x="1" y="6278"/>
                      </a:cubicBezTo>
                      <a:lnTo>
                        <a:pt x="3102" y="6339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39"/>
                <p:cNvSpPr/>
                <p:nvPr/>
              </p:nvSpPr>
              <p:spPr>
                <a:xfrm>
                  <a:off x="1855509" y="4874854"/>
                  <a:ext cx="116436" cy="161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0" h="5443" extrusionOk="0">
                      <a:moveTo>
                        <a:pt x="2966" y="5443"/>
                      </a:moveTo>
                      <a:lnTo>
                        <a:pt x="3929" y="1915"/>
                      </a:lnTo>
                      <a:lnTo>
                        <a:pt x="1211" y="0"/>
                      </a:lnTo>
                      <a:lnTo>
                        <a:pt x="0" y="5103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" name="Google Shape;392;p39"/>
                <p:cNvSpPr/>
                <p:nvPr/>
              </p:nvSpPr>
              <p:spPr>
                <a:xfrm>
                  <a:off x="1896869" y="5074721"/>
                  <a:ext cx="492587" cy="1371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26" h="4628" extrusionOk="0">
                      <a:moveTo>
                        <a:pt x="12944" y="0"/>
                      </a:moveTo>
                      <a:lnTo>
                        <a:pt x="11523" y="495"/>
                      </a:lnTo>
                      <a:lnTo>
                        <a:pt x="12820" y="1798"/>
                      </a:lnTo>
                      <a:lnTo>
                        <a:pt x="3040" y="2293"/>
                      </a:lnTo>
                      <a:lnTo>
                        <a:pt x="0" y="4282"/>
                      </a:lnTo>
                      <a:lnTo>
                        <a:pt x="16626" y="462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" name="Google Shape;393;p39"/>
                <p:cNvSpPr/>
                <p:nvPr/>
              </p:nvSpPr>
              <p:spPr>
                <a:xfrm>
                  <a:off x="2213172" y="4979350"/>
                  <a:ext cx="66099" cy="95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" h="3214" extrusionOk="0">
                      <a:moveTo>
                        <a:pt x="2039" y="2231"/>
                      </a:moveTo>
                      <a:lnTo>
                        <a:pt x="742" y="1539"/>
                      </a:lnTo>
                      <a:lnTo>
                        <a:pt x="0" y="1"/>
                      </a:lnTo>
                      <a:cubicBezTo>
                        <a:pt x="0" y="1"/>
                        <a:pt x="93" y="1836"/>
                        <a:pt x="149" y="2972"/>
                      </a:cubicBezTo>
                      <a:lnTo>
                        <a:pt x="2231" y="3213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" name="Google Shape;394;p39"/>
                <p:cNvSpPr/>
                <p:nvPr/>
              </p:nvSpPr>
              <p:spPr>
                <a:xfrm>
                  <a:off x="1638221" y="4940923"/>
                  <a:ext cx="45241" cy="25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7" h="860" extrusionOk="0">
                      <a:moveTo>
                        <a:pt x="1298" y="0"/>
                      </a:moveTo>
                      <a:lnTo>
                        <a:pt x="1" y="680"/>
                      </a:lnTo>
                      <a:lnTo>
                        <a:pt x="1527" y="859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395;p39"/>
                <p:cNvSpPr/>
                <p:nvPr/>
              </p:nvSpPr>
              <p:spPr>
                <a:xfrm>
                  <a:off x="1572892" y="5118481"/>
                  <a:ext cx="438043" cy="83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5" h="2805" extrusionOk="0">
                      <a:moveTo>
                        <a:pt x="13975" y="816"/>
                      </a:moveTo>
                      <a:lnTo>
                        <a:pt x="12078" y="692"/>
                      </a:lnTo>
                      <a:lnTo>
                        <a:pt x="7383" y="877"/>
                      </a:lnTo>
                      <a:lnTo>
                        <a:pt x="7809" y="371"/>
                      </a:lnTo>
                      <a:lnTo>
                        <a:pt x="5486" y="0"/>
                      </a:lnTo>
                      <a:lnTo>
                        <a:pt x="0" y="0"/>
                      </a:lnTo>
                      <a:lnTo>
                        <a:pt x="5437" y="278"/>
                      </a:lnTo>
                      <a:lnTo>
                        <a:pt x="7290" y="463"/>
                      </a:lnTo>
                      <a:lnTo>
                        <a:pt x="6691" y="1019"/>
                      </a:lnTo>
                      <a:lnTo>
                        <a:pt x="4838" y="1205"/>
                      </a:lnTo>
                      <a:lnTo>
                        <a:pt x="7105" y="1248"/>
                      </a:lnTo>
                      <a:lnTo>
                        <a:pt x="11986" y="970"/>
                      </a:lnTo>
                      <a:lnTo>
                        <a:pt x="13468" y="1143"/>
                      </a:lnTo>
                      <a:lnTo>
                        <a:pt x="14068" y="2805"/>
                      </a:lnTo>
                      <a:lnTo>
                        <a:pt x="14784" y="2805"/>
                      </a:lnTo>
                      <a:close/>
                    </a:path>
                  </a:pathLst>
                </a:custGeom>
                <a:solidFill>
                  <a:srgbClr val="000000">
                    <a:alpha val="41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" name="Google Shape;396;p39"/>
                <p:cNvSpPr/>
                <p:nvPr/>
              </p:nvSpPr>
              <p:spPr>
                <a:xfrm>
                  <a:off x="1113073" y="5042694"/>
                  <a:ext cx="205230" cy="99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3343" extrusionOk="0">
                      <a:moveTo>
                        <a:pt x="6926" y="0"/>
                      </a:moveTo>
                      <a:cubicBezTo>
                        <a:pt x="6791" y="50"/>
                        <a:pt x="3862" y="1020"/>
                        <a:pt x="3862" y="1020"/>
                      </a:cubicBezTo>
                      <a:lnTo>
                        <a:pt x="5295" y="1347"/>
                      </a:lnTo>
                      <a:lnTo>
                        <a:pt x="1" y="3343"/>
                      </a:lnTo>
                      <a:lnTo>
                        <a:pt x="5994" y="1298"/>
                      </a:lnTo>
                      <a:lnTo>
                        <a:pt x="4832" y="97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397;p39"/>
                <p:cNvSpPr/>
                <p:nvPr/>
              </p:nvSpPr>
              <p:spPr>
                <a:xfrm>
                  <a:off x="778312" y="4663610"/>
                  <a:ext cx="546390" cy="352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42" h="11906" extrusionOk="0">
                      <a:moveTo>
                        <a:pt x="10107" y="1"/>
                      </a:moveTo>
                      <a:lnTo>
                        <a:pt x="7877" y="1"/>
                      </a:lnTo>
                      <a:lnTo>
                        <a:pt x="7253" y="940"/>
                      </a:lnTo>
                      <a:lnTo>
                        <a:pt x="10768" y="940"/>
                      </a:lnTo>
                      <a:close/>
                      <a:moveTo>
                        <a:pt x="13925" y="5450"/>
                      </a:moveTo>
                      <a:lnTo>
                        <a:pt x="4269" y="5450"/>
                      </a:lnTo>
                      <a:lnTo>
                        <a:pt x="0" y="11906"/>
                      </a:lnTo>
                      <a:lnTo>
                        <a:pt x="18442" y="11906"/>
                      </a:lnTo>
                      <a:close/>
                      <a:moveTo>
                        <a:pt x="11096" y="1415"/>
                      </a:moveTo>
                      <a:lnTo>
                        <a:pt x="6950" y="1415"/>
                      </a:lnTo>
                      <a:lnTo>
                        <a:pt x="5381" y="3781"/>
                      </a:lnTo>
                      <a:lnTo>
                        <a:pt x="12758" y="37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" name="Google Shape;398;p39"/>
                <p:cNvSpPr/>
                <p:nvPr/>
              </p:nvSpPr>
              <p:spPr>
                <a:xfrm>
                  <a:off x="984756" y="4857463"/>
                  <a:ext cx="634828" cy="77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7" h="2632" extrusionOk="0">
                      <a:moveTo>
                        <a:pt x="16818" y="587"/>
                      </a:moveTo>
                      <a:lnTo>
                        <a:pt x="17744" y="0"/>
                      </a:lnTo>
                      <a:lnTo>
                        <a:pt x="14927" y="1155"/>
                      </a:lnTo>
                      <a:lnTo>
                        <a:pt x="10257" y="914"/>
                      </a:lnTo>
                      <a:lnTo>
                        <a:pt x="11276" y="785"/>
                      </a:lnTo>
                      <a:lnTo>
                        <a:pt x="12827" y="717"/>
                      </a:lnTo>
                      <a:lnTo>
                        <a:pt x="14217" y="62"/>
                      </a:lnTo>
                      <a:lnTo>
                        <a:pt x="12635" y="655"/>
                      </a:lnTo>
                      <a:lnTo>
                        <a:pt x="11208" y="606"/>
                      </a:lnTo>
                      <a:lnTo>
                        <a:pt x="9750" y="846"/>
                      </a:lnTo>
                      <a:lnTo>
                        <a:pt x="5975" y="630"/>
                      </a:lnTo>
                      <a:lnTo>
                        <a:pt x="3158" y="680"/>
                      </a:lnTo>
                      <a:lnTo>
                        <a:pt x="5883" y="717"/>
                      </a:lnTo>
                      <a:lnTo>
                        <a:pt x="6939" y="809"/>
                      </a:lnTo>
                      <a:lnTo>
                        <a:pt x="3807" y="1267"/>
                      </a:lnTo>
                      <a:lnTo>
                        <a:pt x="1583" y="1421"/>
                      </a:lnTo>
                      <a:lnTo>
                        <a:pt x="1" y="1464"/>
                      </a:lnTo>
                      <a:lnTo>
                        <a:pt x="1397" y="1551"/>
                      </a:lnTo>
                      <a:lnTo>
                        <a:pt x="3405" y="1440"/>
                      </a:lnTo>
                      <a:lnTo>
                        <a:pt x="2973" y="2101"/>
                      </a:lnTo>
                      <a:lnTo>
                        <a:pt x="1583" y="2410"/>
                      </a:lnTo>
                      <a:lnTo>
                        <a:pt x="2725" y="2632"/>
                      </a:lnTo>
                      <a:lnTo>
                        <a:pt x="2262" y="2360"/>
                      </a:lnTo>
                      <a:lnTo>
                        <a:pt x="3251" y="2101"/>
                      </a:lnTo>
                      <a:lnTo>
                        <a:pt x="3652" y="1440"/>
                      </a:lnTo>
                      <a:lnTo>
                        <a:pt x="7427" y="846"/>
                      </a:lnTo>
                      <a:lnTo>
                        <a:pt x="11461" y="1180"/>
                      </a:lnTo>
                      <a:lnTo>
                        <a:pt x="14958" y="1359"/>
                      </a:lnTo>
                      <a:lnTo>
                        <a:pt x="16602" y="698"/>
                      </a:lnTo>
                      <a:lnTo>
                        <a:pt x="21427" y="5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399;p39"/>
                <p:cNvSpPr/>
                <p:nvPr/>
              </p:nvSpPr>
              <p:spPr>
                <a:xfrm>
                  <a:off x="1105577" y="4973691"/>
                  <a:ext cx="120288" cy="29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0" h="989" extrusionOk="0">
                      <a:moveTo>
                        <a:pt x="0" y="0"/>
                      </a:moveTo>
                      <a:lnTo>
                        <a:pt x="198" y="439"/>
                      </a:lnTo>
                      <a:cubicBezTo>
                        <a:pt x="198" y="439"/>
                        <a:pt x="865" y="698"/>
                        <a:pt x="1125" y="760"/>
                      </a:cubicBezTo>
                      <a:cubicBezTo>
                        <a:pt x="1391" y="822"/>
                        <a:pt x="1903" y="884"/>
                        <a:pt x="1903" y="884"/>
                      </a:cubicBezTo>
                      <a:cubicBezTo>
                        <a:pt x="1903" y="884"/>
                        <a:pt x="2645" y="989"/>
                        <a:pt x="2886" y="945"/>
                      </a:cubicBezTo>
                      <a:cubicBezTo>
                        <a:pt x="3127" y="908"/>
                        <a:pt x="3967" y="587"/>
                        <a:pt x="3967" y="587"/>
                      </a:cubicBezTo>
                      <a:lnTo>
                        <a:pt x="4060" y="80"/>
                      </a:lnTo>
                      <a:lnTo>
                        <a:pt x="2577" y="18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" name="Google Shape;400;p39"/>
                <p:cNvSpPr/>
                <p:nvPr/>
              </p:nvSpPr>
              <p:spPr>
                <a:xfrm>
                  <a:off x="1105577" y="4965811"/>
                  <a:ext cx="120851" cy="27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9" h="915" extrusionOk="0">
                      <a:moveTo>
                        <a:pt x="0" y="266"/>
                      </a:moveTo>
                      <a:cubicBezTo>
                        <a:pt x="235" y="241"/>
                        <a:pt x="1471" y="81"/>
                        <a:pt x="1471" y="81"/>
                      </a:cubicBezTo>
                      <a:cubicBezTo>
                        <a:pt x="1471" y="81"/>
                        <a:pt x="1798" y="1"/>
                        <a:pt x="2490" y="25"/>
                      </a:cubicBezTo>
                      <a:cubicBezTo>
                        <a:pt x="3188" y="44"/>
                        <a:pt x="4078" y="346"/>
                        <a:pt x="4078" y="346"/>
                      </a:cubicBezTo>
                      <a:lnTo>
                        <a:pt x="2923" y="859"/>
                      </a:lnTo>
                      <a:cubicBezTo>
                        <a:pt x="2923" y="859"/>
                        <a:pt x="2120" y="915"/>
                        <a:pt x="1483" y="804"/>
                      </a:cubicBezTo>
                      <a:cubicBezTo>
                        <a:pt x="822" y="699"/>
                        <a:pt x="0" y="266"/>
                        <a:pt x="0" y="26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401;p39"/>
                <p:cNvSpPr/>
                <p:nvPr/>
              </p:nvSpPr>
              <p:spPr>
                <a:xfrm>
                  <a:off x="815465" y="5022725"/>
                  <a:ext cx="67936" cy="24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3" h="817" extrusionOk="0">
                      <a:moveTo>
                        <a:pt x="2292" y="1"/>
                      </a:moveTo>
                      <a:lnTo>
                        <a:pt x="2292" y="458"/>
                      </a:lnTo>
                      <a:cubicBezTo>
                        <a:pt x="2292" y="458"/>
                        <a:pt x="1699" y="724"/>
                        <a:pt x="1378" y="724"/>
                      </a:cubicBezTo>
                      <a:cubicBezTo>
                        <a:pt x="1063" y="724"/>
                        <a:pt x="204" y="816"/>
                        <a:pt x="204" y="816"/>
                      </a:cubicBezTo>
                      <a:lnTo>
                        <a:pt x="0" y="816"/>
                      </a:lnTo>
                      <a:lnTo>
                        <a:pt x="13" y="50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402;p39"/>
                <p:cNvSpPr/>
                <p:nvPr/>
              </p:nvSpPr>
              <p:spPr>
                <a:xfrm>
                  <a:off x="815643" y="5003882"/>
                  <a:ext cx="71402" cy="3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" h="1144" extrusionOk="0">
                      <a:moveTo>
                        <a:pt x="2169" y="1"/>
                      </a:moveTo>
                      <a:cubicBezTo>
                        <a:pt x="2169" y="93"/>
                        <a:pt x="2410" y="686"/>
                        <a:pt x="2187" y="810"/>
                      </a:cubicBezTo>
                      <a:cubicBezTo>
                        <a:pt x="1959" y="927"/>
                        <a:pt x="1434" y="1026"/>
                        <a:pt x="1434" y="1026"/>
                      </a:cubicBezTo>
                      <a:lnTo>
                        <a:pt x="0" y="1144"/>
                      </a:lnTo>
                      <a:lnTo>
                        <a:pt x="748" y="569"/>
                      </a:lnTo>
                      <a:lnTo>
                        <a:pt x="878" y="4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403;p39"/>
                <p:cNvSpPr/>
                <p:nvPr/>
              </p:nvSpPr>
              <p:spPr>
                <a:xfrm>
                  <a:off x="254261" y="4872454"/>
                  <a:ext cx="55848" cy="9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" h="310" extrusionOk="0">
                      <a:moveTo>
                        <a:pt x="297" y="25"/>
                      </a:moveTo>
                      <a:cubicBezTo>
                        <a:pt x="358" y="25"/>
                        <a:pt x="853" y="38"/>
                        <a:pt x="1131" y="25"/>
                      </a:cubicBezTo>
                      <a:cubicBezTo>
                        <a:pt x="1403" y="7"/>
                        <a:pt x="1557" y="1"/>
                        <a:pt x="1687" y="25"/>
                      </a:cubicBezTo>
                      <a:cubicBezTo>
                        <a:pt x="1816" y="50"/>
                        <a:pt x="1884" y="143"/>
                        <a:pt x="1884" y="143"/>
                      </a:cubicBezTo>
                      <a:lnTo>
                        <a:pt x="1032" y="310"/>
                      </a:lnTo>
                      <a:lnTo>
                        <a:pt x="426" y="266"/>
                      </a:lnTo>
                      <a:lnTo>
                        <a:pt x="0" y="20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" name="Google Shape;404;p39"/>
                <p:cNvSpPr/>
                <p:nvPr/>
              </p:nvSpPr>
              <p:spPr>
                <a:xfrm>
                  <a:off x="2333430" y="4906141"/>
                  <a:ext cx="29687" cy="9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2" h="322" extrusionOk="0">
                      <a:moveTo>
                        <a:pt x="1001" y="62"/>
                      </a:moveTo>
                      <a:lnTo>
                        <a:pt x="1001" y="217"/>
                      </a:lnTo>
                      <a:lnTo>
                        <a:pt x="445" y="322"/>
                      </a:lnTo>
                      <a:lnTo>
                        <a:pt x="13" y="1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" name="Google Shape;405;p39"/>
                <p:cNvSpPr/>
                <p:nvPr/>
              </p:nvSpPr>
              <p:spPr>
                <a:xfrm>
                  <a:off x="58216" y="4663610"/>
                  <a:ext cx="2746380" cy="166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697" h="5635" extrusionOk="0">
                      <a:moveTo>
                        <a:pt x="41245" y="1"/>
                      </a:moveTo>
                      <a:lnTo>
                        <a:pt x="92697" y="5635"/>
                      </a:lnTo>
                      <a:lnTo>
                        <a:pt x="92697" y="1"/>
                      </a:lnTo>
                      <a:close/>
                      <a:moveTo>
                        <a:pt x="0" y="5567"/>
                      </a:moveTo>
                      <a:lnTo>
                        <a:pt x="118" y="3837"/>
                      </a:lnTo>
                      <a:lnTo>
                        <a:pt x="23903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" name="Google Shape;406;p39"/>
                <p:cNvSpPr/>
                <p:nvPr/>
              </p:nvSpPr>
              <p:spPr>
                <a:xfrm>
                  <a:off x="1953072" y="4663610"/>
                  <a:ext cx="851702" cy="125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47" h="4233" extrusionOk="0">
                      <a:moveTo>
                        <a:pt x="22322" y="1489"/>
                      </a:moveTo>
                      <a:lnTo>
                        <a:pt x="18238" y="1366"/>
                      </a:lnTo>
                      <a:lnTo>
                        <a:pt x="402" y="1922"/>
                      </a:lnTo>
                      <a:lnTo>
                        <a:pt x="0" y="2484"/>
                      </a:lnTo>
                      <a:lnTo>
                        <a:pt x="15909" y="4232"/>
                      </a:lnTo>
                      <a:lnTo>
                        <a:pt x="17676" y="3343"/>
                      </a:lnTo>
                      <a:lnTo>
                        <a:pt x="23248" y="3961"/>
                      </a:lnTo>
                      <a:lnTo>
                        <a:pt x="20338" y="2787"/>
                      </a:lnTo>
                      <a:lnTo>
                        <a:pt x="24991" y="2725"/>
                      </a:lnTo>
                      <a:lnTo>
                        <a:pt x="28741" y="2639"/>
                      </a:lnTo>
                      <a:lnTo>
                        <a:pt x="28741" y="1848"/>
                      </a:lnTo>
                      <a:lnTo>
                        <a:pt x="25794" y="1737"/>
                      </a:lnTo>
                      <a:close/>
                      <a:moveTo>
                        <a:pt x="22631" y="1"/>
                      </a:moveTo>
                      <a:lnTo>
                        <a:pt x="24126" y="557"/>
                      </a:lnTo>
                      <a:lnTo>
                        <a:pt x="28747" y="649"/>
                      </a:lnTo>
                      <a:lnTo>
                        <a:pt x="28747" y="1"/>
                      </a:lnTo>
                      <a:lnTo>
                        <a:pt x="2263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" name="Google Shape;407;p39"/>
                <p:cNvSpPr/>
                <p:nvPr/>
              </p:nvSpPr>
              <p:spPr>
                <a:xfrm>
                  <a:off x="51816" y="4663610"/>
                  <a:ext cx="714615" cy="138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20" h="4665" extrusionOk="0">
                      <a:moveTo>
                        <a:pt x="24119" y="1"/>
                      </a:moveTo>
                      <a:lnTo>
                        <a:pt x="0" y="4665"/>
                      </a:lnTo>
                      <a:lnTo>
                        <a:pt x="334" y="3843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" name="Google Shape;408;p39"/>
                <p:cNvSpPr/>
                <p:nvPr/>
              </p:nvSpPr>
              <p:spPr>
                <a:xfrm>
                  <a:off x="1280202" y="4663610"/>
                  <a:ext cx="1568895" cy="201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54" h="6803" extrusionOk="0">
                      <a:moveTo>
                        <a:pt x="0" y="1"/>
                      </a:moveTo>
                      <a:lnTo>
                        <a:pt x="52953" y="6803"/>
                      </a:lnTo>
                      <a:lnTo>
                        <a:pt x="52589" y="575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39"/>
                <p:cNvSpPr/>
                <p:nvPr/>
              </p:nvSpPr>
              <p:spPr>
                <a:xfrm>
                  <a:off x="2383767" y="4883091"/>
                  <a:ext cx="10281" cy="13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" h="439" extrusionOk="0">
                      <a:moveTo>
                        <a:pt x="56" y="414"/>
                      </a:moveTo>
                      <a:cubicBezTo>
                        <a:pt x="93" y="439"/>
                        <a:pt x="136" y="420"/>
                        <a:pt x="155" y="383"/>
                      </a:cubicBezTo>
                      <a:cubicBezTo>
                        <a:pt x="186" y="340"/>
                        <a:pt x="229" y="290"/>
                        <a:pt x="247" y="247"/>
                      </a:cubicBezTo>
                      <a:cubicBezTo>
                        <a:pt x="278" y="198"/>
                        <a:pt x="309" y="154"/>
                        <a:pt x="334" y="105"/>
                      </a:cubicBezTo>
                      <a:cubicBezTo>
                        <a:pt x="346" y="80"/>
                        <a:pt x="340" y="43"/>
                        <a:pt x="315" y="19"/>
                      </a:cubicBezTo>
                      <a:cubicBezTo>
                        <a:pt x="297" y="6"/>
                        <a:pt x="254" y="0"/>
                        <a:pt x="235" y="31"/>
                      </a:cubicBezTo>
                      <a:cubicBezTo>
                        <a:pt x="192" y="74"/>
                        <a:pt x="161" y="111"/>
                        <a:pt x="124" y="161"/>
                      </a:cubicBezTo>
                      <a:cubicBezTo>
                        <a:pt x="87" y="204"/>
                        <a:pt x="56" y="260"/>
                        <a:pt x="19" y="309"/>
                      </a:cubicBezTo>
                      <a:cubicBezTo>
                        <a:pt x="0" y="346"/>
                        <a:pt x="19" y="402"/>
                        <a:pt x="56" y="41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39"/>
                <p:cNvSpPr/>
                <p:nvPr/>
              </p:nvSpPr>
              <p:spPr>
                <a:xfrm>
                  <a:off x="2304306" y="4910703"/>
                  <a:ext cx="6074" cy="5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" h="193" extrusionOk="0">
                      <a:moveTo>
                        <a:pt x="19" y="180"/>
                      </a:moveTo>
                      <a:cubicBezTo>
                        <a:pt x="26" y="186"/>
                        <a:pt x="44" y="192"/>
                        <a:pt x="57" y="192"/>
                      </a:cubicBezTo>
                      <a:lnTo>
                        <a:pt x="81" y="192"/>
                      </a:lnTo>
                      <a:lnTo>
                        <a:pt x="100" y="192"/>
                      </a:lnTo>
                      <a:lnTo>
                        <a:pt x="106" y="192"/>
                      </a:lnTo>
                      <a:cubicBezTo>
                        <a:pt x="118" y="186"/>
                        <a:pt x="131" y="186"/>
                        <a:pt x="143" y="168"/>
                      </a:cubicBezTo>
                      <a:cubicBezTo>
                        <a:pt x="162" y="155"/>
                        <a:pt x="174" y="149"/>
                        <a:pt x="180" y="131"/>
                      </a:cubicBezTo>
                      <a:cubicBezTo>
                        <a:pt x="192" y="124"/>
                        <a:pt x="199" y="118"/>
                        <a:pt x="199" y="106"/>
                      </a:cubicBezTo>
                      <a:cubicBezTo>
                        <a:pt x="205" y="100"/>
                        <a:pt x="205" y="94"/>
                        <a:pt x="205" y="75"/>
                      </a:cubicBezTo>
                      <a:cubicBezTo>
                        <a:pt x="205" y="69"/>
                        <a:pt x="205" y="57"/>
                        <a:pt x="199" y="44"/>
                      </a:cubicBezTo>
                      <a:cubicBezTo>
                        <a:pt x="199" y="38"/>
                        <a:pt x="192" y="32"/>
                        <a:pt x="180" y="26"/>
                      </a:cubicBezTo>
                      <a:cubicBezTo>
                        <a:pt x="168" y="7"/>
                        <a:pt x="149" y="1"/>
                        <a:pt x="125" y="1"/>
                      </a:cubicBezTo>
                      <a:cubicBezTo>
                        <a:pt x="106" y="1"/>
                        <a:pt x="87" y="7"/>
                        <a:pt x="75" y="26"/>
                      </a:cubicBezTo>
                      <a:cubicBezTo>
                        <a:pt x="57" y="38"/>
                        <a:pt x="50" y="57"/>
                        <a:pt x="32" y="63"/>
                      </a:cubicBezTo>
                      <a:cubicBezTo>
                        <a:pt x="26" y="69"/>
                        <a:pt x="19" y="87"/>
                        <a:pt x="13" y="100"/>
                      </a:cubicBezTo>
                      <a:lnTo>
                        <a:pt x="13" y="106"/>
                      </a:lnTo>
                      <a:lnTo>
                        <a:pt x="13" y="124"/>
                      </a:lnTo>
                      <a:cubicBezTo>
                        <a:pt x="13" y="131"/>
                        <a:pt x="1" y="137"/>
                        <a:pt x="13" y="149"/>
                      </a:cubicBezTo>
                      <a:cubicBezTo>
                        <a:pt x="7" y="155"/>
                        <a:pt x="13" y="168"/>
                        <a:pt x="19" y="1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411;p39"/>
                <p:cNvSpPr/>
                <p:nvPr/>
              </p:nvSpPr>
              <p:spPr>
                <a:xfrm>
                  <a:off x="2441955" y="5058782"/>
                  <a:ext cx="10488" cy="13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40" extrusionOk="0">
                      <a:moveTo>
                        <a:pt x="26" y="390"/>
                      </a:moveTo>
                      <a:cubicBezTo>
                        <a:pt x="38" y="409"/>
                        <a:pt x="63" y="415"/>
                        <a:pt x="81" y="421"/>
                      </a:cubicBezTo>
                      <a:cubicBezTo>
                        <a:pt x="94" y="421"/>
                        <a:pt x="100" y="433"/>
                        <a:pt x="106" y="433"/>
                      </a:cubicBezTo>
                      <a:cubicBezTo>
                        <a:pt x="137" y="440"/>
                        <a:pt x="168" y="433"/>
                        <a:pt x="199" y="415"/>
                      </a:cubicBezTo>
                      <a:cubicBezTo>
                        <a:pt x="248" y="390"/>
                        <a:pt x="279" y="353"/>
                        <a:pt x="310" y="316"/>
                      </a:cubicBezTo>
                      <a:cubicBezTo>
                        <a:pt x="341" y="267"/>
                        <a:pt x="347" y="223"/>
                        <a:pt x="353" y="174"/>
                      </a:cubicBezTo>
                      <a:cubicBezTo>
                        <a:pt x="353" y="155"/>
                        <a:pt x="347" y="131"/>
                        <a:pt x="341" y="112"/>
                      </a:cubicBezTo>
                      <a:cubicBezTo>
                        <a:pt x="341" y="106"/>
                        <a:pt x="335" y="106"/>
                        <a:pt x="335" y="100"/>
                      </a:cubicBezTo>
                      <a:cubicBezTo>
                        <a:pt x="322" y="81"/>
                        <a:pt x="316" y="63"/>
                        <a:pt x="310" y="44"/>
                      </a:cubicBezTo>
                      <a:cubicBezTo>
                        <a:pt x="285" y="13"/>
                        <a:pt x="254" y="1"/>
                        <a:pt x="223" y="13"/>
                      </a:cubicBezTo>
                      <a:cubicBezTo>
                        <a:pt x="192" y="32"/>
                        <a:pt x="180" y="63"/>
                        <a:pt x="186" y="100"/>
                      </a:cubicBezTo>
                      <a:lnTo>
                        <a:pt x="186" y="100"/>
                      </a:lnTo>
                      <a:lnTo>
                        <a:pt x="186" y="106"/>
                      </a:lnTo>
                      <a:lnTo>
                        <a:pt x="186" y="106"/>
                      </a:lnTo>
                      <a:lnTo>
                        <a:pt x="186" y="106"/>
                      </a:lnTo>
                      <a:lnTo>
                        <a:pt x="186" y="106"/>
                      </a:lnTo>
                      <a:lnTo>
                        <a:pt x="186" y="106"/>
                      </a:lnTo>
                      <a:lnTo>
                        <a:pt x="186" y="106"/>
                      </a:lnTo>
                      <a:cubicBezTo>
                        <a:pt x="180" y="125"/>
                        <a:pt x="168" y="137"/>
                        <a:pt x="168" y="155"/>
                      </a:cubicBezTo>
                      <a:cubicBezTo>
                        <a:pt x="168" y="162"/>
                        <a:pt x="162" y="168"/>
                        <a:pt x="162" y="186"/>
                      </a:cubicBezTo>
                      <a:cubicBezTo>
                        <a:pt x="155" y="193"/>
                        <a:pt x="155" y="205"/>
                        <a:pt x="149" y="217"/>
                      </a:cubicBezTo>
                      <a:cubicBezTo>
                        <a:pt x="131" y="230"/>
                        <a:pt x="124" y="248"/>
                        <a:pt x="106" y="254"/>
                      </a:cubicBezTo>
                      <a:cubicBezTo>
                        <a:pt x="100" y="260"/>
                        <a:pt x="94" y="260"/>
                        <a:pt x="87" y="267"/>
                      </a:cubicBezTo>
                      <a:cubicBezTo>
                        <a:pt x="75" y="279"/>
                        <a:pt x="69" y="291"/>
                        <a:pt x="63" y="298"/>
                      </a:cubicBezTo>
                      <a:lnTo>
                        <a:pt x="63" y="298"/>
                      </a:lnTo>
                      <a:lnTo>
                        <a:pt x="44" y="316"/>
                      </a:lnTo>
                      <a:cubicBezTo>
                        <a:pt x="7" y="328"/>
                        <a:pt x="1" y="372"/>
                        <a:pt x="26" y="39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" name="Google Shape;412;p39"/>
                <p:cNvSpPr/>
                <p:nvPr/>
              </p:nvSpPr>
              <p:spPr>
                <a:xfrm>
                  <a:off x="2446903" y="5061537"/>
                  <a:ext cx="30" cy="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7" extrusionOk="0">
                      <a:moveTo>
                        <a:pt x="1" y="1"/>
                      </a:moveTo>
                      <a:lnTo>
                        <a:pt x="1" y="7"/>
                      </a:ln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rgbClr val="F5962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" name="Google Shape;413;p39"/>
                <p:cNvSpPr/>
                <p:nvPr/>
              </p:nvSpPr>
              <p:spPr>
                <a:xfrm>
                  <a:off x="2391440" y="5061181"/>
                  <a:ext cx="10459" cy="10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" h="359" extrusionOk="0">
                      <a:moveTo>
                        <a:pt x="32" y="328"/>
                      </a:moveTo>
                      <a:cubicBezTo>
                        <a:pt x="50" y="352"/>
                        <a:pt x="100" y="359"/>
                        <a:pt x="130" y="340"/>
                      </a:cubicBezTo>
                      <a:cubicBezTo>
                        <a:pt x="137" y="334"/>
                        <a:pt x="143" y="334"/>
                        <a:pt x="161" y="328"/>
                      </a:cubicBezTo>
                      <a:cubicBezTo>
                        <a:pt x="174" y="322"/>
                        <a:pt x="186" y="303"/>
                        <a:pt x="198" y="291"/>
                      </a:cubicBezTo>
                      <a:cubicBezTo>
                        <a:pt x="217" y="272"/>
                        <a:pt x="229" y="260"/>
                        <a:pt x="242" y="235"/>
                      </a:cubicBezTo>
                      <a:cubicBezTo>
                        <a:pt x="279" y="204"/>
                        <a:pt x="303" y="167"/>
                        <a:pt x="328" y="136"/>
                      </a:cubicBezTo>
                      <a:cubicBezTo>
                        <a:pt x="347" y="118"/>
                        <a:pt x="353" y="105"/>
                        <a:pt x="353" y="81"/>
                      </a:cubicBezTo>
                      <a:cubicBezTo>
                        <a:pt x="353" y="62"/>
                        <a:pt x="347" y="44"/>
                        <a:pt x="328" y="25"/>
                      </a:cubicBezTo>
                      <a:cubicBezTo>
                        <a:pt x="316" y="6"/>
                        <a:pt x="297" y="0"/>
                        <a:pt x="273" y="0"/>
                      </a:cubicBezTo>
                      <a:cubicBezTo>
                        <a:pt x="254" y="0"/>
                        <a:pt x="235" y="13"/>
                        <a:pt x="223" y="25"/>
                      </a:cubicBezTo>
                      <a:cubicBezTo>
                        <a:pt x="192" y="56"/>
                        <a:pt x="149" y="87"/>
                        <a:pt x="118" y="112"/>
                      </a:cubicBezTo>
                      <a:lnTo>
                        <a:pt x="75" y="155"/>
                      </a:lnTo>
                      <a:cubicBezTo>
                        <a:pt x="69" y="167"/>
                        <a:pt x="50" y="173"/>
                        <a:pt x="44" y="186"/>
                      </a:cubicBezTo>
                      <a:cubicBezTo>
                        <a:pt x="38" y="198"/>
                        <a:pt x="25" y="210"/>
                        <a:pt x="19" y="223"/>
                      </a:cubicBezTo>
                      <a:cubicBezTo>
                        <a:pt x="1" y="260"/>
                        <a:pt x="7" y="303"/>
                        <a:pt x="32" y="32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39"/>
                <p:cNvSpPr/>
                <p:nvPr/>
              </p:nvSpPr>
              <p:spPr>
                <a:xfrm>
                  <a:off x="2384122" y="4995645"/>
                  <a:ext cx="12118" cy="1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403" extrusionOk="0">
                      <a:moveTo>
                        <a:pt x="38" y="384"/>
                      </a:moveTo>
                      <a:cubicBezTo>
                        <a:pt x="50" y="390"/>
                        <a:pt x="69" y="402"/>
                        <a:pt x="81" y="402"/>
                      </a:cubicBezTo>
                      <a:lnTo>
                        <a:pt x="124" y="402"/>
                      </a:lnTo>
                      <a:cubicBezTo>
                        <a:pt x="137" y="402"/>
                        <a:pt x="161" y="390"/>
                        <a:pt x="174" y="384"/>
                      </a:cubicBezTo>
                      <a:cubicBezTo>
                        <a:pt x="223" y="371"/>
                        <a:pt x="260" y="347"/>
                        <a:pt x="297" y="316"/>
                      </a:cubicBezTo>
                      <a:cubicBezTo>
                        <a:pt x="371" y="254"/>
                        <a:pt x="408" y="161"/>
                        <a:pt x="408" y="69"/>
                      </a:cubicBezTo>
                      <a:cubicBezTo>
                        <a:pt x="408" y="31"/>
                        <a:pt x="377" y="1"/>
                        <a:pt x="334" y="1"/>
                      </a:cubicBezTo>
                      <a:cubicBezTo>
                        <a:pt x="322" y="1"/>
                        <a:pt x="297" y="7"/>
                        <a:pt x="291" y="19"/>
                      </a:cubicBezTo>
                      <a:cubicBezTo>
                        <a:pt x="279" y="38"/>
                        <a:pt x="279" y="50"/>
                        <a:pt x="266" y="69"/>
                      </a:cubicBezTo>
                      <a:cubicBezTo>
                        <a:pt x="266" y="44"/>
                        <a:pt x="266" y="62"/>
                        <a:pt x="266" y="69"/>
                      </a:cubicBezTo>
                      <a:lnTo>
                        <a:pt x="266" y="75"/>
                      </a:lnTo>
                      <a:cubicBezTo>
                        <a:pt x="266" y="81"/>
                        <a:pt x="260" y="93"/>
                        <a:pt x="260" y="99"/>
                      </a:cubicBezTo>
                      <a:lnTo>
                        <a:pt x="260" y="106"/>
                      </a:lnTo>
                      <a:cubicBezTo>
                        <a:pt x="254" y="112"/>
                        <a:pt x="254" y="124"/>
                        <a:pt x="248" y="130"/>
                      </a:cubicBezTo>
                      <a:cubicBezTo>
                        <a:pt x="235" y="136"/>
                        <a:pt x="235" y="143"/>
                        <a:pt x="229" y="149"/>
                      </a:cubicBezTo>
                      <a:lnTo>
                        <a:pt x="223" y="161"/>
                      </a:lnTo>
                      <a:lnTo>
                        <a:pt x="223" y="161"/>
                      </a:lnTo>
                      <a:cubicBezTo>
                        <a:pt x="217" y="167"/>
                        <a:pt x="204" y="180"/>
                        <a:pt x="198" y="192"/>
                      </a:cubicBezTo>
                      <a:lnTo>
                        <a:pt x="198" y="192"/>
                      </a:lnTo>
                      <a:lnTo>
                        <a:pt x="192" y="198"/>
                      </a:lnTo>
                      <a:cubicBezTo>
                        <a:pt x="186" y="217"/>
                        <a:pt x="167" y="223"/>
                        <a:pt x="155" y="235"/>
                      </a:cubicBezTo>
                      <a:lnTo>
                        <a:pt x="143" y="248"/>
                      </a:lnTo>
                      <a:cubicBezTo>
                        <a:pt x="137" y="254"/>
                        <a:pt x="130" y="254"/>
                        <a:pt x="124" y="260"/>
                      </a:cubicBezTo>
                      <a:cubicBezTo>
                        <a:pt x="112" y="266"/>
                        <a:pt x="106" y="266"/>
                        <a:pt x="99" y="279"/>
                      </a:cubicBezTo>
                      <a:lnTo>
                        <a:pt x="99" y="279"/>
                      </a:lnTo>
                      <a:cubicBezTo>
                        <a:pt x="99" y="279"/>
                        <a:pt x="93" y="279"/>
                        <a:pt x="93" y="285"/>
                      </a:cubicBezTo>
                      <a:cubicBezTo>
                        <a:pt x="81" y="285"/>
                        <a:pt x="75" y="291"/>
                        <a:pt x="69" y="291"/>
                      </a:cubicBezTo>
                      <a:cubicBezTo>
                        <a:pt x="50" y="297"/>
                        <a:pt x="44" y="309"/>
                        <a:pt x="31" y="316"/>
                      </a:cubicBezTo>
                      <a:cubicBezTo>
                        <a:pt x="1" y="328"/>
                        <a:pt x="7" y="371"/>
                        <a:pt x="38" y="38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39"/>
                <p:cNvSpPr/>
                <p:nvPr/>
              </p:nvSpPr>
              <p:spPr>
                <a:xfrm>
                  <a:off x="1216680" y="5016888"/>
                  <a:ext cx="7348" cy="7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" h="242" extrusionOk="0">
                      <a:moveTo>
                        <a:pt x="7" y="192"/>
                      </a:moveTo>
                      <a:lnTo>
                        <a:pt x="19" y="210"/>
                      </a:lnTo>
                      <a:lnTo>
                        <a:pt x="19" y="210"/>
                      </a:lnTo>
                      <a:cubicBezTo>
                        <a:pt x="19" y="216"/>
                        <a:pt x="19" y="210"/>
                        <a:pt x="25" y="223"/>
                      </a:cubicBezTo>
                      <a:cubicBezTo>
                        <a:pt x="25" y="223"/>
                        <a:pt x="32" y="229"/>
                        <a:pt x="38" y="229"/>
                      </a:cubicBezTo>
                      <a:lnTo>
                        <a:pt x="38" y="229"/>
                      </a:lnTo>
                      <a:lnTo>
                        <a:pt x="38" y="229"/>
                      </a:lnTo>
                      <a:lnTo>
                        <a:pt x="50" y="229"/>
                      </a:lnTo>
                      <a:cubicBezTo>
                        <a:pt x="56" y="229"/>
                        <a:pt x="56" y="241"/>
                        <a:pt x="62" y="241"/>
                      </a:cubicBezTo>
                      <a:lnTo>
                        <a:pt x="93" y="241"/>
                      </a:lnTo>
                      <a:cubicBezTo>
                        <a:pt x="99" y="241"/>
                        <a:pt x="112" y="229"/>
                        <a:pt x="112" y="229"/>
                      </a:cubicBezTo>
                      <a:cubicBezTo>
                        <a:pt x="118" y="223"/>
                        <a:pt x="124" y="223"/>
                        <a:pt x="130" y="216"/>
                      </a:cubicBezTo>
                      <a:cubicBezTo>
                        <a:pt x="143" y="210"/>
                        <a:pt x="149" y="210"/>
                        <a:pt x="155" y="198"/>
                      </a:cubicBezTo>
                      <a:cubicBezTo>
                        <a:pt x="174" y="186"/>
                        <a:pt x="186" y="179"/>
                        <a:pt x="204" y="161"/>
                      </a:cubicBezTo>
                      <a:cubicBezTo>
                        <a:pt x="217" y="155"/>
                        <a:pt x="223" y="148"/>
                        <a:pt x="235" y="130"/>
                      </a:cubicBezTo>
                      <a:cubicBezTo>
                        <a:pt x="242" y="118"/>
                        <a:pt x="248" y="99"/>
                        <a:pt x="248" y="87"/>
                      </a:cubicBezTo>
                      <a:lnTo>
                        <a:pt x="248" y="62"/>
                      </a:lnTo>
                      <a:cubicBezTo>
                        <a:pt x="242" y="43"/>
                        <a:pt x="235" y="31"/>
                        <a:pt x="223" y="25"/>
                      </a:cubicBezTo>
                      <a:cubicBezTo>
                        <a:pt x="217" y="13"/>
                        <a:pt x="211" y="6"/>
                        <a:pt x="192" y="6"/>
                      </a:cubicBezTo>
                      <a:cubicBezTo>
                        <a:pt x="186" y="0"/>
                        <a:pt x="174" y="0"/>
                        <a:pt x="155" y="0"/>
                      </a:cubicBezTo>
                      <a:cubicBezTo>
                        <a:pt x="143" y="0"/>
                        <a:pt x="124" y="6"/>
                        <a:pt x="112" y="13"/>
                      </a:cubicBezTo>
                      <a:cubicBezTo>
                        <a:pt x="93" y="25"/>
                        <a:pt x="87" y="31"/>
                        <a:pt x="81" y="43"/>
                      </a:cubicBezTo>
                      <a:cubicBezTo>
                        <a:pt x="69" y="62"/>
                        <a:pt x="56" y="74"/>
                        <a:pt x="50" y="93"/>
                      </a:cubicBezTo>
                      <a:cubicBezTo>
                        <a:pt x="38" y="105"/>
                        <a:pt x="25" y="124"/>
                        <a:pt x="19" y="136"/>
                      </a:cubicBezTo>
                      <a:lnTo>
                        <a:pt x="19" y="148"/>
                      </a:lnTo>
                      <a:cubicBezTo>
                        <a:pt x="19" y="148"/>
                        <a:pt x="19" y="155"/>
                        <a:pt x="7" y="155"/>
                      </a:cubicBezTo>
                      <a:cubicBezTo>
                        <a:pt x="1" y="161"/>
                        <a:pt x="7" y="161"/>
                        <a:pt x="1" y="167"/>
                      </a:cubicBezTo>
                      <a:lnTo>
                        <a:pt x="1" y="179"/>
                      </a:lnTo>
                      <a:cubicBezTo>
                        <a:pt x="7" y="186"/>
                        <a:pt x="7" y="192"/>
                        <a:pt x="7" y="19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39"/>
                <p:cNvSpPr/>
                <p:nvPr/>
              </p:nvSpPr>
              <p:spPr>
                <a:xfrm>
                  <a:off x="822783" y="4984654"/>
                  <a:ext cx="15762" cy="12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434" extrusionOk="0">
                      <a:moveTo>
                        <a:pt x="99" y="415"/>
                      </a:moveTo>
                      <a:cubicBezTo>
                        <a:pt x="124" y="409"/>
                        <a:pt x="142" y="402"/>
                        <a:pt x="161" y="390"/>
                      </a:cubicBezTo>
                      <a:cubicBezTo>
                        <a:pt x="173" y="384"/>
                        <a:pt x="192" y="372"/>
                        <a:pt x="204" y="353"/>
                      </a:cubicBezTo>
                      <a:cubicBezTo>
                        <a:pt x="247" y="328"/>
                        <a:pt x="278" y="297"/>
                        <a:pt x="315" y="279"/>
                      </a:cubicBezTo>
                      <a:cubicBezTo>
                        <a:pt x="377" y="229"/>
                        <a:pt x="439" y="174"/>
                        <a:pt x="501" y="131"/>
                      </a:cubicBezTo>
                      <a:cubicBezTo>
                        <a:pt x="532" y="106"/>
                        <a:pt x="525" y="63"/>
                        <a:pt x="507" y="38"/>
                      </a:cubicBezTo>
                      <a:cubicBezTo>
                        <a:pt x="482" y="13"/>
                        <a:pt x="445" y="1"/>
                        <a:pt x="414" y="19"/>
                      </a:cubicBezTo>
                      <a:cubicBezTo>
                        <a:pt x="352" y="69"/>
                        <a:pt x="285" y="112"/>
                        <a:pt x="223" y="162"/>
                      </a:cubicBezTo>
                      <a:lnTo>
                        <a:pt x="130" y="229"/>
                      </a:lnTo>
                      <a:cubicBezTo>
                        <a:pt x="112" y="248"/>
                        <a:pt x="99" y="254"/>
                        <a:pt x="81" y="267"/>
                      </a:cubicBezTo>
                      <a:lnTo>
                        <a:pt x="44" y="310"/>
                      </a:lnTo>
                      <a:cubicBezTo>
                        <a:pt x="37" y="316"/>
                        <a:pt x="37" y="322"/>
                        <a:pt x="31" y="328"/>
                      </a:cubicBezTo>
                      <a:cubicBezTo>
                        <a:pt x="0" y="372"/>
                        <a:pt x="44" y="433"/>
                        <a:pt x="99" y="41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39"/>
                <p:cNvSpPr/>
                <p:nvPr/>
              </p:nvSpPr>
              <p:spPr>
                <a:xfrm>
                  <a:off x="1543057" y="5187839"/>
                  <a:ext cx="6429" cy="4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168" extrusionOk="0">
                      <a:moveTo>
                        <a:pt x="105" y="167"/>
                      </a:moveTo>
                      <a:cubicBezTo>
                        <a:pt x="216" y="167"/>
                        <a:pt x="216" y="1"/>
                        <a:pt x="105" y="1"/>
                      </a:cubicBezTo>
                      <a:cubicBezTo>
                        <a:pt x="0" y="1"/>
                        <a:pt x="0" y="167"/>
                        <a:pt x="105" y="167"/>
                      </a:cubicBezTo>
                      <a:close/>
                    </a:path>
                  </a:pathLst>
                </a:custGeom>
                <a:solidFill>
                  <a:srgbClr val="F5962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8" name="Google Shape;418;p39"/>
              <p:cNvSpPr/>
              <p:nvPr/>
            </p:nvSpPr>
            <p:spPr>
              <a:xfrm>
                <a:off x="-652675" y="5143500"/>
                <a:ext cx="10449300" cy="1213200"/>
              </a:xfrm>
              <a:prstGeom prst="rect">
                <a:avLst/>
              </a:prstGeom>
              <a:solidFill>
                <a:srgbClr val="F8FB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9" name="Google Shape;419;p39"/>
          <p:cNvGrpSpPr/>
          <p:nvPr/>
        </p:nvGrpSpPr>
        <p:grpSpPr>
          <a:xfrm flipH="1">
            <a:off x="4339170" y="-1076805"/>
            <a:ext cx="7008156" cy="5850500"/>
            <a:chOff x="5687194" y="1509768"/>
            <a:chExt cx="2570857" cy="2069435"/>
          </a:xfrm>
        </p:grpSpPr>
        <p:sp>
          <p:nvSpPr>
            <p:cNvPr id="420" name="Google Shape;420;p39"/>
            <p:cNvSpPr/>
            <p:nvPr/>
          </p:nvSpPr>
          <p:spPr>
            <a:xfrm>
              <a:off x="7310208" y="2689756"/>
              <a:ext cx="123784" cy="232309"/>
            </a:xfrm>
            <a:custGeom>
              <a:avLst/>
              <a:gdLst/>
              <a:ahLst/>
              <a:cxnLst/>
              <a:rect l="l" t="t" r="r" b="b"/>
              <a:pathLst>
                <a:path w="4178" h="7841" extrusionOk="0">
                  <a:moveTo>
                    <a:pt x="1" y="7841"/>
                  </a:moveTo>
                  <a:lnTo>
                    <a:pt x="217" y="6253"/>
                  </a:lnTo>
                  <a:lnTo>
                    <a:pt x="742" y="6222"/>
                  </a:lnTo>
                  <a:lnTo>
                    <a:pt x="1947" y="6377"/>
                  </a:lnTo>
                  <a:lnTo>
                    <a:pt x="2287" y="6129"/>
                  </a:lnTo>
                  <a:lnTo>
                    <a:pt x="2719" y="341"/>
                  </a:lnTo>
                  <a:lnTo>
                    <a:pt x="3467" y="1"/>
                  </a:lnTo>
                  <a:lnTo>
                    <a:pt x="4146" y="5573"/>
                  </a:lnTo>
                  <a:lnTo>
                    <a:pt x="4177" y="74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9"/>
            <p:cNvSpPr/>
            <p:nvPr/>
          </p:nvSpPr>
          <p:spPr>
            <a:xfrm>
              <a:off x="6945227" y="2576283"/>
              <a:ext cx="184727" cy="344509"/>
            </a:xfrm>
            <a:custGeom>
              <a:avLst/>
              <a:gdLst/>
              <a:ahLst/>
              <a:cxnLst/>
              <a:rect l="l" t="t" r="r" b="b"/>
              <a:pathLst>
                <a:path w="6235" h="11628" extrusionOk="0">
                  <a:moveTo>
                    <a:pt x="5561" y="6123"/>
                  </a:moveTo>
                  <a:lnTo>
                    <a:pt x="4974" y="6277"/>
                  </a:lnTo>
                  <a:lnTo>
                    <a:pt x="4480" y="4325"/>
                  </a:lnTo>
                  <a:lnTo>
                    <a:pt x="4412" y="4331"/>
                  </a:lnTo>
                  <a:cubicBezTo>
                    <a:pt x="4356" y="3998"/>
                    <a:pt x="4294" y="3658"/>
                    <a:pt x="4233" y="3330"/>
                  </a:cubicBezTo>
                  <a:lnTo>
                    <a:pt x="4189" y="3071"/>
                  </a:lnTo>
                  <a:cubicBezTo>
                    <a:pt x="4294" y="3052"/>
                    <a:pt x="4406" y="3022"/>
                    <a:pt x="4492" y="2966"/>
                  </a:cubicBezTo>
                  <a:cubicBezTo>
                    <a:pt x="4529" y="2941"/>
                    <a:pt x="4505" y="2879"/>
                    <a:pt x="4461" y="2898"/>
                  </a:cubicBezTo>
                  <a:cubicBezTo>
                    <a:pt x="4375" y="2910"/>
                    <a:pt x="4294" y="2947"/>
                    <a:pt x="4214" y="2972"/>
                  </a:cubicBezTo>
                  <a:cubicBezTo>
                    <a:pt x="4196" y="2972"/>
                    <a:pt x="4189" y="2978"/>
                    <a:pt x="4171" y="2978"/>
                  </a:cubicBezTo>
                  <a:cubicBezTo>
                    <a:pt x="4152" y="2855"/>
                    <a:pt x="4128" y="2725"/>
                    <a:pt x="4103" y="2601"/>
                  </a:cubicBezTo>
                  <a:cubicBezTo>
                    <a:pt x="4060" y="2360"/>
                    <a:pt x="4035" y="2107"/>
                    <a:pt x="3967" y="1879"/>
                  </a:cubicBezTo>
                  <a:cubicBezTo>
                    <a:pt x="3955" y="1848"/>
                    <a:pt x="3905" y="1854"/>
                    <a:pt x="3905" y="1885"/>
                  </a:cubicBezTo>
                  <a:cubicBezTo>
                    <a:pt x="3918" y="2113"/>
                    <a:pt x="3979" y="2342"/>
                    <a:pt x="4016" y="2564"/>
                  </a:cubicBezTo>
                  <a:cubicBezTo>
                    <a:pt x="4041" y="2713"/>
                    <a:pt x="4072" y="2849"/>
                    <a:pt x="4097" y="2997"/>
                  </a:cubicBezTo>
                  <a:cubicBezTo>
                    <a:pt x="4047" y="3003"/>
                    <a:pt x="3998" y="3009"/>
                    <a:pt x="3942" y="3022"/>
                  </a:cubicBezTo>
                  <a:cubicBezTo>
                    <a:pt x="3874" y="3028"/>
                    <a:pt x="3794" y="3034"/>
                    <a:pt x="3726" y="3040"/>
                  </a:cubicBezTo>
                  <a:cubicBezTo>
                    <a:pt x="3677" y="2842"/>
                    <a:pt x="3633" y="2638"/>
                    <a:pt x="3584" y="2435"/>
                  </a:cubicBezTo>
                  <a:cubicBezTo>
                    <a:pt x="3411" y="1638"/>
                    <a:pt x="3287" y="834"/>
                    <a:pt x="3152" y="31"/>
                  </a:cubicBezTo>
                  <a:cubicBezTo>
                    <a:pt x="3145" y="0"/>
                    <a:pt x="3102" y="7"/>
                    <a:pt x="3102" y="37"/>
                  </a:cubicBezTo>
                  <a:cubicBezTo>
                    <a:pt x="3176" y="841"/>
                    <a:pt x="3331" y="1638"/>
                    <a:pt x="3510" y="2422"/>
                  </a:cubicBezTo>
                  <a:cubicBezTo>
                    <a:pt x="3553" y="2632"/>
                    <a:pt x="3603" y="2842"/>
                    <a:pt x="3658" y="3052"/>
                  </a:cubicBezTo>
                  <a:cubicBezTo>
                    <a:pt x="3578" y="3059"/>
                    <a:pt x="3491" y="3065"/>
                    <a:pt x="3417" y="3071"/>
                  </a:cubicBezTo>
                  <a:cubicBezTo>
                    <a:pt x="3238" y="3089"/>
                    <a:pt x="3053" y="3102"/>
                    <a:pt x="2874" y="3120"/>
                  </a:cubicBezTo>
                  <a:lnTo>
                    <a:pt x="2620" y="3145"/>
                  </a:lnTo>
                  <a:lnTo>
                    <a:pt x="2620" y="3102"/>
                  </a:lnTo>
                  <a:cubicBezTo>
                    <a:pt x="2670" y="2385"/>
                    <a:pt x="2713" y="1638"/>
                    <a:pt x="2460" y="952"/>
                  </a:cubicBezTo>
                  <a:cubicBezTo>
                    <a:pt x="2447" y="927"/>
                    <a:pt x="2416" y="933"/>
                    <a:pt x="2429" y="958"/>
                  </a:cubicBezTo>
                  <a:cubicBezTo>
                    <a:pt x="2596" y="1681"/>
                    <a:pt x="2583" y="2416"/>
                    <a:pt x="2534" y="3151"/>
                  </a:cubicBezTo>
                  <a:cubicBezTo>
                    <a:pt x="2466" y="3157"/>
                    <a:pt x="2385" y="3176"/>
                    <a:pt x="2317" y="3188"/>
                  </a:cubicBezTo>
                  <a:cubicBezTo>
                    <a:pt x="2293" y="3194"/>
                    <a:pt x="2305" y="3225"/>
                    <a:pt x="2324" y="3225"/>
                  </a:cubicBezTo>
                  <a:cubicBezTo>
                    <a:pt x="2398" y="3238"/>
                    <a:pt x="2466" y="3238"/>
                    <a:pt x="2534" y="3225"/>
                  </a:cubicBezTo>
                  <a:cubicBezTo>
                    <a:pt x="2497" y="3825"/>
                    <a:pt x="2460" y="4418"/>
                    <a:pt x="2552" y="5005"/>
                  </a:cubicBezTo>
                  <a:lnTo>
                    <a:pt x="2070" y="5091"/>
                  </a:lnTo>
                  <a:lnTo>
                    <a:pt x="2194" y="4350"/>
                  </a:lnTo>
                  <a:lnTo>
                    <a:pt x="1978" y="2669"/>
                  </a:lnTo>
                  <a:lnTo>
                    <a:pt x="1576" y="2515"/>
                  </a:lnTo>
                  <a:lnTo>
                    <a:pt x="958" y="2330"/>
                  </a:lnTo>
                  <a:lnTo>
                    <a:pt x="804" y="1496"/>
                  </a:lnTo>
                  <a:lnTo>
                    <a:pt x="835" y="507"/>
                  </a:lnTo>
                  <a:lnTo>
                    <a:pt x="1" y="661"/>
                  </a:lnTo>
                  <a:lnTo>
                    <a:pt x="1521" y="11628"/>
                  </a:lnTo>
                  <a:lnTo>
                    <a:pt x="6234" y="11442"/>
                  </a:lnTo>
                  <a:close/>
                  <a:moveTo>
                    <a:pt x="4350" y="4337"/>
                  </a:moveTo>
                  <a:lnTo>
                    <a:pt x="4072" y="4362"/>
                  </a:lnTo>
                  <a:cubicBezTo>
                    <a:pt x="4023" y="4208"/>
                    <a:pt x="3986" y="4053"/>
                    <a:pt x="3949" y="3899"/>
                  </a:cubicBezTo>
                  <a:cubicBezTo>
                    <a:pt x="4047" y="3874"/>
                    <a:pt x="4146" y="3862"/>
                    <a:pt x="4251" y="3837"/>
                  </a:cubicBezTo>
                  <a:cubicBezTo>
                    <a:pt x="4282" y="4004"/>
                    <a:pt x="4313" y="4171"/>
                    <a:pt x="4350" y="4337"/>
                  </a:cubicBezTo>
                  <a:close/>
                  <a:moveTo>
                    <a:pt x="4004" y="3114"/>
                  </a:moveTo>
                  <a:cubicBezTo>
                    <a:pt x="4035" y="3102"/>
                    <a:pt x="4072" y="3102"/>
                    <a:pt x="4109" y="3096"/>
                  </a:cubicBezTo>
                  <a:cubicBezTo>
                    <a:pt x="4128" y="3164"/>
                    <a:pt x="4134" y="3238"/>
                    <a:pt x="4146" y="3300"/>
                  </a:cubicBezTo>
                  <a:cubicBezTo>
                    <a:pt x="4177" y="3454"/>
                    <a:pt x="4202" y="3608"/>
                    <a:pt x="4233" y="3751"/>
                  </a:cubicBezTo>
                  <a:cubicBezTo>
                    <a:pt x="4134" y="3775"/>
                    <a:pt x="4029" y="3794"/>
                    <a:pt x="3924" y="3812"/>
                  </a:cubicBezTo>
                  <a:cubicBezTo>
                    <a:pt x="3862" y="3590"/>
                    <a:pt x="3813" y="3367"/>
                    <a:pt x="3757" y="3145"/>
                  </a:cubicBezTo>
                  <a:cubicBezTo>
                    <a:pt x="3831" y="3133"/>
                    <a:pt x="3918" y="3120"/>
                    <a:pt x="4004" y="3114"/>
                  </a:cubicBezTo>
                  <a:close/>
                  <a:moveTo>
                    <a:pt x="2917" y="3207"/>
                  </a:moveTo>
                  <a:cubicBezTo>
                    <a:pt x="3108" y="3188"/>
                    <a:pt x="3300" y="3176"/>
                    <a:pt x="3504" y="3157"/>
                  </a:cubicBezTo>
                  <a:cubicBezTo>
                    <a:pt x="3565" y="3151"/>
                    <a:pt x="3615" y="3151"/>
                    <a:pt x="3677" y="3145"/>
                  </a:cubicBezTo>
                  <a:cubicBezTo>
                    <a:pt x="3732" y="3374"/>
                    <a:pt x="3794" y="3596"/>
                    <a:pt x="3862" y="3825"/>
                  </a:cubicBezTo>
                  <a:lnTo>
                    <a:pt x="3399" y="3917"/>
                  </a:lnTo>
                  <a:cubicBezTo>
                    <a:pt x="3121" y="3967"/>
                    <a:pt x="2843" y="4016"/>
                    <a:pt x="2577" y="4090"/>
                  </a:cubicBezTo>
                  <a:cubicBezTo>
                    <a:pt x="2583" y="3806"/>
                    <a:pt x="2596" y="3516"/>
                    <a:pt x="2620" y="3225"/>
                  </a:cubicBezTo>
                  <a:cubicBezTo>
                    <a:pt x="2713" y="3225"/>
                    <a:pt x="2812" y="3213"/>
                    <a:pt x="2917" y="3207"/>
                  </a:cubicBezTo>
                  <a:close/>
                  <a:moveTo>
                    <a:pt x="2589" y="5005"/>
                  </a:moveTo>
                  <a:cubicBezTo>
                    <a:pt x="2558" y="4727"/>
                    <a:pt x="2552" y="4442"/>
                    <a:pt x="2558" y="4152"/>
                  </a:cubicBezTo>
                  <a:cubicBezTo>
                    <a:pt x="2836" y="4121"/>
                    <a:pt x="3121" y="4059"/>
                    <a:pt x="3392" y="4010"/>
                  </a:cubicBezTo>
                  <a:cubicBezTo>
                    <a:pt x="3553" y="3979"/>
                    <a:pt x="3720" y="3948"/>
                    <a:pt x="3874" y="3917"/>
                  </a:cubicBezTo>
                  <a:cubicBezTo>
                    <a:pt x="3918" y="4072"/>
                    <a:pt x="3967" y="4214"/>
                    <a:pt x="4010" y="4368"/>
                  </a:cubicBezTo>
                  <a:lnTo>
                    <a:pt x="2676" y="4486"/>
                  </a:lnTo>
                  <a:lnTo>
                    <a:pt x="2892" y="494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9"/>
            <p:cNvSpPr/>
            <p:nvPr/>
          </p:nvSpPr>
          <p:spPr>
            <a:xfrm>
              <a:off x="6310250" y="2797570"/>
              <a:ext cx="190031" cy="423970"/>
            </a:xfrm>
            <a:custGeom>
              <a:avLst/>
              <a:gdLst/>
              <a:ahLst/>
              <a:cxnLst/>
              <a:rect l="l" t="t" r="r" b="b"/>
              <a:pathLst>
                <a:path w="6414" h="14310" extrusionOk="0">
                  <a:moveTo>
                    <a:pt x="4962" y="464"/>
                  </a:moveTo>
                  <a:cubicBezTo>
                    <a:pt x="4962" y="464"/>
                    <a:pt x="4455" y="464"/>
                    <a:pt x="4270" y="322"/>
                  </a:cubicBezTo>
                  <a:cubicBezTo>
                    <a:pt x="4085" y="186"/>
                    <a:pt x="2973" y="229"/>
                    <a:pt x="2830" y="229"/>
                  </a:cubicBezTo>
                  <a:cubicBezTo>
                    <a:pt x="2694" y="229"/>
                    <a:pt x="2830" y="1020"/>
                    <a:pt x="2830" y="1020"/>
                  </a:cubicBezTo>
                  <a:lnTo>
                    <a:pt x="1768" y="785"/>
                  </a:lnTo>
                  <a:lnTo>
                    <a:pt x="928" y="507"/>
                  </a:lnTo>
                  <a:cubicBezTo>
                    <a:pt x="928" y="507"/>
                    <a:pt x="236" y="600"/>
                    <a:pt x="100" y="649"/>
                  </a:cubicBezTo>
                  <a:lnTo>
                    <a:pt x="1" y="14309"/>
                  </a:lnTo>
                  <a:lnTo>
                    <a:pt x="6414" y="14309"/>
                  </a:lnTo>
                  <a:lnTo>
                    <a:pt x="6414" y="1"/>
                  </a:lnTo>
                  <a:close/>
                  <a:moveTo>
                    <a:pt x="1941" y="6525"/>
                  </a:moveTo>
                  <a:lnTo>
                    <a:pt x="205" y="6525"/>
                  </a:lnTo>
                  <a:lnTo>
                    <a:pt x="205" y="5135"/>
                  </a:lnTo>
                  <a:lnTo>
                    <a:pt x="1941" y="5135"/>
                  </a:lnTo>
                  <a:close/>
                  <a:moveTo>
                    <a:pt x="4949" y="9589"/>
                  </a:moveTo>
                  <a:lnTo>
                    <a:pt x="3207" y="9589"/>
                  </a:lnTo>
                  <a:lnTo>
                    <a:pt x="3207" y="8199"/>
                  </a:lnTo>
                  <a:lnTo>
                    <a:pt x="4949" y="8199"/>
                  </a:lnTo>
                  <a:close/>
                  <a:moveTo>
                    <a:pt x="4949" y="6525"/>
                  </a:moveTo>
                  <a:lnTo>
                    <a:pt x="3207" y="6525"/>
                  </a:lnTo>
                  <a:lnTo>
                    <a:pt x="3207" y="5135"/>
                  </a:lnTo>
                  <a:lnTo>
                    <a:pt x="4949" y="513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9"/>
            <p:cNvSpPr/>
            <p:nvPr/>
          </p:nvSpPr>
          <p:spPr>
            <a:xfrm>
              <a:off x="7800602" y="2723087"/>
              <a:ext cx="185794" cy="408948"/>
            </a:xfrm>
            <a:custGeom>
              <a:avLst/>
              <a:gdLst/>
              <a:ahLst/>
              <a:cxnLst/>
              <a:rect l="l" t="t" r="r" b="b"/>
              <a:pathLst>
                <a:path w="6271" h="13803" extrusionOk="0">
                  <a:moveTo>
                    <a:pt x="5715" y="13802"/>
                  </a:moveTo>
                  <a:lnTo>
                    <a:pt x="0" y="0"/>
                  </a:lnTo>
                  <a:lnTo>
                    <a:pt x="649" y="0"/>
                  </a:lnTo>
                  <a:lnTo>
                    <a:pt x="1075" y="519"/>
                  </a:lnTo>
                  <a:lnTo>
                    <a:pt x="1446" y="661"/>
                  </a:lnTo>
                  <a:lnTo>
                    <a:pt x="6271" y="137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9"/>
            <p:cNvSpPr/>
            <p:nvPr/>
          </p:nvSpPr>
          <p:spPr>
            <a:xfrm>
              <a:off x="7732489" y="2735530"/>
              <a:ext cx="224813" cy="106363"/>
            </a:xfrm>
            <a:custGeom>
              <a:avLst/>
              <a:gdLst/>
              <a:ahLst/>
              <a:cxnLst/>
              <a:rect l="l" t="t" r="r" b="b"/>
              <a:pathLst>
                <a:path w="7588" h="3590" extrusionOk="0">
                  <a:moveTo>
                    <a:pt x="7050" y="754"/>
                  </a:moveTo>
                  <a:cubicBezTo>
                    <a:pt x="7149" y="661"/>
                    <a:pt x="7192" y="569"/>
                    <a:pt x="7174" y="495"/>
                  </a:cubicBezTo>
                  <a:cubicBezTo>
                    <a:pt x="7149" y="433"/>
                    <a:pt x="7069" y="396"/>
                    <a:pt x="6970" y="377"/>
                  </a:cubicBezTo>
                  <a:cubicBezTo>
                    <a:pt x="7038" y="303"/>
                    <a:pt x="7069" y="223"/>
                    <a:pt x="7050" y="161"/>
                  </a:cubicBezTo>
                  <a:cubicBezTo>
                    <a:pt x="6994" y="13"/>
                    <a:pt x="6679" y="0"/>
                    <a:pt x="6340" y="124"/>
                  </a:cubicBezTo>
                  <a:cubicBezTo>
                    <a:pt x="6000" y="247"/>
                    <a:pt x="5765" y="464"/>
                    <a:pt x="5821" y="612"/>
                  </a:cubicBezTo>
                  <a:cubicBezTo>
                    <a:pt x="5839" y="674"/>
                    <a:pt x="5919" y="711"/>
                    <a:pt x="6018" y="723"/>
                  </a:cubicBezTo>
                  <a:cubicBezTo>
                    <a:pt x="5950" y="804"/>
                    <a:pt x="5919" y="878"/>
                    <a:pt x="5944" y="939"/>
                  </a:cubicBezTo>
                  <a:cubicBezTo>
                    <a:pt x="5975" y="1020"/>
                    <a:pt x="6068" y="1057"/>
                    <a:pt x="6204" y="1057"/>
                  </a:cubicBezTo>
                  <a:lnTo>
                    <a:pt x="1286" y="2873"/>
                  </a:lnTo>
                  <a:cubicBezTo>
                    <a:pt x="1385" y="2780"/>
                    <a:pt x="1434" y="2688"/>
                    <a:pt x="1409" y="2608"/>
                  </a:cubicBezTo>
                  <a:cubicBezTo>
                    <a:pt x="1385" y="2546"/>
                    <a:pt x="1311" y="2509"/>
                    <a:pt x="1205" y="2496"/>
                  </a:cubicBezTo>
                  <a:cubicBezTo>
                    <a:pt x="1280" y="2416"/>
                    <a:pt x="1311" y="2342"/>
                    <a:pt x="1286" y="2280"/>
                  </a:cubicBezTo>
                  <a:cubicBezTo>
                    <a:pt x="1230" y="2132"/>
                    <a:pt x="915" y="2113"/>
                    <a:pt x="575" y="2237"/>
                  </a:cubicBezTo>
                  <a:cubicBezTo>
                    <a:pt x="236" y="2360"/>
                    <a:pt x="1" y="2577"/>
                    <a:pt x="56" y="2725"/>
                  </a:cubicBezTo>
                  <a:cubicBezTo>
                    <a:pt x="81" y="2787"/>
                    <a:pt x="155" y="2824"/>
                    <a:pt x="260" y="2842"/>
                  </a:cubicBezTo>
                  <a:cubicBezTo>
                    <a:pt x="186" y="2916"/>
                    <a:pt x="155" y="2997"/>
                    <a:pt x="180" y="3059"/>
                  </a:cubicBezTo>
                  <a:cubicBezTo>
                    <a:pt x="211" y="3133"/>
                    <a:pt x="303" y="3176"/>
                    <a:pt x="446" y="3176"/>
                  </a:cubicBezTo>
                  <a:lnTo>
                    <a:pt x="149" y="3281"/>
                  </a:lnTo>
                  <a:lnTo>
                    <a:pt x="266" y="3590"/>
                  </a:lnTo>
                  <a:lnTo>
                    <a:pt x="7587" y="890"/>
                  </a:lnTo>
                  <a:lnTo>
                    <a:pt x="7470" y="58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9"/>
            <p:cNvSpPr/>
            <p:nvPr/>
          </p:nvSpPr>
          <p:spPr>
            <a:xfrm>
              <a:off x="7763420" y="2809836"/>
              <a:ext cx="224813" cy="106926"/>
            </a:xfrm>
            <a:custGeom>
              <a:avLst/>
              <a:gdLst/>
              <a:ahLst/>
              <a:cxnLst/>
              <a:rect l="l" t="t" r="r" b="b"/>
              <a:pathLst>
                <a:path w="7588" h="3609" extrusionOk="0">
                  <a:moveTo>
                    <a:pt x="7056" y="761"/>
                  </a:moveTo>
                  <a:cubicBezTo>
                    <a:pt x="7155" y="668"/>
                    <a:pt x="7198" y="575"/>
                    <a:pt x="7180" y="495"/>
                  </a:cubicBezTo>
                  <a:cubicBezTo>
                    <a:pt x="7155" y="433"/>
                    <a:pt x="7075" y="396"/>
                    <a:pt x="6976" y="378"/>
                  </a:cubicBezTo>
                  <a:cubicBezTo>
                    <a:pt x="7044" y="303"/>
                    <a:pt x="7075" y="223"/>
                    <a:pt x="7056" y="161"/>
                  </a:cubicBezTo>
                  <a:cubicBezTo>
                    <a:pt x="7001" y="19"/>
                    <a:pt x="6686" y="1"/>
                    <a:pt x="6346" y="124"/>
                  </a:cubicBezTo>
                  <a:cubicBezTo>
                    <a:pt x="6006" y="248"/>
                    <a:pt x="5771" y="464"/>
                    <a:pt x="5827" y="612"/>
                  </a:cubicBezTo>
                  <a:cubicBezTo>
                    <a:pt x="5845" y="674"/>
                    <a:pt x="5926" y="711"/>
                    <a:pt x="6025" y="730"/>
                  </a:cubicBezTo>
                  <a:cubicBezTo>
                    <a:pt x="5957" y="804"/>
                    <a:pt x="5926" y="884"/>
                    <a:pt x="5950" y="946"/>
                  </a:cubicBezTo>
                  <a:cubicBezTo>
                    <a:pt x="5981" y="1020"/>
                    <a:pt x="6074" y="1057"/>
                    <a:pt x="6210" y="1057"/>
                  </a:cubicBezTo>
                  <a:lnTo>
                    <a:pt x="1286" y="2892"/>
                  </a:lnTo>
                  <a:cubicBezTo>
                    <a:pt x="1385" y="2799"/>
                    <a:pt x="1434" y="2707"/>
                    <a:pt x="1409" y="2626"/>
                  </a:cubicBezTo>
                  <a:cubicBezTo>
                    <a:pt x="1385" y="2565"/>
                    <a:pt x="1311" y="2527"/>
                    <a:pt x="1206" y="2509"/>
                  </a:cubicBezTo>
                  <a:cubicBezTo>
                    <a:pt x="1280" y="2435"/>
                    <a:pt x="1304" y="2355"/>
                    <a:pt x="1286" y="2293"/>
                  </a:cubicBezTo>
                  <a:cubicBezTo>
                    <a:pt x="1230" y="2151"/>
                    <a:pt x="915" y="2132"/>
                    <a:pt x="575" y="2256"/>
                  </a:cubicBezTo>
                  <a:cubicBezTo>
                    <a:pt x="236" y="2379"/>
                    <a:pt x="1" y="2595"/>
                    <a:pt x="56" y="2744"/>
                  </a:cubicBezTo>
                  <a:cubicBezTo>
                    <a:pt x="81" y="2806"/>
                    <a:pt x="155" y="2843"/>
                    <a:pt x="254" y="2861"/>
                  </a:cubicBezTo>
                  <a:cubicBezTo>
                    <a:pt x="186" y="2935"/>
                    <a:pt x="155" y="3016"/>
                    <a:pt x="180" y="3077"/>
                  </a:cubicBezTo>
                  <a:cubicBezTo>
                    <a:pt x="211" y="3151"/>
                    <a:pt x="304" y="3189"/>
                    <a:pt x="440" y="3189"/>
                  </a:cubicBezTo>
                  <a:lnTo>
                    <a:pt x="149" y="3300"/>
                  </a:lnTo>
                  <a:lnTo>
                    <a:pt x="267" y="3609"/>
                  </a:lnTo>
                  <a:lnTo>
                    <a:pt x="7588" y="903"/>
                  </a:lnTo>
                  <a:lnTo>
                    <a:pt x="7470" y="5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9"/>
            <p:cNvSpPr/>
            <p:nvPr/>
          </p:nvSpPr>
          <p:spPr>
            <a:xfrm>
              <a:off x="7579107" y="2823761"/>
              <a:ext cx="173913" cy="383854"/>
            </a:xfrm>
            <a:custGeom>
              <a:avLst/>
              <a:gdLst/>
              <a:ahLst/>
              <a:cxnLst/>
              <a:rect l="l" t="t" r="r" b="b"/>
              <a:pathLst>
                <a:path w="5870" h="12956" extrusionOk="0">
                  <a:moveTo>
                    <a:pt x="5746" y="31"/>
                  </a:moveTo>
                  <a:cubicBezTo>
                    <a:pt x="5740" y="0"/>
                    <a:pt x="5697" y="13"/>
                    <a:pt x="5697" y="43"/>
                  </a:cubicBezTo>
                  <a:cubicBezTo>
                    <a:pt x="5709" y="538"/>
                    <a:pt x="5758" y="1032"/>
                    <a:pt x="5758" y="1532"/>
                  </a:cubicBezTo>
                  <a:cubicBezTo>
                    <a:pt x="5758" y="2027"/>
                    <a:pt x="5740" y="2527"/>
                    <a:pt x="5684" y="3021"/>
                  </a:cubicBezTo>
                  <a:cubicBezTo>
                    <a:pt x="5586" y="4034"/>
                    <a:pt x="5363" y="5035"/>
                    <a:pt x="5042" y="6005"/>
                  </a:cubicBezTo>
                  <a:cubicBezTo>
                    <a:pt x="4455" y="7772"/>
                    <a:pt x="3503" y="9409"/>
                    <a:pt x="2286" y="10812"/>
                  </a:cubicBezTo>
                  <a:cubicBezTo>
                    <a:pt x="1607" y="11596"/>
                    <a:pt x="847" y="12307"/>
                    <a:pt x="13" y="12912"/>
                  </a:cubicBezTo>
                  <a:cubicBezTo>
                    <a:pt x="0" y="12925"/>
                    <a:pt x="13" y="12956"/>
                    <a:pt x="31" y="12937"/>
                  </a:cubicBezTo>
                  <a:cubicBezTo>
                    <a:pt x="1520" y="11874"/>
                    <a:pt x="2812" y="10528"/>
                    <a:pt x="3775" y="8971"/>
                  </a:cubicBezTo>
                  <a:cubicBezTo>
                    <a:pt x="4813" y="7290"/>
                    <a:pt x="5480" y="5406"/>
                    <a:pt x="5746" y="3454"/>
                  </a:cubicBezTo>
                  <a:cubicBezTo>
                    <a:pt x="5820" y="2892"/>
                    <a:pt x="5870" y="2317"/>
                    <a:pt x="5870" y="1749"/>
                  </a:cubicBezTo>
                  <a:cubicBezTo>
                    <a:pt x="5864" y="1174"/>
                    <a:pt x="5864" y="587"/>
                    <a:pt x="5746" y="31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9"/>
            <p:cNvSpPr/>
            <p:nvPr/>
          </p:nvSpPr>
          <p:spPr>
            <a:xfrm>
              <a:off x="7596498" y="2897889"/>
              <a:ext cx="188016" cy="337724"/>
            </a:xfrm>
            <a:custGeom>
              <a:avLst/>
              <a:gdLst/>
              <a:ahLst/>
              <a:cxnLst/>
              <a:rect l="l" t="t" r="r" b="b"/>
              <a:pathLst>
                <a:path w="6346" h="11399" extrusionOk="0">
                  <a:moveTo>
                    <a:pt x="6314" y="31"/>
                  </a:moveTo>
                  <a:cubicBezTo>
                    <a:pt x="6314" y="13"/>
                    <a:pt x="6277" y="0"/>
                    <a:pt x="6271" y="25"/>
                  </a:cubicBezTo>
                  <a:cubicBezTo>
                    <a:pt x="6222" y="217"/>
                    <a:pt x="6222" y="420"/>
                    <a:pt x="6191" y="618"/>
                  </a:cubicBezTo>
                  <a:cubicBezTo>
                    <a:pt x="6160" y="853"/>
                    <a:pt x="6123" y="1081"/>
                    <a:pt x="6080" y="1316"/>
                  </a:cubicBezTo>
                  <a:cubicBezTo>
                    <a:pt x="5993" y="1730"/>
                    <a:pt x="5882" y="2150"/>
                    <a:pt x="5758" y="2558"/>
                  </a:cubicBezTo>
                  <a:cubicBezTo>
                    <a:pt x="5493" y="3398"/>
                    <a:pt x="5134" y="4214"/>
                    <a:pt x="4727" y="4992"/>
                  </a:cubicBezTo>
                  <a:cubicBezTo>
                    <a:pt x="3936" y="6500"/>
                    <a:pt x="2997" y="7933"/>
                    <a:pt x="1922" y="9243"/>
                  </a:cubicBezTo>
                  <a:cubicBezTo>
                    <a:pt x="1323" y="9978"/>
                    <a:pt x="686" y="10688"/>
                    <a:pt x="13" y="11356"/>
                  </a:cubicBezTo>
                  <a:cubicBezTo>
                    <a:pt x="0" y="11368"/>
                    <a:pt x="25" y="11399"/>
                    <a:pt x="44" y="11387"/>
                  </a:cubicBezTo>
                  <a:cubicBezTo>
                    <a:pt x="1298" y="10188"/>
                    <a:pt x="2416" y="8884"/>
                    <a:pt x="3386" y="7451"/>
                  </a:cubicBezTo>
                  <a:cubicBezTo>
                    <a:pt x="4356" y="6030"/>
                    <a:pt x="5215" y="4498"/>
                    <a:pt x="5777" y="2867"/>
                  </a:cubicBezTo>
                  <a:cubicBezTo>
                    <a:pt x="5931" y="2410"/>
                    <a:pt x="6061" y="1946"/>
                    <a:pt x="6160" y="1477"/>
                  </a:cubicBezTo>
                  <a:cubicBezTo>
                    <a:pt x="6209" y="1242"/>
                    <a:pt x="6246" y="1014"/>
                    <a:pt x="6277" y="779"/>
                  </a:cubicBezTo>
                  <a:cubicBezTo>
                    <a:pt x="6308" y="538"/>
                    <a:pt x="6345" y="278"/>
                    <a:pt x="6314" y="31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9"/>
            <p:cNvSpPr/>
            <p:nvPr/>
          </p:nvSpPr>
          <p:spPr>
            <a:xfrm>
              <a:off x="7656731" y="2755114"/>
              <a:ext cx="269640" cy="642324"/>
            </a:xfrm>
            <a:custGeom>
              <a:avLst/>
              <a:gdLst/>
              <a:ahLst/>
              <a:cxnLst/>
              <a:rect l="l" t="t" r="r" b="b"/>
              <a:pathLst>
                <a:path w="9101" h="21680" extrusionOk="0">
                  <a:moveTo>
                    <a:pt x="9008" y="56"/>
                  </a:moveTo>
                  <a:cubicBezTo>
                    <a:pt x="8915" y="1656"/>
                    <a:pt x="8390" y="3164"/>
                    <a:pt x="7661" y="4572"/>
                  </a:cubicBezTo>
                  <a:cubicBezTo>
                    <a:pt x="6932" y="5975"/>
                    <a:pt x="6030" y="7266"/>
                    <a:pt x="5190" y="8600"/>
                  </a:cubicBezTo>
                  <a:cubicBezTo>
                    <a:pt x="4368" y="9898"/>
                    <a:pt x="3651" y="11238"/>
                    <a:pt x="3132" y="12690"/>
                  </a:cubicBezTo>
                  <a:cubicBezTo>
                    <a:pt x="2632" y="14105"/>
                    <a:pt x="2274" y="15563"/>
                    <a:pt x="1866" y="16996"/>
                  </a:cubicBezTo>
                  <a:cubicBezTo>
                    <a:pt x="1409" y="18596"/>
                    <a:pt x="877" y="20197"/>
                    <a:pt x="12" y="21624"/>
                  </a:cubicBezTo>
                  <a:cubicBezTo>
                    <a:pt x="0" y="21648"/>
                    <a:pt x="37" y="21679"/>
                    <a:pt x="49" y="21648"/>
                  </a:cubicBezTo>
                  <a:cubicBezTo>
                    <a:pt x="1637" y="19085"/>
                    <a:pt x="2107" y="16063"/>
                    <a:pt x="3033" y="13240"/>
                  </a:cubicBezTo>
                  <a:cubicBezTo>
                    <a:pt x="3274" y="12511"/>
                    <a:pt x="3540" y="11794"/>
                    <a:pt x="3874" y="11109"/>
                  </a:cubicBezTo>
                  <a:cubicBezTo>
                    <a:pt x="4213" y="10380"/>
                    <a:pt x="4615" y="9688"/>
                    <a:pt x="5041" y="9008"/>
                  </a:cubicBezTo>
                  <a:cubicBezTo>
                    <a:pt x="5875" y="7649"/>
                    <a:pt x="6802" y="6339"/>
                    <a:pt x="7568" y="4943"/>
                  </a:cubicBezTo>
                  <a:cubicBezTo>
                    <a:pt x="8384" y="3435"/>
                    <a:pt x="9057" y="1767"/>
                    <a:pt x="9094" y="37"/>
                  </a:cubicBezTo>
                  <a:cubicBezTo>
                    <a:pt x="9100" y="0"/>
                    <a:pt x="9020" y="0"/>
                    <a:pt x="9008" y="5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9"/>
            <p:cNvSpPr/>
            <p:nvPr/>
          </p:nvSpPr>
          <p:spPr>
            <a:xfrm>
              <a:off x="7785226" y="2829598"/>
              <a:ext cx="179572" cy="504319"/>
            </a:xfrm>
            <a:custGeom>
              <a:avLst/>
              <a:gdLst/>
              <a:ahLst/>
              <a:cxnLst/>
              <a:rect l="l" t="t" r="r" b="b"/>
              <a:pathLst>
                <a:path w="6061" h="17022" extrusionOk="0">
                  <a:moveTo>
                    <a:pt x="5900" y="19"/>
                  </a:moveTo>
                  <a:cubicBezTo>
                    <a:pt x="5894" y="1"/>
                    <a:pt x="5857" y="1"/>
                    <a:pt x="5857" y="32"/>
                  </a:cubicBezTo>
                  <a:cubicBezTo>
                    <a:pt x="5900" y="637"/>
                    <a:pt x="5931" y="1218"/>
                    <a:pt x="5832" y="1830"/>
                  </a:cubicBezTo>
                  <a:cubicBezTo>
                    <a:pt x="5740" y="2398"/>
                    <a:pt x="5567" y="2954"/>
                    <a:pt x="5363" y="3492"/>
                  </a:cubicBezTo>
                  <a:cubicBezTo>
                    <a:pt x="4905" y="4616"/>
                    <a:pt x="4251" y="5641"/>
                    <a:pt x="3608" y="6673"/>
                  </a:cubicBezTo>
                  <a:cubicBezTo>
                    <a:pt x="2984" y="7674"/>
                    <a:pt x="2410" y="8700"/>
                    <a:pt x="1940" y="9793"/>
                  </a:cubicBezTo>
                  <a:cubicBezTo>
                    <a:pt x="1483" y="10850"/>
                    <a:pt x="1106" y="11943"/>
                    <a:pt x="797" y="13068"/>
                  </a:cubicBezTo>
                  <a:cubicBezTo>
                    <a:pt x="451" y="14346"/>
                    <a:pt x="192" y="15650"/>
                    <a:pt x="6" y="16966"/>
                  </a:cubicBezTo>
                  <a:cubicBezTo>
                    <a:pt x="0" y="17003"/>
                    <a:pt x="56" y="17022"/>
                    <a:pt x="62" y="16978"/>
                  </a:cubicBezTo>
                  <a:cubicBezTo>
                    <a:pt x="420" y="14643"/>
                    <a:pt x="982" y="12314"/>
                    <a:pt x="1903" y="10133"/>
                  </a:cubicBezTo>
                  <a:cubicBezTo>
                    <a:pt x="2366" y="9021"/>
                    <a:pt x="2935" y="7971"/>
                    <a:pt x="3571" y="6939"/>
                  </a:cubicBezTo>
                  <a:cubicBezTo>
                    <a:pt x="4201" y="5913"/>
                    <a:pt x="4875" y="4894"/>
                    <a:pt x="5350" y="3782"/>
                  </a:cubicBezTo>
                  <a:cubicBezTo>
                    <a:pt x="5610" y="3183"/>
                    <a:pt x="5814" y="2552"/>
                    <a:pt x="5925" y="1916"/>
                  </a:cubicBezTo>
                  <a:cubicBezTo>
                    <a:pt x="6018" y="1298"/>
                    <a:pt x="6061" y="625"/>
                    <a:pt x="5900" y="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9"/>
            <p:cNvSpPr/>
            <p:nvPr/>
          </p:nvSpPr>
          <p:spPr>
            <a:xfrm>
              <a:off x="7684551" y="2748537"/>
              <a:ext cx="157055" cy="646887"/>
            </a:xfrm>
            <a:custGeom>
              <a:avLst/>
              <a:gdLst/>
              <a:ahLst/>
              <a:cxnLst/>
              <a:rect l="l" t="t" r="r" b="b"/>
              <a:pathLst>
                <a:path w="5301" h="21834" extrusionOk="0">
                  <a:moveTo>
                    <a:pt x="0" y="0"/>
                  </a:moveTo>
                  <a:lnTo>
                    <a:pt x="1915" y="0"/>
                  </a:lnTo>
                  <a:lnTo>
                    <a:pt x="1915" y="1668"/>
                  </a:lnTo>
                  <a:lnTo>
                    <a:pt x="3929" y="1668"/>
                  </a:lnTo>
                  <a:lnTo>
                    <a:pt x="4053" y="2786"/>
                  </a:lnTo>
                  <a:lnTo>
                    <a:pt x="4516" y="3126"/>
                  </a:lnTo>
                  <a:lnTo>
                    <a:pt x="4578" y="3528"/>
                  </a:lnTo>
                  <a:lnTo>
                    <a:pt x="4992" y="3651"/>
                  </a:lnTo>
                  <a:lnTo>
                    <a:pt x="5301" y="3867"/>
                  </a:lnTo>
                  <a:lnTo>
                    <a:pt x="5301" y="21833"/>
                  </a:lnTo>
                  <a:lnTo>
                    <a:pt x="93" y="218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9"/>
            <p:cNvSpPr/>
            <p:nvPr/>
          </p:nvSpPr>
          <p:spPr>
            <a:xfrm>
              <a:off x="7629444" y="2931190"/>
              <a:ext cx="137679" cy="483462"/>
            </a:xfrm>
            <a:custGeom>
              <a:avLst/>
              <a:gdLst/>
              <a:ahLst/>
              <a:cxnLst/>
              <a:rect l="l" t="t" r="r" b="b"/>
              <a:pathLst>
                <a:path w="4647" h="16318" extrusionOk="0">
                  <a:moveTo>
                    <a:pt x="309" y="6037"/>
                  </a:moveTo>
                  <a:lnTo>
                    <a:pt x="1366" y="6037"/>
                  </a:lnTo>
                  <a:lnTo>
                    <a:pt x="1366" y="1"/>
                  </a:lnTo>
                  <a:lnTo>
                    <a:pt x="1829" y="155"/>
                  </a:lnTo>
                  <a:lnTo>
                    <a:pt x="1891" y="927"/>
                  </a:lnTo>
                  <a:lnTo>
                    <a:pt x="2385" y="1298"/>
                  </a:lnTo>
                  <a:lnTo>
                    <a:pt x="2756" y="1483"/>
                  </a:lnTo>
                  <a:lnTo>
                    <a:pt x="2447" y="3096"/>
                  </a:lnTo>
                  <a:lnTo>
                    <a:pt x="2632" y="4671"/>
                  </a:lnTo>
                  <a:lnTo>
                    <a:pt x="3683" y="4671"/>
                  </a:lnTo>
                  <a:lnTo>
                    <a:pt x="3652" y="5604"/>
                  </a:lnTo>
                  <a:lnTo>
                    <a:pt x="4183" y="6160"/>
                  </a:lnTo>
                  <a:lnTo>
                    <a:pt x="4368" y="6593"/>
                  </a:lnTo>
                  <a:lnTo>
                    <a:pt x="4646" y="7896"/>
                  </a:lnTo>
                  <a:lnTo>
                    <a:pt x="4646" y="16317"/>
                  </a:lnTo>
                  <a:lnTo>
                    <a:pt x="0" y="1631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9"/>
            <p:cNvSpPr/>
            <p:nvPr/>
          </p:nvSpPr>
          <p:spPr>
            <a:xfrm>
              <a:off x="7449516" y="2590385"/>
              <a:ext cx="196786" cy="840532"/>
            </a:xfrm>
            <a:custGeom>
              <a:avLst/>
              <a:gdLst/>
              <a:ahLst/>
              <a:cxnLst/>
              <a:rect l="l" t="t" r="r" b="b"/>
              <a:pathLst>
                <a:path w="6642" h="28370" extrusionOk="0">
                  <a:moveTo>
                    <a:pt x="6179" y="14753"/>
                  </a:moveTo>
                  <a:lnTo>
                    <a:pt x="6179" y="13777"/>
                  </a:lnTo>
                  <a:lnTo>
                    <a:pt x="5159" y="12665"/>
                  </a:lnTo>
                  <a:lnTo>
                    <a:pt x="6271" y="12387"/>
                  </a:lnTo>
                  <a:lnTo>
                    <a:pt x="6271" y="352"/>
                  </a:lnTo>
                  <a:lnTo>
                    <a:pt x="5209" y="210"/>
                  </a:lnTo>
                  <a:lnTo>
                    <a:pt x="3751" y="2206"/>
                  </a:lnTo>
                  <a:cubicBezTo>
                    <a:pt x="3751" y="1866"/>
                    <a:pt x="3751" y="1520"/>
                    <a:pt x="3757" y="1186"/>
                  </a:cubicBezTo>
                  <a:cubicBezTo>
                    <a:pt x="3757" y="816"/>
                    <a:pt x="3788" y="426"/>
                    <a:pt x="3751" y="56"/>
                  </a:cubicBezTo>
                  <a:cubicBezTo>
                    <a:pt x="3738" y="0"/>
                    <a:pt x="3664" y="0"/>
                    <a:pt x="3664" y="56"/>
                  </a:cubicBezTo>
                  <a:cubicBezTo>
                    <a:pt x="3633" y="420"/>
                    <a:pt x="3652" y="791"/>
                    <a:pt x="3652" y="1149"/>
                  </a:cubicBezTo>
                  <a:cubicBezTo>
                    <a:pt x="3652" y="1532"/>
                    <a:pt x="3652" y="1909"/>
                    <a:pt x="3664" y="2280"/>
                  </a:cubicBezTo>
                  <a:lnTo>
                    <a:pt x="3664" y="2329"/>
                  </a:lnTo>
                  <a:lnTo>
                    <a:pt x="2898" y="3367"/>
                  </a:lnTo>
                  <a:lnTo>
                    <a:pt x="2595" y="3701"/>
                  </a:lnTo>
                  <a:lnTo>
                    <a:pt x="2503" y="3701"/>
                  </a:lnTo>
                  <a:lnTo>
                    <a:pt x="2503" y="3509"/>
                  </a:lnTo>
                  <a:lnTo>
                    <a:pt x="2503" y="2657"/>
                  </a:lnTo>
                  <a:cubicBezTo>
                    <a:pt x="2638" y="2669"/>
                    <a:pt x="2756" y="2669"/>
                    <a:pt x="2879" y="2644"/>
                  </a:cubicBezTo>
                  <a:cubicBezTo>
                    <a:pt x="2923" y="2638"/>
                    <a:pt x="2923" y="2564"/>
                    <a:pt x="2879" y="2558"/>
                  </a:cubicBezTo>
                  <a:cubicBezTo>
                    <a:pt x="2756" y="2533"/>
                    <a:pt x="2626" y="2546"/>
                    <a:pt x="2503" y="2546"/>
                  </a:cubicBezTo>
                  <a:lnTo>
                    <a:pt x="2503" y="2335"/>
                  </a:lnTo>
                  <a:cubicBezTo>
                    <a:pt x="2503" y="1940"/>
                    <a:pt x="2533" y="1532"/>
                    <a:pt x="2490" y="1137"/>
                  </a:cubicBezTo>
                  <a:cubicBezTo>
                    <a:pt x="2478" y="1094"/>
                    <a:pt x="2416" y="1094"/>
                    <a:pt x="2416" y="1137"/>
                  </a:cubicBezTo>
                  <a:cubicBezTo>
                    <a:pt x="2373" y="1532"/>
                    <a:pt x="2404" y="1940"/>
                    <a:pt x="2404" y="2335"/>
                  </a:cubicBezTo>
                  <a:lnTo>
                    <a:pt x="2404" y="2552"/>
                  </a:lnTo>
                  <a:lnTo>
                    <a:pt x="2336" y="2552"/>
                  </a:lnTo>
                  <a:cubicBezTo>
                    <a:pt x="2138" y="2552"/>
                    <a:pt x="1947" y="2552"/>
                    <a:pt x="1755" y="2558"/>
                  </a:cubicBezTo>
                  <a:cubicBezTo>
                    <a:pt x="1570" y="2558"/>
                    <a:pt x="1384" y="2558"/>
                    <a:pt x="1199" y="2564"/>
                  </a:cubicBezTo>
                  <a:cubicBezTo>
                    <a:pt x="1199" y="2224"/>
                    <a:pt x="1205" y="1897"/>
                    <a:pt x="1180" y="1557"/>
                  </a:cubicBezTo>
                  <a:cubicBezTo>
                    <a:pt x="1180" y="1514"/>
                    <a:pt x="1119" y="1514"/>
                    <a:pt x="1119" y="1557"/>
                  </a:cubicBezTo>
                  <a:cubicBezTo>
                    <a:pt x="1100" y="1884"/>
                    <a:pt x="1106" y="2224"/>
                    <a:pt x="1106" y="2564"/>
                  </a:cubicBezTo>
                  <a:cubicBezTo>
                    <a:pt x="933" y="2564"/>
                    <a:pt x="766" y="2576"/>
                    <a:pt x="593" y="2583"/>
                  </a:cubicBezTo>
                  <a:cubicBezTo>
                    <a:pt x="563" y="2583"/>
                    <a:pt x="563" y="2620"/>
                    <a:pt x="593" y="2620"/>
                  </a:cubicBezTo>
                  <a:cubicBezTo>
                    <a:pt x="766" y="2626"/>
                    <a:pt x="933" y="2626"/>
                    <a:pt x="1106" y="2638"/>
                  </a:cubicBezTo>
                  <a:lnTo>
                    <a:pt x="1106" y="2898"/>
                  </a:lnTo>
                  <a:lnTo>
                    <a:pt x="1106" y="3726"/>
                  </a:lnTo>
                  <a:cubicBezTo>
                    <a:pt x="946" y="3732"/>
                    <a:pt x="779" y="3732"/>
                    <a:pt x="618" y="3738"/>
                  </a:cubicBezTo>
                  <a:cubicBezTo>
                    <a:pt x="581" y="3738"/>
                    <a:pt x="581" y="3793"/>
                    <a:pt x="618" y="3793"/>
                  </a:cubicBezTo>
                  <a:cubicBezTo>
                    <a:pt x="779" y="3800"/>
                    <a:pt x="946" y="3800"/>
                    <a:pt x="1106" y="3812"/>
                  </a:cubicBezTo>
                  <a:lnTo>
                    <a:pt x="1106" y="4244"/>
                  </a:lnTo>
                  <a:lnTo>
                    <a:pt x="1106" y="5468"/>
                  </a:lnTo>
                  <a:lnTo>
                    <a:pt x="56" y="5931"/>
                  </a:lnTo>
                  <a:lnTo>
                    <a:pt x="56" y="12943"/>
                  </a:lnTo>
                  <a:lnTo>
                    <a:pt x="933" y="13963"/>
                  </a:lnTo>
                  <a:lnTo>
                    <a:pt x="149" y="14519"/>
                  </a:lnTo>
                  <a:lnTo>
                    <a:pt x="0" y="28370"/>
                  </a:lnTo>
                  <a:lnTo>
                    <a:pt x="6642" y="28185"/>
                  </a:lnTo>
                  <a:lnTo>
                    <a:pt x="6642" y="15075"/>
                  </a:lnTo>
                  <a:close/>
                  <a:moveTo>
                    <a:pt x="1180" y="2929"/>
                  </a:moveTo>
                  <a:lnTo>
                    <a:pt x="1180" y="2644"/>
                  </a:lnTo>
                  <a:cubicBezTo>
                    <a:pt x="1366" y="2644"/>
                    <a:pt x="1551" y="2651"/>
                    <a:pt x="1743" y="2651"/>
                  </a:cubicBezTo>
                  <a:cubicBezTo>
                    <a:pt x="1934" y="2651"/>
                    <a:pt x="2126" y="2651"/>
                    <a:pt x="2317" y="2657"/>
                  </a:cubicBezTo>
                  <a:lnTo>
                    <a:pt x="2391" y="2657"/>
                  </a:lnTo>
                  <a:lnTo>
                    <a:pt x="2391" y="3515"/>
                  </a:lnTo>
                  <a:lnTo>
                    <a:pt x="2391" y="3707"/>
                  </a:lnTo>
                  <a:cubicBezTo>
                    <a:pt x="2175" y="3707"/>
                    <a:pt x="1947" y="3719"/>
                    <a:pt x="1743" y="3719"/>
                  </a:cubicBezTo>
                  <a:cubicBezTo>
                    <a:pt x="1557" y="3719"/>
                    <a:pt x="1372" y="3726"/>
                    <a:pt x="1180" y="3726"/>
                  </a:cubicBezTo>
                  <a:close/>
                  <a:moveTo>
                    <a:pt x="1180" y="4244"/>
                  </a:moveTo>
                  <a:lnTo>
                    <a:pt x="1180" y="3812"/>
                  </a:lnTo>
                  <a:cubicBezTo>
                    <a:pt x="1366" y="3818"/>
                    <a:pt x="1551" y="3818"/>
                    <a:pt x="1743" y="3818"/>
                  </a:cubicBezTo>
                  <a:cubicBezTo>
                    <a:pt x="1953" y="3818"/>
                    <a:pt x="2175" y="3824"/>
                    <a:pt x="2398" y="3824"/>
                  </a:cubicBezTo>
                  <a:cubicBezTo>
                    <a:pt x="2404" y="4183"/>
                    <a:pt x="2404" y="4529"/>
                    <a:pt x="2410" y="4881"/>
                  </a:cubicBezTo>
                  <a:lnTo>
                    <a:pt x="1187" y="5424"/>
                  </a:lnTo>
                  <a:close/>
                  <a:moveTo>
                    <a:pt x="2472" y="4862"/>
                  </a:moveTo>
                  <a:cubicBezTo>
                    <a:pt x="2484" y="4597"/>
                    <a:pt x="2484" y="4337"/>
                    <a:pt x="2490" y="4078"/>
                  </a:cubicBezTo>
                  <a:lnTo>
                    <a:pt x="2706" y="47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9"/>
            <p:cNvSpPr/>
            <p:nvPr/>
          </p:nvSpPr>
          <p:spPr>
            <a:xfrm>
              <a:off x="7517778" y="3127236"/>
              <a:ext cx="128524" cy="69951"/>
            </a:xfrm>
            <a:custGeom>
              <a:avLst/>
              <a:gdLst/>
              <a:ahLst/>
              <a:cxnLst/>
              <a:rect l="l" t="t" r="r" b="b"/>
              <a:pathLst>
                <a:path w="4338" h="2361" extrusionOk="0">
                  <a:moveTo>
                    <a:pt x="4338" y="75"/>
                  </a:moveTo>
                  <a:cubicBezTo>
                    <a:pt x="3992" y="38"/>
                    <a:pt x="2824" y="0"/>
                    <a:pt x="2824" y="0"/>
                  </a:cubicBezTo>
                  <a:lnTo>
                    <a:pt x="1990" y="439"/>
                  </a:lnTo>
                  <a:lnTo>
                    <a:pt x="1762" y="927"/>
                  </a:lnTo>
                  <a:lnTo>
                    <a:pt x="835" y="1063"/>
                  </a:lnTo>
                  <a:lnTo>
                    <a:pt x="1" y="742"/>
                  </a:lnTo>
                  <a:lnTo>
                    <a:pt x="767" y="1205"/>
                  </a:lnTo>
                  <a:lnTo>
                    <a:pt x="1786" y="1113"/>
                  </a:lnTo>
                  <a:lnTo>
                    <a:pt x="1527" y="1483"/>
                  </a:lnTo>
                  <a:lnTo>
                    <a:pt x="767" y="1669"/>
                  </a:lnTo>
                  <a:lnTo>
                    <a:pt x="279" y="2360"/>
                  </a:lnTo>
                  <a:lnTo>
                    <a:pt x="1737" y="1594"/>
                  </a:lnTo>
                  <a:lnTo>
                    <a:pt x="2040" y="1063"/>
                  </a:lnTo>
                  <a:lnTo>
                    <a:pt x="2108" y="556"/>
                  </a:lnTo>
                  <a:lnTo>
                    <a:pt x="2849" y="229"/>
                  </a:lnTo>
                  <a:lnTo>
                    <a:pt x="4338" y="371"/>
                  </a:lnTo>
                  <a:lnTo>
                    <a:pt x="4338" y="7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9"/>
            <p:cNvSpPr/>
            <p:nvPr/>
          </p:nvSpPr>
          <p:spPr>
            <a:xfrm>
              <a:off x="7535910" y="2683179"/>
              <a:ext cx="57685" cy="106748"/>
            </a:xfrm>
            <a:custGeom>
              <a:avLst/>
              <a:gdLst/>
              <a:ahLst/>
              <a:cxnLst/>
              <a:rect l="l" t="t" r="r" b="b"/>
              <a:pathLst>
                <a:path w="1947" h="3603" extrusionOk="0">
                  <a:moveTo>
                    <a:pt x="359" y="699"/>
                  </a:moveTo>
                  <a:lnTo>
                    <a:pt x="1156" y="655"/>
                  </a:lnTo>
                  <a:lnTo>
                    <a:pt x="822" y="1279"/>
                  </a:lnTo>
                  <a:lnTo>
                    <a:pt x="915" y="2027"/>
                  </a:lnTo>
                  <a:lnTo>
                    <a:pt x="1180" y="2768"/>
                  </a:lnTo>
                  <a:lnTo>
                    <a:pt x="1947" y="3602"/>
                  </a:lnTo>
                  <a:lnTo>
                    <a:pt x="1341" y="2700"/>
                  </a:lnTo>
                  <a:lnTo>
                    <a:pt x="1131" y="1866"/>
                  </a:lnTo>
                  <a:lnTo>
                    <a:pt x="1007" y="1236"/>
                  </a:lnTo>
                  <a:lnTo>
                    <a:pt x="1409" y="353"/>
                  </a:lnTo>
                  <a:lnTo>
                    <a:pt x="544" y="495"/>
                  </a:lnTo>
                  <a:lnTo>
                    <a:pt x="143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9"/>
            <p:cNvSpPr/>
            <p:nvPr/>
          </p:nvSpPr>
          <p:spPr>
            <a:xfrm>
              <a:off x="7499853" y="3324199"/>
              <a:ext cx="210148" cy="110570"/>
            </a:xfrm>
            <a:custGeom>
              <a:avLst/>
              <a:gdLst/>
              <a:ahLst/>
              <a:cxnLst/>
              <a:rect l="l" t="t" r="r" b="b"/>
              <a:pathLst>
                <a:path w="7093" h="3732" extrusionOk="0">
                  <a:moveTo>
                    <a:pt x="0" y="3219"/>
                  </a:moveTo>
                  <a:cubicBezTo>
                    <a:pt x="25" y="3151"/>
                    <a:pt x="371" y="2502"/>
                    <a:pt x="371" y="2502"/>
                  </a:cubicBezTo>
                  <a:cubicBezTo>
                    <a:pt x="371" y="2502"/>
                    <a:pt x="371" y="2014"/>
                    <a:pt x="581" y="1829"/>
                  </a:cubicBezTo>
                  <a:cubicBezTo>
                    <a:pt x="791" y="1643"/>
                    <a:pt x="1761" y="859"/>
                    <a:pt x="1761" y="859"/>
                  </a:cubicBezTo>
                  <a:lnTo>
                    <a:pt x="3201" y="0"/>
                  </a:lnTo>
                  <a:lnTo>
                    <a:pt x="4127" y="791"/>
                  </a:lnTo>
                  <a:lnTo>
                    <a:pt x="4844" y="884"/>
                  </a:lnTo>
                  <a:lnTo>
                    <a:pt x="5375" y="1551"/>
                  </a:lnTo>
                  <a:lnTo>
                    <a:pt x="6395" y="2088"/>
                  </a:lnTo>
                  <a:lnTo>
                    <a:pt x="7093" y="3083"/>
                  </a:lnTo>
                  <a:lnTo>
                    <a:pt x="6469" y="3571"/>
                  </a:lnTo>
                  <a:lnTo>
                    <a:pt x="3818" y="3732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9"/>
            <p:cNvSpPr/>
            <p:nvPr/>
          </p:nvSpPr>
          <p:spPr>
            <a:xfrm>
              <a:off x="7543584" y="3378358"/>
              <a:ext cx="164047" cy="53478"/>
            </a:xfrm>
            <a:custGeom>
              <a:avLst/>
              <a:gdLst/>
              <a:ahLst/>
              <a:cxnLst/>
              <a:rect l="l" t="t" r="r" b="b"/>
              <a:pathLst>
                <a:path w="5537" h="1805" extrusionOk="0">
                  <a:moveTo>
                    <a:pt x="5537" y="1329"/>
                  </a:moveTo>
                  <a:lnTo>
                    <a:pt x="5345" y="884"/>
                  </a:lnTo>
                  <a:lnTo>
                    <a:pt x="4159" y="421"/>
                  </a:lnTo>
                  <a:lnTo>
                    <a:pt x="3590" y="124"/>
                  </a:lnTo>
                  <a:lnTo>
                    <a:pt x="2806" y="279"/>
                  </a:lnTo>
                  <a:lnTo>
                    <a:pt x="2126" y="1"/>
                  </a:lnTo>
                  <a:lnTo>
                    <a:pt x="1354" y="310"/>
                  </a:lnTo>
                  <a:lnTo>
                    <a:pt x="872" y="866"/>
                  </a:lnTo>
                  <a:lnTo>
                    <a:pt x="1" y="1595"/>
                  </a:lnTo>
                  <a:lnTo>
                    <a:pt x="520" y="1663"/>
                  </a:lnTo>
                  <a:lnTo>
                    <a:pt x="2787" y="1805"/>
                  </a:lnTo>
                  <a:lnTo>
                    <a:pt x="4820" y="1755"/>
                  </a:lnTo>
                  <a:lnTo>
                    <a:pt x="5005" y="1749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9"/>
            <p:cNvSpPr/>
            <p:nvPr/>
          </p:nvSpPr>
          <p:spPr>
            <a:xfrm>
              <a:off x="6819310" y="2679712"/>
              <a:ext cx="326021" cy="752124"/>
            </a:xfrm>
            <a:custGeom>
              <a:avLst/>
              <a:gdLst/>
              <a:ahLst/>
              <a:cxnLst/>
              <a:rect l="l" t="t" r="r" b="b"/>
              <a:pathLst>
                <a:path w="11004" h="25386" extrusionOk="0">
                  <a:moveTo>
                    <a:pt x="155" y="1452"/>
                  </a:moveTo>
                  <a:cubicBezTo>
                    <a:pt x="155" y="1452"/>
                    <a:pt x="247" y="649"/>
                    <a:pt x="371" y="556"/>
                  </a:cubicBezTo>
                  <a:cubicBezTo>
                    <a:pt x="494" y="463"/>
                    <a:pt x="1421" y="0"/>
                    <a:pt x="1514" y="0"/>
                  </a:cubicBezTo>
                  <a:cubicBezTo>
                    <a:pt x="1606" y="0"/>
                    <a:pt x="1823" y="433"/>
                    <a:pt x="1823" y="433"/>
                  </a:cubicBezTo>
                  <a:lnTo>
                    <a:pt x="2317" y="803"/>
                  </a:lnTo>
                  <a:lnTo>
                    <a:pt x="3151" y="1390"/>
                  </a:lnTo>
                  <a:lnTo>
                    <a:pt x="3553" y="5505"/>
                  </a:lnTo>
                  <a:lnTo>
                    <a:pt x="3583" y="6617"/>
                  </a:lnTo>
                  <a:lnTo>
                    <a:pt x="4139" y="6555"/>
                  </a:lnTo>
                  <a:lnTo>
                    <a:pt x="4665" y="6401"/>
                  </a:lnTo>
                  <a:lnTo>
                    <a:pt x="5437" y="6740"/>
                  </a:lnTo>
                  <a:lnTo>
                    <a:pt x="5437" y="7482"/>
                  </a:lnTo>
                  <a:lnTo>
                    <a:pt x="5808" y="6370"/>
                  </a:lnTo>
                  <a:lnTo>
                    <a:pt x="6549" y="6308"/>
                  </a:lnTo>
                  <a:lnTo>
                    <a:pt x="7105" y="5937"/>
                  </a:lnTo>
                  <a:lnTo>
                    <a:pt x="8810" y="5659"/>
                  </a:lnTo>
                  <a:lnTo>
                    <a:pt x="9274" y="6123"/>
                  </a:lnTo>
                  <a:lnTo>
                    <a:pt x="9490" y="6926"/>
                  </a:lnTo>
                  <a:lnTo>
                    <a:pt x="10478" y="7018"/>
                  </a:lnTo>
                  <a:lnTo>
                    <a:pt x="11003" y="7018"/>
                  </a:lnTo>
                  <a:lnTo>
                    <a:pt x="11003" y="25386"/>
                  </a:lnTo>
                  <a:lnTo>
                    <a:pt x="0" y="253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9"/>
            <p:cNvSpPr/>
            <p:nvPr/>
          </p:nvSpPr>
          <p:spPr>
            <a:xfrm>
              <a:off x="7005459" y="3015570"/>
              <a:ext cx="99045" cy="334080"/>
            </a:xfrm>
            <a:custGeom>
              <a:avLst/>
              <a:gdLst/>
              <a:ahLst/>
              <a:cxnLst/>
              <a:rect l="l" t="t" r="r" b="b"/>
              <a:pathLst>
                <a:path w="3343" h="11276" extrusionOk="0">
                  <a:moveTo>
                    <a:pt x="0" y="1"/>
                  </a:moveTo>
                  <a:lnTo>
                    <a:pt x="3343" y="1"/>
                  </a:lnTo>
                  <a:lnTo>
                    <a:pt x="3343" y="11276"/>
                  </a:lnTo>
                  <a:lnTo>
                    <a:pt x="0" y="1127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9"/>
            <p:cNvSpPr/>
            <p:nvPr/>
          </p:nvSpPr>
          <p:spPr>
            <a:xfrm>
              <a:off x="6783253" y="2575542"/>
              <a:ext cx="66454" cy="155633"/>
            </a:xfrm>
            <a:custGeom>
              <a:avLst/>
              <a:gdLst/>
              <a:ahLst/>
              <a:cxnLst/>
              <a:rect l="l" t="t" r="r" b="b"/>
              <a:pathLst>
                <a:path w="2243" h="5253" extrusionOk="0">
                  <a:moveTo>
                    <a:pt x="2169" y="2719"/>
                  </a:moveTo>
                  <a:cubicBezTo>
                    <a:pt x="1996" y="2756"/>
                    <a:pt x="1816" y="2812"/>
                    <a:pt x="1643" y="2867"/>
                  </a:cubicBezTo>
                  <a:cubicBezTo>
                    <a:pt x="1656" y="2775"/>
                    <a:pt x="1656" y="2682"/>
                    <a:pt x="1662" y="2589"/>
                  </a:cubicBezTo>
                  <a:cubicBezTo>
                    <a:pt x="1674" y="2385"/>
                    <a:pt x="1693" y="2194"/>
                    <a:pt x="1705" y="1990"/>
                  </a:cubicBezTo>
                  <a:cubicBezTo>
                    <a:pt x="1841" y="1959"/>
                    <a:pt x="1996" y="1947"/>
                    <a:pt x="2119" y="1885"/>
                  </a:cubicBezTo>
                  <a:cubicBezTo>
                    <a:pt x="2150" y="1866"/>
                    <a:pt x="2132" y="1817"/>
                    <a:pt x="2101" y="1817"/>
                  </a:cubicBezTo>
                  <a:cubicBezTo>
                    <a:pt x="1977" y="1823"/>
                    <a:pt x="1847" y="1866"/>
                    <a:pt x="1724" y="1904"/>
                  </a:cubicBezTo>
                  <a:cubicBezTo>
                    <a:pt x="1742" y="1706"/>
                    <a:pt x="1755" y="1514"/>
                    <a:pt x="1779" y="1323"/>
                  </a:cubicBezTo>
                  <a:cubicBezTo>
                    <a:pt x="1823" y="897"/>
                    <a:pt x="1903" y="458"/>
                    <a:pt x="1928" y="32"/>
                  </a:cubicBezTo>
                  <a:cubicBezTo>
                    <a:pt x="1928" y="1"/>
                    <a:pt x="1878" y="1"/>
                    <a:pt x="1878" y="25"/>
                  </a:cubicBezTo>
                  <a:cubicBezTo>
                    <a:pt x="1841" y="205"/>
                    <a:pt x="1810" y="378"/>
                    <a:pt x="1786" y="563"/>
                  </a:cubicBezTo>
                  <a:cubicBezTo>
                    <a:pt x="1625" y="581"/>
                    <a:pt x="1452" y="594"/>
                    <a:pt x="1291" y="619"/>
                  </a:cubicBezTo>
                  <a:cubicBezTo>
                    <a:pt x="1279" y="470"/>
                    <a:pt x="1260" y="334"/>
                    <a:pt x="1242" y="186"/>
                  </a:cubicBezTo>
                  <a:cubicBezTo>
                    <a:pt x="1242" y="161"/>
                    <a:pt x="1205" y="161"/>
                    <a:pt x="1217" y="186"/>
                  </a:cubicBezTo>
                  <a:cubicBezTo>
                    <a:pt x="1223" y="334"/>
                    <a:pt x="1230" y="476"/>
                    <a:pt x="1242" y="619"/>
                  </a:cubicBezTo>
                  <a:cubicBezTo>
                    <a:pt x="1137" y="631"/>
                    <a:pt x="1019" y="649"/>
                    <a:pt x="914" y="668"/>
                  </a:cubicBezTo>
                  <a:cubicBezTo>
                    <a:pt x="834" y="674"/>
                    <a:pt x="748" y="686"/>
                    <a:pt x="673" y="699"/>
                  </a:cubicBezTo>
                  <a:cubicBezTo>
                    <a:pt x="655" y="520"/>
                    <a:pt x="643" y="347"/>
                    <a:pt x="618" y="180"/>
                  </a:cubicBezTo>
                  <a:cubicBezTo>
                    <a:pt x="612" y="149"/>
                    <a:pt x="562" y="155"/>
                    <a:pt x="562" y="186"/>
                  </a:cubicBezTo>
                  <a:cubicBezTo>
                    <a:pt x="575" y="365"/>
                    <a:pt x="581" y="532"/>
                    <a:pt x="593" y="711"/>
                  </a:cubicBezTo>
                  <a:cubicBezTo>
                    <a:pt x="402" y="736"/>
                    <a:pt x="216" y="761"/>
                    <a:pt x="25" y="779"/>
                  </a:cubicBezTo>
                  <a:cubicBezTo>
                    <a:pt x="0" y="779"/>
                    <a:pt x="0" y="822"/>
                    <a:pt x="25" y="822"/>
                  </a:cubicBezTo>
                  <a:cubicBezTo>
                    <a:pt x="216" y="798"/>
                    <a:pt x="408" y="773"/>
                    <a:pt x="593" y="748"/>
                  </a:cubicBezTo>
                  <a:cubicBezTo>
                    <a:pt x="624" y="1168"/>
                    <a:pt x="673" y="1582"/>
                    <a:pt x="711" y="1996"/>
                  </a:cubicBezTo>
                  <a:cubicBezTo>
                    <a:pt x="717" y="2046"/>
                    <a:pt x="717" y="2101"/>
                    <a:pt x="729" y="2157"/>
                  </a:cubicBezTo>
                  <a:cubicBezTo>
                    <a:pt x="624" y="2188"/>
                    <a:pt x="519" y="2212"/>
                    <a:pt x="420" y="2243"/>
                  </a:cubicBezTo>
                  <a:cubicBezTo>
                    <a:pt x="395" y="2250"/>
                    <a:pt x="402" y="2280"/>
                    <a:pt x="426" y="2280"/>
                  </a:cubicBezTo>
                  <a:cubicBezTo>
                    <a:pt x="525" y="2256"/>
                    <a:pt x="624" y="2243"/>
                    <a:pt x="735" y="2219"/>
                  </a:cubicBezTo>
                  <a:cubicBezTo>
                    <a:pt x="760" y="2528"/>
                    <a:pt x="791" y="2836"/>
                    <a:pt x="822" y="3145"/>
                  </a:cubicBezTo>
                  <a:lnTo>
                    <a:pt x="470" y="3263"/>
                  </a:lnTo>
                  <a:cubicBezTo>
                    <a:pt x="451" y="3269"/>
                    <a:pt x="457" y="3306"/>
                    <a:pt x="482" y="3300"/>
                  </a:cubicBezTo>
                  <a:lnTo>
                    <a:pt x="828" y="3207"/>
                  </a:lnTo>
                  <a:cubicBezTo>
                    <a:pt x="853" y="3405"/>
                    <a:pt x="865" y="3609"/>
                    <a:pt x="890" y="3806"/>
                  </a:cubicBezTo>
                  <a:cubicBezTo>
                    <a:pt x="890" y="3825"/>
                    <a:pt x="921" y="3825"/>
                    <a:pt x="921" y="3806"/>
                  </a:cubicBezTo>
                  <a:cubicBezTo>
                    <a:pt x="908" y="3603"/>
                    <a:pt x="890" y="3399"/>
                    <a:pt x="871" y="3189"/>
                  </a:cubicBezTo>
                  <a:cubicBezTo>
                    <a:pt x="1038" y="3145"/>
                    <a:pt x="1199" y="3108"/>
                    <a:pt x="1359" y="3059"/>
                  </a:cubicBezTo>
                  <a:lnTo>
                    <a:pt x="1372" y="3059"/>
                  </a:lnTo>
                  <a:cubicBezTo>
                    <a:pt x="1390" y="3776"/>
                    <a:pt x="1396" y="4505"/>
                    <a:pt x="1390" y="5227"/>
                  </a:cubicBezTo>
                  <a:cubicBezTo>
                    <a:pt x="1390" y="5252"/>
                    <a:pt x="1421" y="5252"/>
                    <a:pt x="1421" y="5227"/>
                  </a:cubicBezTo>
                  <a:cubicBezTo>
                    <a:pt x="1452" y="4505"/>
                    <a:pt x="1470" y="3769"/>
                    <a:pt x="1452" y="3034"/>
                  </a:cubicBezTo>
                  <a:cubicBezTo>
                    <a:pt x="1508" y="3022"/>
                    <a:pt x="1551" y="3003"/>
                    <a:pt x="1606" y="2991"/>
                  </a:cubicBezTo>
                  <a:cubicBezTo>
                    <a:pt x="1575" y="3708"/>
                    <a:pt x="1575" y="4437"/>
                    <a:pt x="1594" y="5153"/>
                  </a:cubicBezTo>
                  <a:cubicBezTo>
                    <a:pt x="1594" y="5166"/>
                    <a:pt x="1619" y="5166"/>
                    <a:pt x="1619" y="5153"/>
                  </a:cubicBezTo>
                  <a:cubicBezTo>
                    <a:pt x="1606" y="4424"/>
                    <a:pt x="1625" y="3695"/>
                    <a:pt x="1662" y="2966"/>
                  </a:cubicBezTo>
                  <a:cubicBezTo>
                    <a:pt x="1847" y="2911"/>
                    <a:pt x="2039" y="2861"/>
                    <a:pt x="2218" y="2787"/>
                  </a:cubicBezTo>
                  <a:cubicBezTo>
                    <a:pt x="2243" y="2781"/>
                    <a:pt x="2224" y="2707"/>
                    <a:pt x="2169" y="2719"/>
                  </a:cubicBezTo>
                  <a:close/>
                  <a:moveTo>
                    <a:pt x="1761" y="619"/>
                  </a:moveTo>
                  <a:cubicBezTo>
                    <a:pt x="1742" y="835"/>
                    <a:pt x="1724" y="1051"/>
                    <a:pt x="1699" y="1267"/>
                  </a:cubicBezTo>
                  <a:cubicBezTo>
                    <a:pt x="1681" y="1483"/>
                    <a:pt x="1662" y="1706"/>
                    <a:pt x="1637" y="1922"/>
                  </a:cubicBezTo>
                  <a:cubicBezTo>
                    <a:pt x="1551" y="1947"/>
                    <a:pt x="1470" y="1959"/>
                    <a:pt x="1384" y="1984"/>
                  </a:cubicBezTo>
                  <a:cubicBezTo>
                    <a:pt x="1359" y="1551"/>
                    <a:pt x="1328" y="1113"/>
                    <a:pt x="1285" y="680"/>
                  </a:cubicBezTo>
                  <a:cubicBezTo>
                    <a:pt x="1446" y="668"/>
                    <a:pt x="1600" y="643"/>
                    <a:pt x="1761" y="619"/>
                  </a:cubicBezTo>
                  <a:close/>
                  <a:moveTo>
                    <a:pt x="754" y="1978"/>
                  </a:moveTo>
                  <a:cubicBezTo>
                    <a:pt x="723" y="1570"/>
                    <a:pt x="698" y="1162"/>
                    <a:pt x="661" y="748"/>
                  </a:cubicBezTo>
                  <a:cubicBezTo>
                    <a:pt x="741" y="742"/>
                    <a:pt x="828" y="730"/>
                    <a:pt x="914" y="717"/>
                  </a:cubicBezTo>
                  <a:cubicBezTo>
                    <a:pt x="1019" y="705"/>
                    <a:pt x="1124" y="699"/>
                    <a:pt x="1230" y="686"/>
                  </a:cubicBezTo>
                  <a:cubicBezTo>
                    <a:pt x="1260" y="1131"/>
                    <a:pt x="1285" y="1570"/>
                    <a:pt x="1297" y="2009"/>
                  </a:cubicBezTo>
                  <a:cubicBezTo>
                    <a:pt x="1285" y="2015"/>
                    <a:pt x="1267" y="2015"/>
                    <a:pt x="1248" y="2027"/>
                  </a:cubicBezTo>
                  <a:cubicBezTo>
                    <a:pt x="1081" y="2064"/>
                    <a:pt x="921" y="2107"/>
                    <a:pt x="760" y="2157"/>
                  </a:cubicBezTo>
                  <a:cubicBezTo>
                    <a:pt x="760" y="2089"/>
                    <a:pt x="760" y="2033"/>
                    <a:pt x="754" y="1978"/>
                  </a:cubicBezTo>
                  <a:close/>
                  <a:moveTo>
                    <a:pt x="1310" y="2985"/>
                  </a:moveTo>
                  <a:cubicBezTo>
                    <a:pt x="1155" y="3028"/>
                    <a:pt x="1001" y="3084"/>
                    <a:pt x="846" y="3139"/>
                  </a:cubicBezTo>
                  <a:lnTo>
                    <a:pt x="772" y="2212"/>
                  </a:lnTo>
                  <a:cubicBezTo>
                    <a:pt x="945" y="2182"/>
                    <a:pt x="1106" y="2138"/>
                    <a:pt x="1279" y="2101"/>
                  </a:cubicBezTo>
                  <a:cubicBezTo>
                    <a:pt x="1285" y="2101"/>
                    <a:pt x="1297" y="2095"/>
                    <a:pt x="1310" y="2095"/>
                  </a:cubicBezTo>
                  <a:cubicBezTo>
                    <a:pt x="1322" y="2385"/>
                    <a:pt x="1328" y="2682"/>
                    <a:pt x="1335" y="2966"/>
                  </a:cubicBezTo>
                  <a:cubicBezTo>
                    <a:pt x="1322" y="2972"/>
                    <a:pt x="1316" y="2972"/>
                    <a:pt x="1310" y="2985"/>
                  </a:cubicBezTo>
                  <a:close/>
                  <a:moveTo>
                    <a:pt x="1421" y="2941"/>
                  </a:moveTo>
                  <a:cubicBezTo>
                    <a:pt x="1415" y="2651"/>
                    <a:pt x="1409" y="2367"/>
                    <a:pt x="1390" y="2077"/>
                  </a:cubicBezTo>
                  <a:cubicBezTo>
                    <a:pt x="1477" y="2058"/>
                    <a:pt x="1557" y="2039"/>
                    <a:pt x="1637" y="2015"/>
                  </a:cubicBezTo>
                  <a:cubicBezTo>
                    <a:pt x="1625" y="2200"/>
                    <a:pt x="1619" y="2379"/>
                    <a:pt x="1600" y="2565"/>
                  </a:cubicBezTo>
                  <a:cubicBezTo>
                    <a:pt x="1594" y="2676"/>
                    <a:pt x="1594" y="2781"/>
                    <a:pt x="1588" y="2892"/>
                  </a:cubicBezTo>
                  <a:cubicBezTo>
                    <a:pt x="1532" y="2904"/>
                    <a:pt x="1477" y="2923"/>
                    <a:pt x="1421" y="29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9"/>
            <p:cNvSpPr/>
            <p:nvPr/>
          </p:nvSpPr>
          <p:spPr>
            <a:xfrm>
              <a:off x="7145123" y="2543515"/>
              <a:ext cx="132731" cy="387705"/>
            </a:xfrm>
            <a:custGeom>
              <a:avLst/>
              <a:gdLst/>
              <a:ahLst/>
              <a:cxnLst/>
              <a:rect l="l" t="t" r="r" b="b"/>
              <a:pathLst>
                <a:path w="4480" h="13086" extrusionOk="0">
                  <a:moveTo>
                    <a:pt x="4399" y="2892"/>
                  </a:moveTo>
                  <a:cubicBezTo>
                    <a:pt x="4158" y="2954"/>
                    <a:pt x="3960" y="3096"/>
                    <a:pt x="3818" y="3300"/>
                  </a:cubicBezTo>
                  <a:cubicBezTo>
                    <a:pt x="3750" y="3398"/>
                    <a:pt x="3695" y="3510"/>
                    <a:pt x="3664" y="3621"/>
                  </a:cubicBezTo>
                  <a:cubicBezTo>
                    <a:pt x="3658" y="3652"/>
                    <a:pt x="3651" y="3695"/>
                    <a:pt x="3645" y="3726"/>
                  </a:cubicBezTo>
                  <a:cubicBezTo>
                    <a:pt x="3633" y="3732"/>
                    <a:pt x="3627" y="3732"/>
                    <a:pt x="3627" y="3744"/>
                  </a:cubicBezTo>
                  <a:cubicBezTo>
                    <a:pt x="3614" y="4529"/>
                    <a:pt x="3621" y="5314"/>
                    <a:pt x="3614" y="6092"/>
                  </a:cubicBezTo>
                  <a:lnTo>
                    <a:pt x="3614" y="6630"/>
                  </a:lnTo>
                  <a:cubicBezTo>
                    <a:pt x="3349" y="6333"/>
                    <a:pt x="3077" y="6043"/>
                    <a:pt x="2799" y="5765"/>
                  </a:cubicBezTo>
                  <a:cubicBezTo>
                    <a:pt x="2811" y="4974"/>
                    <a:pt x="2811" y="4195"/>
                    <a:pt x="2811" y="3405"/>
                  </a:cubicBezTo>
                  <a:cubicBezTo>
                    <a:pt x="2885" y="3423"/>
                    <a:pt x="2953" y="3423"/>
                    <a:pt x="3015" y="3398"/>
                  </a:cubicBezTo>
                  <a:cubicBezTo>
                    <a:pt x="3040" y="3392"/>
                    <a:pt x="3046" y="3343"/>
                    <a:pt x="3015" y="3337"/>
                  </a:cubicBezTo>
                  <a:cubicBezTo>
                    <a:pt x="2947" y="3331"/>
                    <a:pt x="2879" y="3331"/>
                    <a:pt x="2811" y="3324"/>
                  </a:cubicBezTo>
                  <a:lnTo>
                    <a:pt x="2811" y="2472"/>
                  </a:lnTo>
                  <a:lnTo>
                    <a:pt x="2811" y="1632"/>
                  </a:lnTo>
                  <a:cubicBezTo>
                    <a:pt x="2811" y="1354"/>
                    <a:pt x="2824" y="1069"/>
                    <a:pt x="2780" y="791"/>
                  </a:cubicBezTo>
                  <a:cubicBezTo>
                    <a:pt x="2780" y="767"/>
                    <a:pt x="2731" y="767"/>
                    <a:pt x="2731" y="791"/>
                  </a:cubicBezTo>
                  <a:cubicBezTo>
                    <a:pt x="2694" y="1026"/>
                    <a:pt x="2706" y="1273"/>
                    <a:pt x="2700" y="1514"/>
                  </a:cubicBezTo>
                  <a:lnTo>
                    <a:pt x="2700" y="2262"/>
                  </a:lnTo>
                  <a:lnTo>
                    <a:pt x="2700" y="3306"/>
                  </a:lnTo>
                  <a:cubicBezTo>
                    <a:pt x="2638" y="3293"/>
                    <a:pt x="2583" y="3269"/>
                    <a:pt x="2521" y="3244"/>
                  </a:cubicBezTo>
                  <a:cubicBezTo>
                    <a:pt x="2354" y="3176"/>
                    <a:pt x="2193" y="3083"/>
                    <a:pt x="2014" y="3015"/>
                  </a:cubicBezTo>
                  <a:cubicBezTo>
                    <a:pt x="1810" y="2929"/>
                    <a:pt x="1613" y="2880"/>
                    <a:pt x="1403" y="2849"/>
                  </a:cubicBezTo>
                  <a:cubicBezTo>
                    <a:pt x="1403" y="2540"/>
                    <a:pt x="1409" y="2243"/>
                    <a:pt x="1409" y="1934"/>
                  </a:cubicBezTo>
                  <a:cubicBezTo>
                    <a:pt x="1421" y="1304"/>
                    <a:pt x="1434" y="674"/>
                    <a:pt x="1378" y="56"/>
                  </a:cubicBezTo>
                  <a:cubicBezTo>
                    <a:pt x="1372" y="1"/>
                    <a:pt x="1304" y="1"/>
                    <a:pt x="1298" y="56"/>
                  </a:cubicBezTo>
                  <a:cubicBezTo>
                    <a:pt x="1248" y="606"/>
                    <a:pt x="1267" y="1168"/>
                    <a:pt x="1267" y="1724"/>
                  </a:cubicBezTo>
                  <a:cubicBezTo>
                    <a:pt x="1267" y="2095"/>
                    <a:pt x="1273" y="2466"/>
                    <a:pt x="1273" y="2836"/>
                  </a:cubicBezTo>
                  <a:cubicBezTo>
                    <a:pt x="1156" y="2818"/>
                    <a:pt x="1032" y="2812"/>
                    <a:pt x="915" y="2805"/>
                  </a:cubicBezTo>
                  <a:cubicBezTo>
                    <a:pt x="884" y="2805"/>
                    <a:pt x="884" y="2842"/>
                    <a:pt x="915" y="2849"/>
                  </a:cubicBezTo>
                  <a:cubicBezTo>
                    <a:pt x="1032" y="2867"/>
                    <a:pt x="1156" y="2880"/>
                    <a:pt x="1273" y="2898"/>
                  </a:cubicBezTo>
                  <a:cubicBezTo>
                    <a:pt x="1273" y="3053"/>
                    <a:pt x="1273" y="3213"/>
                    <a:pt x="1279" y="3368"/>
                  </a:cubicBezTo>
                  <a:cubicBezTo>
                    <a:pt x="1279" y="3707"/>
                    <a:pt x="1285" y="4053"/>
                    <a:pt x="1285" y="4393"/>
                  </a:cubicBezTo>
                  <a:cubicBezTo>
                    <a:pt x="1057" y="4208"/>
                    <a:pt x="822" y="4022"/>
                    <a:pt x="587" y="3849"/>
                  </a:cubicBezTo>
                  <a:cubicBezTo>
                    <a:pt x="556" y="3825"/>
                    <a:pt x="513" y="3880"/>
                    <a:pt x="544" y="3899"/>
                  </a:cubicBezTo>
                  <a:cubicBezTo>
                    <a:pt x="791" y="4103"/>
                    <a:pt x="1038" y="4313"/>
                    <a:pt x="1285" y="4517"/>
                  </a:cubicBezTo>
                  <a:cubicBezTo>
                    <a:pt x="1298" y="5246"/>
                    <a:pt x="1298" y="5981"/>
                    <a:pt x="1304" y="6704"/>
                  </a:cubicBezTo>
                  <a:lnTo>
                    <a:pt x="1304" y="7346"/>
                  </a:lnTo>
                  <a:lnTo>
                    <a:pt x="865" y="7445"/>
                  </a:lnTo>
                  <a:lnTo>
                    <a:pt x="525" y="7105"/>
                  </a:lnTo>
                  <a:lnTo>
                    <a:pt x="0" y="6580"/>
                  </a:lnTo>
                  <a:lnTo>
                    <a:pt x="0" y="13086"/>
                  </a:lnTo>
                  <a:lnTo>
                    <a:pt x="3806" y="12869"/>
                  </a:lnTo>
                  <a:lnTo>
                    <a:pt x="3806" y="7816"/>
                  </a:lnTo>
                  <a:lnTo>
                    <a:pt x="3695" y="7803"/>
                  </a:lnTo>
                  <a:cubicBezTo>
                    <a:pt x="3707" y="7470"/>
                    <a:pt x="3707" y="7130"/>
                    <a:pt x="3707" y="6790"/>
                  </a:cubicBezTo>
                  <a:cubicBezTo>
                    <a:pt x="3719" y="6772"/>
                    <a:pt x="3726" y="6753"/>
                    <a:pt x="3713" y="6728"/>
                  </a:cubicBezTo>
                  <a:lnTo>
                    <a:pt x="3707" y="6722"/>
                  </a:lnTo>
                  <a:lnTo>
                    <a:pt x="3707" y="6086"/>
                  </a:lnTo>
                  <a:cubicBezTo>
                    <a:pt x="3707" y="5320"/>
                    <a:pt x="3707" y="4566"/>
                    <a:pt x="3689" y="3800"/>
                  </a:cubicBezTo>
                  <a:lnTo>
                    <a:pt x="3689" y="3794"/>
                  </a:lnTo>
                  <a:cubicBezTo>
                    <a:pt x="3695" y="3738"/>
                    <a:pt x="3713" y="3695"/>
                    <a:pt x="3726" y="3639"/>
                  </a:cubicBezTo>
                  <a:cubicBezTo>
                    <a:pt x="3756" y="3528"/>
                    <a:pt x="3812" y="3429"/>
                    <a:pt x="3880" y="3343"/>
                  </a:cubicBezTo>
                  <a:cubicBezTo>
                    <a:pt x="4016" y="3170"/>
                    <a:pt x="4207" y="3028"/>
                    <a:pt x="4424" y="2972"/>
                  </a:cubicBezTo>
                  <a:cubicBezTo>
                    <a:pt x="4479" y="2960"/>
                    <a:pt x="4455" y="2880"/>
                    <a:pt x="4399" y="2892"/>
                  </a:cubicBezTo>
                  <a:close/>
                  <a:moveTo>
                    <a:pt x="1403" y="2910"/>
                  </a:moveTo>
                  <a:cubicBezTo>
                    <a:pt x="1644" y="2960"/>
                    <a:pt x="1872" y="3022"/>
                    <a:pt x="2101" y="3120"/>
                  </a:cubicBezTo>
                  <a:cubicBezTo>
                    <a:pt x="2255" y="3188"/>
                    <a:pt x="2397" y="3275"/>
                    <a:pt x="2552" y="3337"/>
                  </a:cubicBezTo>
                  <a:cubicBezTo>
                    <a:pt x="2601" y="3349"/>
                    <a:pt x="2644" y="3374"/>
                    <a:pt x="2700" y="3386"/>
                  </a:cubicBezTo>
                  <a:lnTo>
                    <a:pt x="2700" y="3788"/>
                  </a:lnTo>
                  <a:cubicBezTo>
                    <a:pt x="2700" y="4412"/>
                    <a:pt x="2700" y="5036"/>
                    <a:pt x="2706" y="5660"/>
                  </a:cubicBezTo>
                  <a:cubicBezTo>
                    <a:pt x="2292" y="5246"/>
                    <a:pt x="1854" y="4850"/>
                    <a:pt x="1396" y="4473"/>
                  </a:cubicBezTo>
                  <a:cubicBezTo>
                    <a:pt x="1396" y="3955"/>
                    <a:pt x="1396" y="3429"/>
                    <a:pt x="1403" y="2910"/>
                  </a:cubicBezTo>
                  <a:close/>
                  <a:moveTo>
                    <a:pt x="1514" y="7291"/>
                  </a:moveTo>
                  <a:lnTo>
                    <a:pt x="1372" y="7322"/>
                  </a:lnTo>
                  <a:cubicBezTo>
                    <a:pt x="1378" y="6413"/>
                    <a:pt x="1378" y="5505"/>
                    <a:pt x="1390" y="4597"/>
                  </a:cubicBezTo>
                  <a:cubicBezTo>
                    <a:pt x="1835" y="4992"/>
                    <a:pt x="2274" y="5394"/>
                    <a:pt x="2700" y="5814"/>
                  </a:cubicBezTo>
                  <a:cubicBezTo>
                    <a:pt x="2700" y="6154"/>
                    <a:pt x="2700" y="6494"/>
                    <a:pt x="2706" y="6834"/>
                  </a:cubicBezTo>
                  <a:cubicBezTo>
                    <a:pt x="2706" y="7019"/>
                    <a:pt x="2719" y="7217"/>
                    <a:pt x="2719" y="7402"/>
                  </a:cubicBezTo>
                  <a:lnTo>
                    <a:pt x="2539" y="7192"/>
                  </a:lnTo>
                  <a:close/>
                  <a:moveTo>
                    <a:pt x="2972" y="7692"/>
                  </a:moveTo>
                  <a:lnTo>
                    <a:pt x="2787" y="7482"/>
                  </a:lnTo>
                  <a:cubicBezTo>
                    <a:pt x="2793" y="6957"/>
                    <a:pt x="2793" y="6432"/>
                    <a:pt x="2799" y="5907"/>
                  </a:cubicBezTo>
                  <a:cubicBezTo>
                    <a:pt x="3077" y="6179"/>
                    <a:pt x="3349" y="6457"/>
                    <a:pt x="3614" y="6741"/>
                  </a:cubicBezTo>
                  <a:cubicBezTo>
                    <a:pt x="3614" y="7093"/>
                    <a:pt x="3614" y="7439"/>
                    <a:pt x="3621" y="77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9"/>
            <p:cNvSpPr/>
            <p:nvPr/>
          </p:nvSpPr>
          <p:spPr>
            <a:xfrm flipH="1">
              <a:off x="5687194" y="1509768"/>
              <a:ext cx="1751904" cy="1533301"/>
            </a:xfrm>
            <a:custGeom>
              <a:avLst/>
              <a:gdLst/>
              <a:ahLst/>
              <a:cxnLst/>
              <a:rect l="l" t="t" r="r" b="b"/>
              <a:pathLst>
                <a:path w="53967" h="47233" extrusionOk="0">
                  <a:moveTo>
                    <a:pt x="4041" y="46429"/>
                  </a:moveTo>
                  <a:cubicBezTo>
                    <a:pt x="3701" y="46491"/>
                    <a:pt x="3380" y="46213"/>
                    <a:pt x="3257" y="45891"/>
                  </a:cubicBezTo>
                  <a:cubicBezTo>
                    <a:pt x="3121" y="45564"/>
                    <a:pt x="3139" y="45212"/>
                    <a:pt x="3102" y="44872"/>
                  </a:cubicBezTo>
                  <a:cubicBezTo>
                    <a:pt x="2985" y="43859"/>
                    <a:pt x="2429" y="42907"/>
                    <a:pt x="1601" y="42314"/>
                  </a:cubicBezTo>
                  <a:cubicBezTo>
                    <a:pt x="1341" y="42123"/>
                    <a:pt x="1008" y="41888"/>
                    <a:pt x="1051" y="41567"/>
                  </a:cubicBezTo>
                  <a:cubicBezTo>
                    <a:pt x="1107" y="41153"/>
                    <a:pt x="1687" y="41079"/>
                    <a:pt x="1916" y="40733"/>
                  </a:cubicBezTo>
                  <a:cubicBezTo>
                    <a:pt x="2163" y="40362"/>
                    <a:pt x="1916" y="39880"/>
                    <a:pt x="1694" y="39497"/>
                  </a:cubicBezTo>
                  <a:cubicBezTo>
                    <a:pt x="1471" y="39114"/>
                    <a:pt x="1286" y="38583"/>
                    <a:pt x="1595" y="38274"/>
                  </a:cubicBezTo>
                  <a:cubicBezTo>
                    <a:pt x="1712" y="37780"/>
                    <a:pt x="1348" y="37242"/>
                    <a:pt x="1008" y="36865"/>
                  </a:cubicBezTo>
                  <a:cubicBezTo>
                    <a:pt x="754" y="36575"/>
                    <a:pt x="495" y="36285"/>
                    <a:pt x="242" y="36000"/>
                  </a:cubicBezTo>
                  <a:cubicBezTo>
                    <a:pt x="124" y="35864"/>
                    <a:pt x="1" y="35710"/>
                    <a:pt x="13" y="35537"/>
                  </a:cubicBezTo>
                  <a:cubicBezTo>
                    <a:pt x="19" y="35352"/>
                    <a:pt x="168" y="35203"/>
                    <a:pt x="297" y="35080"/>
                  </a:cubicBezTo>
                  <a:cubicBezTo>
                    <a:pt x="643" y="34765"/>
                    <a:pt x="983" y="34443"/>
                    <a:pt x="1329" y="34128"/>
                  </a:cubicBezTo>
                  <a:cubicBezTo>
                    <a:pt x="1465" y="34011"/>
                    <a:pt x="1595" y="33881"/>
                    <a:pt x="1656" y="33721"/>
                  </a:cubicBezTo>
                  <a:cubicBezTo>
                    <a:pt x="1799" y="33356"/>
                    <a:pt x="1564" y="32955"/>
                    <a:pt x="1329" y="32639"/>
                  </a:cubicBezTo>
                  <a:cubicBezTo>
                    <a:pt x="1100" y="32677"/>
                    <a:pt x="853" y="32207"/>
                    <a:pt x="884" y="31972"/>
                  </a:cubicBezTo>
                  <a:cubicBezTo>
                    <a:pt x="915" y="31744"/>
                    <a:pt x="1070" y="31558"/>
                    <a:pt x="1199" y="31367"/>
                  </a:cubicBezTo>
                  <a:cubicBezTo>
                    <a:pt x="1329" y="31181"/>
                    <a:pt x="1453" y="30947"/>
                    <a:pt x="1409" y="30724"/>
                  </a:cubicBezTo>
                  <a:cubicBezTo>
                    <a:pt x="1329" y="30384"/>
                    <a:pt x="884" y="30156"/>
                    <a:pt x="952" y="29810"/>
                  </a:cubicBezTo>
                  <a:cubicBezTo>
                    <a:pt x="1002" y="29587"/>
                    <a:pt x="1249" y="29470"/>
                    <a:pt x="1440" y="29365"/>
                  </a:cubicBezTo>
                  <a:cubicBezTo>
                    <a:pt x="2330" y="28852"/>
                    <a:pt x="2676" y="27759"/>
                    <a:pt x="2935" y="26758"/>
                  </a:cubicBezTo>
                  <a:cubicBezTo>
                    <a:pt x="3732" y="26838"/>
                    <a:pt x="4443" y="26165"/>
                    <a:pt x="4684" y="25411"/>
                  </a:cubicBezTo>
                  <a:cubicBezTo>
                    <a:pt x="4925" y="24651"/>
                    <a:pt x="4813" y="23823"/>
                    <a:pt x="4696" y="23039"/>
                  </a:cubicBezTo>
                  <a:cubicBezTo>
                    <a:pt x="4560" y="22112"/>
                    <a:pt x="5512" y="20963"/>
                    <a:pt x="6210" y="20333"/>
                  </a:cubicBezTo>
                  <a:cubicBezTo>
                    <a:pt x="6537" y="20049"/>
                    <a:pt x="6914" y="19789"/>
                    <a:pt x="7106" y="19400"/>
                  </a:cubicBezTo>
                  <a:cubicBezTo>
                    <a:pt x="7303" y="19023"/>
                    <a:pt x="7303" y="18560"/>
                    <a:pt x="7550" y="18201"/>
                  </a:cubicBezTo>
                  <a:cubicBezTo>
                    <a:pt x="7847" y="17769"/>
                    <a:pt x="8421" y="17658"/>
                    <a:pt x="8947" y="17596"/>
                  </a:cubicBezTo>
                  <a:cubicBezTo>
                    <a:pt x="9466" y="17540"/>
                    <a:pt x="10034" y="17503"/>
                    <a:pt x="10429" y="17163"/>
                  </a:cubicBezTo>
                  <a:cubicBezTo>
                    <a:pt x="10701" y="16929"/>
                    <a:pt x="10948" y="16422"/>
                    <a:pt x="11041" y="16082"/>
                  </a:cubicBezTo>
                  <a:cubicBezTo>
                    <a:pt x="11121" y="15742"/>
                    <a:pt x="11177" y="15372"/>
                    <a:pt x="11381" y="15081"/>
                  </a:cubicBezTo>
                  <a:cubicBezTo>
                    <a:pt x="11578" y="14791"/>
                    <a:pt x="12005" y="14618"/>
                    <a:pt x="12289" y="14828"/>
                  </a:cubicBezTo>
                  <a:cubicBezTo>
                    <a:pt x="12413" y="14921"/>
                    <a:pt x="12691" y="14494"/>
                    <a:pt x="12678" y="14340"/>
                  </a:cubicBezTo>
                  <a:cubicBezTo>
                    <a:pt x="12660" y="14186"/>
                    <a:pt x="12561" y="14062"/>
                    <a:pt x="12462" y="13957"/>
                  </a:cubicBezTo>
                  <a:cubicBezTo>
                    <a:pt x="12357" y="13840"/>
                    <a:pt x="12258" y="13710"/>
                    <a:pt x="12258" y="13562"/>
                  </a:cubicBezTo>
                  <a:cubicBezTo>
                    <a:pt x="12258" y="13339"/>
                    <a:pt x="12474" y="13191"/>
                    <a:pt x="12653" y="13061"/>
                  </a:cubicBezTo>
                  <a:cubicBezTo>
                    <a:pt x="12833" y="12931"/>
                    <a:pt x="13018" y="12721"/>
                    <a:pt x="12932" y="12511"/>
                  </a:cubicBezTo>
                  <a:cubicBezTo>
                    <a:pt x="12851" y="12320"/>
                    <a:pt x="12604" y="12283"/>
                    <a:pt x="12406" y="12239"/>
                  </a:cubicBezTo>
                  <a:cubicBezTo>
                    <a:pt x="12073" y="12190"/>
                    <a:pt x="11733" y="12066"/>
                    <a:pt x="11492" y="11825"/>
                  </a:cubicBezTo>
                  <a:cubicBezTo>
                    <a:pt x="11257" y="11585"/>
                    <a:pt x="11134" y="11208"/>
                    <a:pt x="11263" y="10893"/>
                  </a:cubicBezTo>
                  <a:cubicBezTo>
                    <a:pt x="12925" y="10324"/>
                    <a:pt x="14637" y="9255"/>
                    <a:pt x="16305" y="8687"/>
                  </a:cubicBezTo>
                  <a:cubicBezTo>
                    <a:pt x="16682" y="8557"/>
                    <a:pt x="17108" y="8390"/>
                    <a:pt x="17250" y="8020"/>
                  </a:cubicBezTo>
                  <a:cubicBezTo>
                    <a:pt x="17355" y="7711"/>
                    <a:pt x="17231" y="7377"/>
                    <a:pt x="17114" y="7075"/>
                  </a:cubicBezTo>
                  <a:cubicBezTo>
                    <a:pt x="16929" y="6630"/>
                    <a:pt x="16750" y="6173"/>
                    <a:pt x="16564" y="5722"/>
                  </a:cubicBezTo>
                  <a:cubicBezTo>
                    <a:pt x="16453" y="5444"/>
                    <a:pt x="16342" y="5159"/>
                    <a:pt x="16317" y="4857"/>
                  </a:cubicBezTo>
                  <a:cubicBezTo>
                    <a:pt x="16274" y="4066"/>
                    <a:pt x="16885" y="3399"/>
                    <a:pt x="17448" y="2836"/>
                  </a:cubicBezTo>
                  <a:cubicBezTo>
                    <a:pt x="24880" y="1842"/>
                    <a:pt x="32368" y="674"/>
                    <a:pt x="39850" y="279"/>
                  </a:cubicBezTo>
                  <a:cubicBezTo>
                    <a:pt x="43007" y="112"/>
                    <a:pt x="46182" y="1"/>
                    <a:pt x="49339" y="186"/>
                  </a:cubicBezTo>
                  <a:cubicBezTo>
                    <a:pt x="50494" y="254"/>
                    <a:pt x="51699" y="390"/>
                    <a:pt x="52657" y="1020"/>
                  </a:cubicBezTo>
                  <a:cubicBezTo>
                    <a:pt x="53404" y="1514"/>
                    <a:pt x="53967" y="2534"/>
                    <a:pt x="53509" y="3306"/>
                  </a:cubicBezTo>
                  <a:cubicBezTo>
                    <a:pt x="53213" y="3819"/>
                    <a:pt x="52583" y="4023"/>
                    <a:pt x="51996" y="4072"/>
                  </a:cubicBezTo>
                  <a:cubicBezTo>
                    <a:pt x="51409" y="4115"/>
                    <a:pt x="50816" y="4035"/>
                    <a:pt x="50241" y="4128"/>
                  </a:cubicBezTo>
                  <a:cubicBezTo>
                    <a:pt x="49605" y="4233"/>
                    <a:pt x="48981" y="4591"/>
                    <a:pt x="48709" y="5166"/>
                  </a:cubicBezTo>
                  <a:cubicBezTo>
                    <a:pt x="48437" y="5746"/>
                    <a:pt x="48616" y="6549"/>
                    <a:pt x="49191" y="6846"/>
                  </a:cubicBezTo>
                  <a:cubicBezTo>
                    <a:pt x="49296" y="7192"/>
                    <a:pt x="49407" y="7594"/>
                    <a:pt x="49413" y="7958"/>
                  </a:cubicBezTo>
                  <a:cubicBezTo>
                    <a:pt x="49419" y="8316"/>
                    <a:pt x="49302" y="8699"/>
                    <a:pt x="49036" y="8947"/>
                  </a:cubicBezTo>
                  <a:cubicBezTo>
                    <a:pt x="48740" y="9218"/>
                    <a:pt x="48295" y="9268"/>
                    <a:pt x="47906" y="9194"/>
                  </a:cubicBezTo>
                  <a:cubicBezTo>
                    <a:pt x="47510" y="9113"/>
                    <a:pt x="47158" y="8916"/>
                    <a:pt x="46812" y="8712"/>
                  </a:cubicBezTo>
                  <a:cubicBezTo>
                    <a:pt x="46577" y="8582"/>
                    <a:pt x="46324" y="8446"/>
                    <a:pt x="46052" y="8452"/>
                  </a:cubicBezTo>
                  <a:cubicBezTo>
                    <a:pt x="45781" y="8458"/>
                    <a:pt x="45503" y="8681"/>
                    <a:pt x="45533" y="8953"/>
                  </a:cubicBezTo>
                  <a:cubicBezTo>
                    <a:pt x="45552" y="9082"/>
                    <a:pt x="45632" y="9194"/>
                    <a:pt x="45657" y="9323"/>
                  </a:cubicBezTo>
                  <a:cubicBezTo>
                    <a:pt x="45682" y="9453"/>
                    <a:pt x="45595" y="9620"/>
                    <a:pt x="45465" y="9595"/>
                  </a:cubicBezTo>
                  <a:cubicBezTo>
                    <a:pt x="45453" y="9781"/>
                    <a:pt x="45348" y="9879"/>
                    <a:pt x="45181" y="9947"/>
                  </a:cubicBezTo>
                  <a:cubicBezTo>
                    <a:pt x="45008" y="10021"/>
                    <a:pt x="44823" y="10028"/>
                    <a:pt x="44638" y="10028"/>
                  </a:cubicBezTo>
                  <a:cubicBezTo>
                    <a:pt x="44137" y="10034"/>
                    <a:pt x="43637" y="10052"/>
                    <a:pt x="43136" y="10059"/>
                  </a:cubicBezTo>
                  <a:cubicBezTo>
                    <a:pt x="42753" y="10065"/>
                    <a:pt x="42315" y="10108"/>
                    <a:pt x="42123" y="10435"/>
                  </a:cubicBezTo>
                  <a:cubicBezTo>
                    <a:pt x="42043" y="10565"/>
                    <a:pt x="42024" y="10738"/>
                    <a:pt x="41925" y="10856"/>
                  </a:cubicBezTo>
                  <a:cubicBezTo>
                    <a:pt x="41697" y="11134"/>
                    <a:pt x="41227" y="10985"/>
                    <a:pt x="40906" y="11146"/>
                  </a:cubicBezTo>
                  <a:cubicBezTo>
                    <a:pt x="40640" y="11294"/>
                    <a:pt x="40535" y="11640"/>
                    <a:pt x="40591" y="11943"/>
                  </a:cubicBezTo>
                  <a:cubicBezTo>
                    <a:pt x="40647" y="12246"/>
                    <a:pt x="40826" y="12505"/>
                    <a:pt x="40992" y="12758"/>
                  </a:cubicBezTo>
                  <a:cubicBezTo>
                    <a:pt x="41017" y="13117"/>
                    <a:pt x="40622" y="13308"/>
                    <a:pt x="40257" y="13308"/>
                  </a:cubicBezTo>
                  <a:cubicBezTo>
                    <a:pt x="39905" y="13308"/>
                    <a:pt x="39572" y="13141"/>
                    <a:pt x="39232" y="13018"/>
                  </a:cubicBezTo>
                  <a:cubicBezTo>
                    <a:pt x="38892" y="12894"/>
                    <a:pt x="38503" y="12833"/>
                    <a:pt x="38200" y="13024"/>
                  </a:cubicBezTo>
                  <a:cubicBezTo>
                    <a:pt x="36730" y="13994"/>
                    <a:pt x="34950" y="14519"/>
                    <a:pt x="33208" y="14797"/>
                  </a:cubicBezTo>
                  <a:cubicBezTo>
                    <a:pt x="32788" y="14871"/>
                    <a:pt x="32343" y="14915"/>
                    <a:pt x="31942" y="15075"/>
                  </a:cubicBezTo>
                  <a:cubicBezTo>
                    <a:pt x="31540" y="15242"/>
                    <a:pt x="31169" y="15551"/>
                    <a:pt x="31046" y="15965"/>
                  </a:cubicBezTo>
                  <a:cubicBezTo>
                    <a:pt x="30922" y="16385"/>
                    <a:pt x="31138" y="16898"/>
                    <a:pt x="31552" y="17021"/>
                  </a:cubicBezTo>
                  <a:cubicBezTo>
                    <a:pt x="31509" y="17435"/>
                    <a:pt x="31095" y="17763"/>
                    <a:pt x="30681" y="17787"/>
                  </a:cubicBezTo>
                  <a:cubicBezTo>
                    <a:pt x="30273" y="17812"/>
                    <a:pt x="29866" y="17682"/>
                    <a:pt x="29446" y="17682"/>
                  </a:cubicBezTo>
                  <a:cubicBezTo>
                    <a:pt x="28272" y="17682"/>
                    <a:pt x="27246" y="18696"/>
                    <a:pt x="26079" y="18590"/>
                  </a:cubicBezTo>
                  <a:cubicBezTo>
                    <a:pt x="25887" y="18578"/>
                    <a:pt x="25695" y="18523"/>
                    <a:pt x="25504" y="18535"/>
                  </a:cubicBezTo>
                  <a:cubicBezTo>
                    <a:pt x="25306" y="18553"/>
                    <a:pt x="25102" y="18658"/>
                    <a:pt x="25047" y="18844"/>
                  </a:cubicBezTo>
                  <a:cubicBezTo>
                    <a:pt x="24923" y="19270"/>
                    <a:pt x="25628" y="19672"/>
                    <a:pt x="25417" y="20067"/>
                  </a:cubicBezTo>
                  <a:cubicBezTo>
                    <a:pt x="25473" y="20598"/>
                    <a:pt x="24831" y="20864"/>
                    <a:pt x="24305" y="20957"/>
                  </a:cubicBezTo>
                  <a:cubicBezTo>
                    <a:pt x="23780" y="21049"/>
                    <a:pt x="23206" y="21000"/>
                    <a:pt x="22755" y="21278"/>
                  </a:cubicBezTo>
                  <a:cubicBezTo>
                    <a:pt x="22310" y="21544"/>
                    <a:pt x="22081" y="22044"/>
                    <a:pt x="21680" y="22359"/>
                  </a:cubicBezTo>
                  <a:cubicBezTo>
                    <a:pt x="20920" y="22965"/>
                    <a:pt x="19839" y="22755"/>
                    <a:pt x="18893" y="22569"/>
                  </a:cubicBezTo>
                  <a:cubicBezTo>
                    <a:pt x="17948" y="22378"/>
                    <a:pt x="16805" y="22297"/>
                    <a:pt x="16181" y="23026"/>
                  </a:cubicBezTo>
                  <a:cubicBezTo>
                    <a:pt x="15916" y="23335"/>
                    <a:pt x="15390" y="23292"/>
                    <a:pt x="15014" y="23156"/>
                  </a:cubicBezTo>
                  <a:cubicBezTo>
                    <a:pt x="14630" y="23026"/>
                    <a:pt x="14291" y="22785"/>
                    <a:pt x="13895" y="22680"/>
                  </a:cubicBezTo>
                  <a:cubicBezTo>
                    <a:pt x="13500" y="22582"/>
                    <a:pt x="13012" y="22662"/>
                    <a:pt x="12814" y="23014"/>
                  </a:cubicBezTo>
                  <a:cubicBezTo>
                    <a:pt x="12579" y="23428"/>
                    <a:pt x="12870" y="23941"/>
                    <a:pt x="12796" y="24416"/>
                  </a:cubicBezTo>
                  <a:cubicBezTo>
                    <a:pt x="12728" y="24917"/>
                    <a:pt x="12240" y="25281"/>
                    <a:pt x="11739" y="25380"/>
                  </a:cubicBezTo>
                  <a:cubicBezTo>
                    <a:pt x="11239" y="25479"/>
                    <a:pt x="10726" y="25362"/>
                    <a:pt x="10232" y="25257"/>
                  </a:cubicBezTo>
                  <a:cubicBezTo>
                    <a:pt x="9113" y="25010"/>
                    <a:pt x="7989" y="24750"/>
                    <a:pt x="6865" y="24509"/>
                  </a:cubicBezTo>
                  <a:cubicBezTo>
                    <a:pt x="6741" y="24886"/>
                    <a:pt x="6327" y="25269"/>
                    <a:pt x="6204" y="25658"/>
                  </a:cubicBezTo>
                  <a:cubicBezTo>
                    <a:pt x="6179" y="26597"/>
                    <a:pt x="5407" y="27462"/>
                    <a:pt x="4474" y="27586"/>
                  </a:cubicBezTo>
                  <a:cubicBezTo>
                    <a:pt x="4078" y="27641"/>
                    <a:pt x="3553" y="27648"/>
                    <a:pt x="3454" y="28037"/>
                  </a:cubicBezTo>
                  <a:cubicBezTo>
                    <a:pt x="3325" y="28500"/>
                    <a:pt x="3992" y="28791"/>
                    <a:pt x="4097" y="29260"/>
                  </a:cubicBezTo>
                  <a:cubicBezTo>
                    <a:pt x="4233" y="29903"/>
                    <a:pt x="3300" y="30249"/>
                    <a:pt x="3114" y="30879"/>
                  </a:cubicBezTo>
                  <a:cubicBezTo>
                    <a:pt x="2861" y="31719"/>
                    <a:pt x="4023" y="32392"/>
                    <a:pt x="4035" y="33263"/>
                  </a:cubicBezTo>
                  <a:cubicBezTo>
                    <a:pt x="4041" y="34110"/>
                    <a:pt x="2941" y="34783"/>
                    <a:pt x="3176" y="35605"/>
                  </a:cubicBezTo>
                  <a:cubicBezTo>
                    <a:pt x="3355" y="36204"/>
                    <a:pt x="4103" y="36377"/>
                    <a:pt x="4640" y="36698"/>
                  </a:cubicBezTo>
                  <a:cubicBezTo>
                    <a:pt x="5746" y="37366"/>
                    <a:pt x="6018" y="38848"/>
                    <a:pt x="6000" y="40133"/>
                  </a:cubicBezTo>
                  <a:cubicBezTo>
                    <a:pt x="5987" y="41425"/>
                    <a:pt x="5808" y="42802"/>
                    <a:pt x="6420" y="43933"/>
                  </a:cubicBezTo>
                  <a:cubicBezTo>
                    <a:pt x="6648" y="44378"/>
                    <a:pt x="6988" y="44749"/>
                    <a:pt x="7217" y="45187"/>
                  </a:cubicBezTo>
                  <a:cubicBezTo>
                    <a:pt x="7439" y="45626"/>
                    <a:pt x="7544" y="46182"/>
                    <a:pt x="7291" y="46608"/>
                  </a:cubicBezTo>
                  <a:cubicBezTo>
                    <a:pt x="7019" y="47071"/>
                    <a:pt x="6401" y="47232"/>
                    <a:pt x="5876" y="47133"/>
                  </a:cubicBezTo>
                  <a:cubicBezTo>
                    <a:pt x="5332" y="47016"/>
                    <a:pt x="4480" y="46738"/>
                    <a:pt x="4041" y="46429"/>
                  </a:cubicBez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9"/>
            <p:cNvSpPr/>
            <p:nvPr/>
          </p:nvSpPr>
          <p:spPr>
            <a:xfrm>
              <a:off x="7097157" y="2915281"/>
              <a:ext cx="362463" cy="508319"/>
            </a:xfrm>
            <a:custGeom>
              <a:avLst/>
              <a:gdLst/>
              <a:ahLst/>
              <a:cxnLst/>
              <a:rect l="l" t="t" r="r" b="b"/>
              <a:pathLst>
                <a:path w="12234" h="17157" extrusionOk="0">
                  <a:moveTo>
                    <a:pt x="1" y="0"/>
                  </a:moveTo>
                  <a:lnTo>
                    <a:pt x="12233" y="0"/>
                  </a:lnTo>
                  <a:lnTo>
                    <a:pt x="12233" y="17157"/>
                  </a:lnTo>
                  <a:lnTo>
                    <a:pt x="1" y="1715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9"/>
            <p:cNvSpPr/>
            <p:nvPr/>
          </p:nvSpPr>
          <p:spPr>
            <a:xfrm>
              <a:off x="7096979" y="3324733"/>
              <a:ext cx="338287" cy="99045"/>
            </a:xfrm>
            <a:custGeom>
              <a:avLst/>
              <a:gdLst/>
              <a:ahLst/>
              <a:cxnLst/>
              <a:rect l="l" t="t" r="r" b="b"/>
              <a:pathLst>
                <a:path w="11418" h="3343" extrusionOk="0">
                  <a:moveTo>
                    <a:pt x="4900" y="1520"/>
                  </a:moveTo>
                  <a:lnTo>
                    <a:pt x="4776" y="2114"/>
                  </a:lnTo>
                  <a:lnTo>
                    <a:pt x="4035" y="464"/>
                  </a:lnTo>
                  <a:lnTo>
                    <a:pt x="3170" y="137"/>
                  </a:lnTo>
                  <a:lnTo>
                    <a:pt x="0" y="1"/>
                  </a:lnTo>
                  <a:lnTo>
                    <a:pt x="0" y="3337"/>
                  </a:lnTo>
                  <a:lnTo>
                    <a:pt x="7754" y="3337"/>
                  </a:lnTo>
                  <a:lnTo>
                    <a:pt x="6240" y="2818"/>
                  </a:lnTo>
                  <a:close/>
                  <a:moveTo>
                    <a:pt x="10997" y="2688"/>
                  </a:moveTo>
                  <a:lnTo>
                    <a:pt x="9391" y="2954"/>
                  </a:lnTo>
                  <a:lnTo>
                    <a:pt x="8205" y="3343"/>
                  </a:lnTo>
                  <a:lnTo>
                    <a:pt x="11418" y="33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9"/>
            <p:cNvSpPr/>
            <p:nvPr/>
          </p:nvSpPr>
          <p:spPr>
            <a:xfrm>
              <a:off x="7333288" y="3121755"/>
              <a:ext cx="93741" cy="54396"/>
            </a:xfrm>
            <a:custGeom>
              <a:avLst/>
              <a:gdLst/>
              <a:ahLst/>
              <a:cxnLst/>
              <a:rect l="l" t="t" r="r" b="b"/>
              <a:pathLst>
                <a:path w="3164" h="1836" extrusionOk="0">
                  <a:moveTo>
                    <a:pt x="0" y="0"/>
                  </a:moveTo>
                  <a:lnTo>
                    <a:pt x="328" y="1835"/>
                  </a:lnTo>
                  <a:lnTo>
                    <a:pt x="3163" y="148"/>
                  </a:ln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9"/>
            <p:cNvSpPr/>
            <p:nvPr/>
          </p:nvSpPr>
          <p:spPr>
            <a:xfrm>
              <a:off x="7343717" y="3206845"/>
              <a:ext cx="103074" cy="81298"/>
            </a:xfrm>
            <a:custGeom>
              <a:avLst/>
              <a:gdLst/>
              <a:ahLst/>
              <a:cxnLst/>
              <a:rect l="l" t="t" r="r" b="b"/>
              <a:pathLst>
                <a:path w="3479" h="2744" extrusionOk="0">
                  <a:moveTo>
                    <a:pt x="0" y="2639"/>
                  </a:moveTo>
                  <a:lnTo>
                    <a:pt x="19" y="1"/>
                  </a:lnTo>
                  <a:lnTo>
                    <a:pt x="760" y="977"/>
                  </a:lnTo>
                  <a:lnTo>
                    <a:pt x="1038" y="588"/>
                  </a:lnTo>
                  <a:lnTo>
                    <a:pt x="3275" y="588"/>
                  </a:lnTo>
                  <a:lnTo>
                    <a:pt x="3479" y="274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9"/>
            <p:cNvSpPr/>
            <p:nvPr/>
          </p:nvSpPr>
          <p:spPr>
            <a:xfrm>
              <a:off x="7097157" y="3132894"/>
              <a:ext cx="176106" cy="147752"/>
            </a:xfrm>
            <a:custGeom>
              <a:avLst/>
              <a:gdLst/>
              <a:ahLst/>
              <a:cxnLst/>
              <a:rect l="l" t="t" r="r" b="b"/>
              <a:pathLst>
                <a:path w="5944" h="4987" extrusionOk="0">
                  <a:moveTo>
                    <a:pt x="1" y="1"/>
                  </a:moveTo>
                  <a:lnTo>
                    <a:pt x="5944" y="1"/>
                  </a:lnTo>
                  <a:lnTo>
                    <a:pt x="5944" y="4987"/>
                  </a:lnTo>
                  <a:lnTo>
                    <a:pt x="1" y="4987"/>
                  </a:ln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9"/>
            <p:cNvSpPr/>
            <p:nvPr/>
          </p:nvSpPr>
          <p:spPr>
            <a:xfrm>
              <a:off x="7097157" y="2941827"/>
              <a:ext cx="362818" cy="144434"/>
            </a:xfrm>
            <a:custGeom>
              <a:avLst/>
              <a:gdLst/>
              <a:ahLst/>
              <a:cxnLst/>
              <a:rect l="l" t="t" r="r" b="b"/>
              <a:pathLst>
                <a:path w="12246" h="4875" extrusionOk="0">
                  <a:moveTo>
                    <a:pt x="2280" y="1915"/>
                  </a:moveTo>
                  <a:cubicBezTo>
                    <a:pt x="2280" y="1915"/>
                    <a:pt x="1835" y="575"/>
                    <a:pt x="1656" y="12"/>
                  </a:cubicBezTo>
                  <a:lnTo>
                    <a:pt x="1" y="12"/>
                  </a:lnTo>
                  <a:lnTo>
                    <a:pt x="1" y="4875"/>
                  </a:lnTo>
                  <a:lnTo>
                    <a:pt x="5796" y="4875"/>
                  </a:lnTo>
                  <a:cubicBezTo>
                    <a:pt x="5703" y="4152"/>
                    <a:pt x="5623" y="3139"/>
                    <a:pt x="5623" y="3139"/>
                  </a:cubicBezTo>
                  <a:lnTo>
                    <a:pt x="4035" y="3262"/>
                  </a:lnTo>
                  <a:lnTo>
                    <a:pt x="6142" y="1724"/>
                  </a:lnTo>
                  <a:lnTo>
                    <a:pt x="7464" y="93"/>
                  </a:lnTo>
                  <a:lnTo>
                    <a:pt x="7538" y="0"/>
                  </a:lnTo>
                  <a:lnTo>
                    <a:pt x="1903" y="0"/>
                  </a:lnTo>
                  <a:close/>
                  <a:moveTo>
                    <a:pt x="9540" y="1279"/>
                  </a:moveTo>
                  <a:cubicBezTo>
                    <a:pt x="9478" y="1341"/>
                    <a:pt x="9385" y="2206"/>
                    <a:pt x="9385" y="2206"/>
                  </a:cubicBezTo>
                  <a:lnTo>
                    <a:pt x="8119" y="2082"/>
                  </a:lnTo>
                  <a:lnTo>
                    <a:pt x="7841" y="3472"/>
                  </a:lnTo>
                  <a:lnTo>
                    <a:pt x="8075" y="4862"/>
                  </a:lnTo>
                  <a:lnTo>
                    <a:pt x="12246" y="4862"/>
                  </a:lnTo>
                  <a:lnTo>
                    <a:pt x="12246" y="290"/>
                  </a:lnTo>
                  <a:cubicBezTo>
                    <a:pt x="11208" y="667"/>
                    <a:pt x="9589" y="1236"/>
                    <a:pt x="9540" y="1279"/>
                  </a:cubicBez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9"/>
            <p:cNvSpPr/>
            <p:nvPr/>
          </p:nvSpPr>
          <p:spPr>
            <a:xfrm>
              <a:off x="7067885" y="3072336"/>
              <a:ext cx="421392" cy="60588"/>
            </a:xfrm>
            <a:custGeom>
              <a:avLst/>
              <a:gdLst/>
              <a:ahLst/>
              <a:cxnLst/>
              <a:rect l="l" t="t" r="r" b="b"/>
              <a:pathLst>
                <a:path w="14223" h="2045" extrusionOk="0">
                  <a:moveTo>
                    <a:pt x="0" y="0"/>
                  </a:moveTo>
                  <a:lnTo>
                    <a:pt x="14222" y="0"/>
                  </a:lnTo>
                  <a:lnTo>
                    <a:pt x="14222" y="2045"/>
                  </a:lnTo>
                  <a:lnTo>
                    <a:pt x="0" y="204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9"/>
            <p:cNvSpPr/>
            <p:nvPr/>
          </p:nvSpPr>
          <p:spPr>
            <a:xfrm>
              <a:off x="7067885" y="3280795"/>
              <a:ext cx="421392" cy="60618"/>
            </a:xfrm>
            <a:custGeom>
              <a:avLst/>
              <a:gdLst/>
              <a:ahLst/>
              <a:cxnLst/>
              <a:rect l="l" t="t" r="r" b="b"/>
              <a:pathLst>
                <a:path w="14223" h="2046" extrusionOk="0">
                  <a:moveTo>
                    <a:pt x="0" y="1"/>
                  </a:moveTo>
                  <a:lnTo>
                    <a:pt x="14222" y="1"/>
                  </a:lnTo>
                  <a:lnTo>
                    <a:pt x="14222" y="2046"/>
                  </a:lnTo>
                  <a:lnTo>
                    <a:pt x="0" y="204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9"/>
            <p:cNvSpPr/>
            <p:nvPr/>
          </p:nvSpPr>
          <p:spPr>
            <a:xfrm>
              <a:off x="7067885" y="2892378"/>
              <a:ext cx="421392" cy="60825"/>
            </a:xfrm>
            <a:custGeom>
              <a:avLst/>
              <a:gdLst/>
              <a:ahLst/>
              <a:cxnLst/>
              <a:rect l="l" t="t" r="r" b="b"/>
              <a:pathLst>
                <a:path w="14223" h="2053" extrusionOk="0">
                  <a:moveTo>
                    <a:pt x="0" y="1"/>
                  </a:moveTo>
                  <a:lnTo>
                    <a:pt x="14222" y="1"/>
                  </a:lnTo>
                  <a:lnTo>
                    <a:pt x="14222" y="2052"/>
                  </a:lnTo>
                  <a:lnTo>
                    <a:pt x="0" y="20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9"/>
            <p:cNvSpPr/>
            <p:nvPr/>
          </p:nvSpPr>
          <p:spPr>
            <a:xfrm>
              <a:off x="7137243" y="2892378"/>
              <a:ext cx="60440" cy="30605"/>
            </a:xfrm>
            <a:custGeom>
              <a:avLst/>
              <a:gdLst/>
              <a:ahLst/>
              <a:cxnLst/>
              <a:rect l="l" t="t" r="r" b="b"/>
              <a:pathLst>
                <a:path w="2040" h="1033" extrusionOk="0">
                  <a:moveTo>
                    <a:pt x="927" y="1033"/>
                  </a:moveTo>
                  <a:lnTo>
                    <a:pt x="1273" y="403"/>
                  </a:lnTo>
                  <a:lnTo>
                    <a:pt x="2039" y="1"/>
                  </a:lnTo>
                  <a:lnTo>
                    <a:pt x="1" y="1"/>
                  </a:lnTo>
                  <a:lnTo>
                    <a:pt x="581" y="7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9"/>
            <p:cNvSpPr/>
            <p:nvPr/>
          </p:nvSpPr>
          <p:spPr>
            <a:xfrm>
              <a:off x="7355627" y="3072514"/>
              <a:ext cx="103993" cy="60410"/>
            </a:xfrm>
            <a:custGeom>
              <a:avLst/>
              <a:gdLst/>
              <a:ahLst/>
              <a:cxnLst/>
              <a:rect l="l" t="t" r="r" b="b"/>
              <a:pathLst>
                <a:path w="3510" h="2039" extrusionOk="0">
                  <a:moveTo>
                    <a:pt x="3509" y="2039"/>
                  </a:moveTo>
                  <a:lnTo>
                    <a:pt x="2638" y="1613"/>
                  </a:lnTo>
                  <a:cubicBezTo>
                    <a:pt x="2638" y="1613"/>
                    <a:pt x="1804" y="1477"/>
                    <a:pt x="1594" y="1335"/>
                  </a:cubicBezTo>
                  <a:cubicBezTo>
                    <a:pt x="1390" y="1199"/>
                    <a:pt x="1316" y="828"/>
                    <a:pt x="1316" y="828"/>
                  </a:cubicBezTo>
                  <a:lnTo>
                    <a:pt x="717" y="433"/>
                  </a:lnTo>
                  <a:lnTo>
                    <a:pt x="0" y="0"/>
                  </a:lnTo>
                  <a:lnTo>
                    <a:pt x="1063" y="272"/>
                  </a:lnTo>
                  <a:lnTo>
                    <a:pt x="1736" y="593"/>
                  </a:lnTo>
                  <a:lnTo>
                    <a:pt x="1946" y="1020"/>
                  </a:lnTo>
                  <a:lnTo>
                    <a:pt x="2521" y="123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9"/>
            <p:cNvSpPr/>
            <p:nvPr/>
          </p:nvSpPr>
          <p:spPr>
            <a:xfrm>
              <a:off x="6781950" y="3226251"/>
              <a:ext cx="608845" cy="204489"/>
            </a:xfrm>
            <a:custGeom>
              <a:avLst/>
              <a:gdLst/>
              <a:ahLst/>
              <a:cxnLst/>
              <a:rect l="l" t="t" r="r" b="b"/>
              <a:pathLst>
                <a:path w="20550" h="6902" extrusionOk="0">
                  <a:moveTo>
                    <a:pt x="20487" y="1669"/>
                  </a:moveTo>
                  <a:cubicBezTo>
                    <a:pt x="20240" y="1657"/>
                    <a:pt x="19981" y="1731"/>
                    <a:pt x="19740" y="1768"/>
                  </a:cubicBezTo>
                  <a:cubicBezTo>
                    <a:pt x="19487" y="1817"/>
                    <a:pt x="19233" y="1860"/>
                    <a:pt x="18980" y="1910"/>
                  </a:cubicBezTo>
                  <a:cubicBezTo>
                    <a:pt x="18721" y="1965"/>
                    <a:pt x="18467" y="2015"/>
                    <a:pt x="18208" y="2070"/>
                  </a:cubicBezTo>
                  <a:cubicBezTo>
                    <a:pt x="18195" y="2021"/>
                    <a:pt x="18189" y="1972"/>
                    <a:pt x="18171" y="1922"/>
                  </a:cubicBezTo>
                  <a:cubicBezTo>
                    <a:pt x="18109" y="1712"/>
                    <a:pt x="18035" y="1514"/>
                    <a:pt x="17954" y="1317"/>
                  </a:cubicBezTo>
                  <a:cubicBezTo>
                    <a:pt x="18220" y="1199"/>
                    <a:pt x="18480" y="1076"/>
                    <a:pt x="18733" y="952"/>
                  </a:cubicBezTo>
                  <a:cubicBezTo>
                    <a:pt x="19289" y="680"/>
                    <a:pt x="19870" y="427"/>
                    <a:pt x="20395" y="93"/>
                  </a:cubicBezTo>
                  <a:cubicBezTo>
                    <a:pt x="20432" y="69"/>
                    <a:pt x="20413" y="1"/>
                    <a:pt x="20364" y="26"/>
                  </a:cubicBezTo>
                  <a:cubicBezTo>
                    <a:pt x="19870" y="236"/>
                    <a:pt x="19400" y="477"/>
                    <a:pt x="18918" y="711"/>
                  </a:cubicBezTo>
                  <a:cubicBezTo>
                    <a:pt x="18436" y="940"/>
                    <a:pt x="17948" y="1168"/>
                    <a:pt x="17454" y="1391"/>
                  </a:cubicBezTo>
                  <a:cubicBezTo>
                    <a:pt x="16447" y="1836"/>
                    <a:pt x="15428" y="2256"/>
                    <a:pt x="14402" y="2633"/>
                  </a:cubicBezTo>
                  <a:cubicBezTo>
                    <a:pt x="14118" y="2744"/>
                    <a:pt x="13834" y="2843"/>
                    <a:pt x="13556" y="2942"/>
                  </a:cubicBezTo>
                  <a:lnTo>
                    <a:pt x="13290" y="2404"/>
                  </a:lnTo>
                  <a:lnTo>
                    <a:pt x="1" y="5512"/>
                  </a:lnTo>
                  <a:lnTo>
                    <a:pt x="3115" y="6902"/>
                  </a:lnTo>
                  <a:lnTo>
                    <a:pt x="14173" y="4208"/>
                  </a:lnTo>
                  <a:lnTo>
                    <a:pt x="13963" y="3782"/>
                  </a:lnTo>
                  <a:cubicBezTo>
                    <a:pt x="14902" y="3578"/>
                    <a:pt x="15860" y="3399"/>
                    <a:pt x="16811" y="3226"/>
                  </a:cubicBezTo>
                  <a:lnTo>
                    <a:pt x="16904" y="3596"/>
                  </a:lnTo>
                  <a:cubicBezTo>
                    <a:pt x="16954" y="3794"/>
                    <a:pt x="16984" y="4017"/>
                    <a:pt x="17077" y="4183"/>
                  </a:cubicBezTo>
                  <a:cubicBezTo>
                    <a:pt x="17096" y="4227"/>
                    <a:pt x="17170" y="4208"/>
                    <a:pt x="17170" y="4165"/>
                  </a:cubicBezTo>
                  <a:cubicBezTo>
                    <a:pt x="17170" y="3961"/>
                    <a:pt x="17083" y="3751"/>
                    <a:pt x="17028" y="3566"/>
                  </a:cubicBezTo>
                  <a:cubicBezTo>
                    <a:pt x="16997" y="3454"/>
                    <a:pt x="16966" y="3331"/>
                    <a:pt x="16935" y="3213"/>
                  </a:cubicBezTo>
                  <a:cubicBezTo>
                    <a:pt x="17386" y="3133"/>
                    <a:pt x="17837" y="3059"/>
                    <a:pt x="18288" y="2991"/>
                  </a:cubicBezTo>
                  <a:lnTo>
                    <a:pt x="18331" y="3244"/>
                  </a:lnTo>
                  <a:cubicBezTo>
                    <a:pt x="18356" y="3349"/>
                    <a:pt x="18375" y="3467"/>
                    <a:pt x="18393" y="3578"/>
                  </a:cubicBezTo>
                  <a:cubicBezTo>
                    <a:pt x="18412" y="3671"/>
                    <a:pt x="18412" y="3763"/>
                    <a:pt x="18473" y="3825"/>
                  </a:cubicBezTo>
                  <a:cubicBezTo>
                    <a:pt x="18486" y="3837"/>
                    <a:pt x="18529" y="3837"/>
                    <a:pt x="18541" y="3813"/>
                  </a:cubicBezTo>
                  <a:cubicBezTo>
                    <a:pt x="18578" y="3739"/>
                    <a:pt x="18560" y="3671"/>
                    <a:pt x="18541" y="3584"/>
                  </a:cubicBezTo>
                  <a:cubicBezTo>
                    <a:pt x="18529" y="3473"/>
                    <a:pt x="18504" y="3362"/>
                    <a:pt x="18480" y="3250"/>
                  </a:cubicBezTo>
                  <a:cubicBezTo>
                    <a:pt x="18467" y="3158"/>
                    <a:pt x="18442" y="3059"/>
                    <a:pt x="18418" y="2966"/>
                  </a:cubicBezTo>
                  <a:cubicBezTo>
                    <a:pt x="18455" y="2960"/>
                    <a:pt x="18504" y="2948"/>
                    <a:pt x="18541" y="2942"/>
                  </a:cubicBezTo>
                  <a:cubicBezTo>
                    <a:pt x="19122" y="2855"/>
                    <a:pt x="19697" y="2781"/>
                    <a:pt x="20271" y="2682"/>
                  </a:cubicBezTo>
                  <a:cubicBezTo>
                    <a:pt x="20339" y="2664"/>
                    <a:pt x="20327" y="2559"/>
                    <a:pt x="20259" y="2559"/>
                  </a:cubicBezTo>
                  <a:cubicBezTo>
                    <a:pt x="19684" y="2596"/>
                    <a:pt x="19122" y="2688"/>
                    <a:pt x="18560" y="2775"/>
                  </a:cubicBezTo>
                  <a:cubicBezTo>
                    <a:pt x="18498" y="2781"/>
                    <a:pt x="18442" y="2787"/>
                    <a:pt x="18381" y="2806"/>
                  </a:cubicBezTo>
                  <a:lnTo>
                    <a:pt x="18331" y="2596"/>
                  </a:lnTo>
                  <a:cubicBezTo>
                    <a:pt x="18300" y="2472"/>
                    <a:pt x="18269" y="2348"/>
                    <a:pt x="18232" y="2225"/>
                  </a:cubicBezTo>
                  <a:cubicBezTo>
                    <a:pt x="18412" y="2188"/>
                    <a:pt x="18578" y="2145"/>
                    <a:pt x="18758" y="2108"/>
                  </a:cubicBezTo>
                  <a:cubicBezTo>
                    <a:pt x="19036" y="2052"/>
                    <a:pt x="19314" y="1990"/>
                    <a:pt x="19598" y="1947"/>
                  </a:cubicBezTo>
                  <a:cubicBezTo>
                    <a:pt x="19746" y="1916"/>
                    <a:pt x="19901" y="1891"/>
                    <a:pt x="20049" y="1867"/>
                  </a:cubicBezTo>
                  <a:cubicBezTo>
                    <a:pt x="20191" y="1848"/>
                    <a:pt x="20345" y="1830"/>
                    <a:pt x="20487" y="1774"/>
                  </a:cubicBezTo>
                  <a:cubicBezTo>
                    <a:pt x="20549" y="1737"/>
                    <a:pt x="20543" y="1669"/>
                    <a:pt x="20487" y="1669"/>
                  </a:cubicBezTo>
                  <a:close/>
                  <a:moveTo>
                    <a:pt x="17924" y="1329"/>
                  </a:moveTo>
                  <a:cubicBezTo>
                    <a:pt x="17985" y="1582"/>
                    <a:pt x="18041" y="1842"/>
                    <a:pt x="18103" y="2095"/>
                  </a:cubicBezTo>
                  <a:cubicBezTo>
                    <a:pt x="17880" y="2151"/>
                    <a:pt x="17652" y="2194"/>
                    <a:pt x="17429" y="2250"/>
                  </a:cubicBezTo>
                  <a:cubicBezTo>
                    <a:pt x="17201" y="2305"/>
                    <a:pt x="16966" y="2361"/>
                    <a:pt x="16737" y="2423"/>
                  </a:cubicBezTo>
                  <a:cubicBezTo>
                    <a:pt x="16737" y="2416"/>
                    <a:pt x="16725" y="2410"/>
                    <a:pt x="16725" y="2404"/>
                  </a:cubicBezTo>
                  <a:cubicBezTo>
                    <a:pt x="16694" y="2305"/>
                    <a:pt x="16663" y="2194"/>
                    <a:pt x="16632" y="2095"/>
                  </a:cubicBezTo>
                  <a:cubicBezTo>
                    <a:pt x="16620" y="2033"/>
                    <a:pt x="16601" y="1972"/>
                    <a:pt x="16583" y="1910"/>
                  </a:cubicBezTo>
                  <a:cubicBezTo>
                    <a:pt x="17028" y="1724"/>
                    <a:pt x="17479" y="1533"/>
                    <a:pt x="17924" y="1329"/>
                  </a:cubicBezTo>
                  <a:close/>
                  <a:moveTo>
                    <a:pt x="16521" y="1941"/>
                  </a:moveTo>
                  <a:cubicBezTo>
                    <a:pt x="16527" y="2003"/>
                    <a:pt x="16540" y="2058"/>
                    <a:pt x="16558" y="2120"/>
                  </a:cubicBezTo>
                  <a:cubicBezTo>
                    <a:pt x="16583" y="2225"/>
                    <a:pt x="16601" y="2324"/>
                    <a:pt x="16626" y="2435"/>
                  </a:cubicBezTo>
                  <a:cubicBezTo>
                    <a:pt x="16626" y="2441"/>
                    <a:pt x="16626" y="2447"/>
                    <a:pt x="16632" y="2460"/>
                  </a:cubicBezTo>
                  <a:cubicBezTo>
                    <a:pt x="16255" y="2559"/>
                    <a:pt x="15879" y="2664"/>
                    <a:pt x="15502" y="2775"/>
                  </a:cubicBezTo>
                  <a:cubicBezTo>
                    <a:pt x="15471" y="2651"/>
                    <a:pt x="15440" y="2521"/>
                    <a:pt x="15397" y="2398"/>
                  </a:cubicBezTo>
                  <a:cubicBezTo>
                    <a:pt x="15520" y="2348"/>
                    <a:pt x="15644" y="2293"/>
                    <a:pt x="15767" y="2250"/>
                  </a:cubicBezTo>
                  <a:cubicBezTo>
                    <a:pt x="16014" y="2151"/>
                    <a:pt x="16262" y="2046"/>
                    <a:pt x="16521" y="1941"/>
                  </a:cubicBezTo>
                  <a:close/>
                  <a:moveTo>
                    <a:pt x="15329" y="2416"/>
                  </a:moveTo>
                  <a:cubicBezTo>
                    <a:pt x="15353" y="2540"/>
                    <a:pt x="15384" y="2670"/>
                    <a:pt x="15409" y="2793"/>
                  </a:cubicBezTo>
                  <a:cubicBezTo>
                    <a:pt x="15075" y="2898"/>
                    <a:pt x="14742" y="3003"/>
                    <a:pt x="14421" y="3115"/>
                  </a:cubicBezTo>
                  <a:cubicBezTo>
                    <a:pt x="14192" y="3189"/>
                    <a:pt x="13976" y="3269"/>
                    <a:pt x="13753" y="3356"/>
                  </a:cubicBezTo>
                  <a:lnTo>
                    <a:pt x="13605" y="3059"/>
                  </a:lnTo>
                  <a:cubicBezTo>
                    <a:pt x="14192" y="2867"/>
                    <a:pt x="14767" y="2651"/>
                    <a:pt x="15329" y="2416"/>
                  </a:cubicBezTo>
                  <a:close/>
                  <a:moveTo>
                    <a:pt x="13809" y="3454"/>
                  </a:moveTo>
                  <a:cubicBezTo>
                    <a:pt x="14346" y="3269"/>
                    <a:pt x="14896" y="3090"/>
                    <a:pt x="15446" y="2929"/>
                  </a:cubicBezTo>
                  <a:cubicBezTo>
                    <a:pt x="15458" y="2997"/>
                    <a:pt x="15477" y="3077"/>
                    <a:pt x="15502" y="3145"/>
                  </a:cubicBezTo>
                  <a:cubicBezTo>
                    <a:pt x="15508" y="3189"/>
                    <a:pt x="15520" y="3238"/>
                    <a:pt x="15526" y="3281"/>
                  </a:cubicBezTo>
                  <a:cubicBezTo>
                    <a:pt x="15526" y="3288"/>
                    <a:pt x="15539" y="3306"/>
                    <a:pt x="15539" y="3312"/>
                  </a:cubicBezTo>
                  <a:cubicBezTo>
                    <a:pt x="14995" y="3430"/>
                    <a:pt x="14464" y="3553"/>
                    <a:pt x="13926" y="3683"/>
                  </a:cubicBezTo>
                  <a:close/>
                  <a:moveTo>
                    <a:pt x="15625" y="3306"/>
                  </a:moveTo>
                  <a:lnTo>
                    <a:pt x="15625" y="3288"/>
                  </a:lnTo>
                  <a:cubicBezTo>
                    <a:pt x="15613" y="3244"/>
                    <a:pt x="15601" y="3195"/>
                    <a:pt x="15594" y="3152"/>
                  </a:cubicBezTo>
                  <a:lnTo>
                    <a:pt x="15539" y="2911"/>
                  </a:lnTo>
                  <a:cubicBezTo>
                    <a:pt x="15916" y="2806"/>
                    <a:pt x="16293" y="2694"/>
                    <a:pt x="16676" y="2596"/>
                  </a:cubicBezTo>
                  <a:cubicBezTo>
                    <a:pt x="16706" y="2732"/>
                    <a:pt x="16744" y="2880"/>
                    <a:pt x="16774" y="3022"/>
                  </a:cubicBezTo>
                  <a:cubicBezTo>
                    <a:pt x="16781" y="3034"/>
                    <a:pt x="16781" y="3059"/>
                    <a:pt x="16787" y="3077"/>
                  </a:cubicBezTo>
                  <a:cubicBezTo>
                    <a:pt x="16385" y="3139"/>
                    <a:pt x="16008" y="3220"/>
                    <a:pt x="15625" y="3306"/>
                  </a:cubicBezTo>
                  <a:close/>
                  <a:moveTo>
                    <a:pt x="18208" y="2596"/>
                  </a:moveTo>
                  <a:cubicBezTo>
                    <a:pt x="18226" y="2676"/>
                    <a:pt x="18239" y="2744"/>
                    <a:pt x="18257" y="2818"/>
                  </a:cubicBezTo>
                  <a:cubicBezTo>
                    <a:pt x="17800" y="2892"/>
                    <a:pt x="17343" y="2966"/>
                    <a:pt x="16898" y="3053"/>
                  </a:cubicBezTo>
                  <a:cubicBezTo>
                    <a:pt x="16892" y="3028"/>
                    <a:pt x="16892" y="3016"/>
                    <a:pt x="16879" y="2991"/>
                  </a:cubicBezTo>
                  <a:cubicBezTo>
                    <a:pt x="16842" y="2849"/>
                    <a:pt x="16805" y="2713"/>
                    <a:pt x="16774" y="2571"/>
                  </a:cubicBezTo>
                  <a:cubicBezTo>
                    <a:pt x="17232" y="2460"/>
                    <a:pt x="17683" y="2342"/>
                    <a:pt x="18140" y="2243"/>
                  </a:cubicBezTo>
                  <a:cubicBezTo>
                    <a:pt x="18158" y="2355"/>
                    <a:pt x="18189" y="2472"/>
                    <a:pt x="18208" y="25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9"/>
            <p:cNvSpPr/>
            <p:nvPr/>
          </p:nvSpPr>
          <p:spPr>
            <a:xfrm>
              <a:off x="6475720" y="2409539"/>
              <a:ext cx="175573" cy="846576"/>
            </a:xfrm>
            <a:custGeom>
              <a:avLst/>
              <a:gdLst/>
              <a:ahLst/>
              <a:cxnLst/>
              <a:rect l="l" t="t" r="r" b="b"/>
              <a:pathLst>
                <a:path w="5926" h="28574" extrusionOk="0">
                  <a:moveTo>
                    <a:pt x="1" y="28216"/>
                  </a:moveTo>
                  <a:lnTo>
                    <a:pt x="1" y="0"/>
                  </a:lnTo>
                  <a:lnTo>
                    <a:pt x="909" y="414"/>
                  </a:lnTo>
                  <a:lnTo>
                    <a:pt x="1700" y="742"/>
                  </a:lnTo>
                  <a:lnTo>
                    <a:pt x="2441" y="1712"/>
                  </a:lnTo>
                  <a:lnTo>
                    <a:pt x="2491" y="2601"/>
                  </a:lnTo>
                  <a:lnTo>
                    <a:pt x="5648" y="3621"/>
                  </a:lnTo>
                  <a:lnTo>
                    <a:pt x="5648" y="1205"/>
                  </a:lnTo>
                  <a:lnTo>
                    <a:pt x="5926" y="1205"/>
                  </a:lnTo>
                  <a:lnTo>
                    <a:pt x="5926" y="2857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9"/>
            <p:cNvSpPr/>
            <p:nvPr/>
          </p:nvSpPr>
          <p:spPr>
            <a:xfrm>
              <a:off x="6498414" y="3079091"/>
              <a:ext cx="163129" cy="99252"/>
            </a:xfrm>
            <a:custGeom>
              <a:avLst/>
              <a:gdLst/>
              <a:ahLst/>
              <a:cxnLst/>
              <a:rect l="l" t="t" r="r" b="b"/>
              <a:pathLst>
                <a:path w="5506" h="3350" extrusionOk="0">
                  <a:moveTo>
                    <a:pt x="1" y="2688"/>
                  </a:moveTo>
                  <a:lnTo>
                    <a:pt x="1422" y="1879"/>
                  </a:lnTo>
                  <a:lnTo>
                    <a:pt x="2120" y="1669"/>
                  </a:lnTo>
                  <a:lnTo>
                    <a:pt x="2491" y="977"/>
                  </a:lnTo>
                  <a:lnTo>
                    <a:pt x="3090" y="538"/>
                  </a:lnTo>
                  <a:lnTo>
                    <a:pt x="5506" y="1"/>
                  </a:lnTo>
                  <a:lnTo>
                    <a:pt x="3158" y="674"/>
                  </a:lnTo>
                  <a:lnTo>
                    <a:pt x="2602" y="1020"/>
                  </a:lnTo>
                  <a:lnTo>
                    <a:pt x="2373" y="1718"/>
                  </a:lnTo>
                  <a:lnTo>
                    <a:pt x="2583" y="2039"/>
                  </a:lnTo>
                  <a:lnTo>
                    <a:pt x="2973" y="2200"/>
                  </a:lnTo>
                  <a:lnTo>
                    <a:pt x="3158" y="3349"/>
                  </a:lnTo>
                  <a:lnTo>
                    <a:pt x="2769" y="2249"/>
                  </a:lnTo>
                  <a:lnTo>
                    <a:pt x="2441" y="2089"/>
                  </a:lnTo>
                  <a:lnTo>
                    <a:pt x="2120" y="1879"/>
                  </a:lnTo>
                  <a:lnTo>
                    <a:pt x="1422" y="203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9"/>
            <p:cNvSpPr/>
            <p:nvPr/>
          </p:nvSpPr>
          <p:spPr>
            <a:xfrm>
              <a:off x="6506118" y="2573350"/>
              <a:ext cx="39375" cy="35731"/>
            </a:xfrm>
            <a:custGeom>
              <a:avLst/>
              <a:gdLst/>
              <a:ahLst/>
              <a:cxnLst/>
              <a:rect l="l" t="t" r="r" b="b"/>
              <a:pathLst>
                <a:path w="1329" h="1206" extrusionOk="0">
                  <a:moveTo>
                    <a:pt x="0" y="1"/>
                  </a:moveTo>
                  <a:lnTo>
                    <a:pt x="1329" y="1"/>
                  </a:lnTo>
                  <a:lnTo>
                    <a:pt x="1329" y="1205"/>
                  </a:lnTo>
                  <a:lnTo>
                    <a:pt x="0" y="12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9"/>
            <p:cNvSpPr/>
            <p:nvPr/>
          </p:nvSpPr>
          <p:spPr>
            <a:xfrm>
              <a:off x="6566884" y="2573350"/>
              <a:ext cx="39375" cy="35731"/>
            </a:xfrm>
            <a:custGeom>
              <a:avLst/>
              <a:gdLst/>
              <a:ahLst/>
              <a:cxnLst/>
              <a:rect l="l" t="t" r="r" b="b"/>
              <a:pathLst>
                <a:path w="1329" h="1206" extrusionOk="0">
                  <a:moveTo>
                    <a:pt x="1" y="1"/>
                  </a:moveTo>
                  <a:lnTo>
                    <a:pt x="1329" y="1"/>
                  </a:lnTo>
                  <a:lnTo>
                    <a:pt x="1329" y="1205"/>
                  </a:lnTo>
                  <a:lnTo>
                    <a:pt x="1" y="12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9"/>
            <p:cNvSpPr/>
            <p:nvPr/>
          </p:nvSpPr>
          <p:spPr>
            <a:xfrm>
              <a:off x="6506118" y="2870069"/>
              <a:ext cx="39375" cy="35701"/>
            </a:xfrm>
            <a:custGeom>
              <a:avLst/>
              <a:gdLst/>
              <a:ahLst/>
              <a:cxnLst/>
              <a:rect l="l" t="t" r="r" b="b"/>
              <a:pathLst>
                <a:path w="1329" h="1205" extrusionOk="0">
                  <a:moveTo>
                    <a:pt x="0" y="0"/>
                  </a:moveTo>
                  <a:lnTo>
                    <a:pt x="1329" y="0"/>
                  </a:lnTo>
                  <a:lnTo>
                    <a:pt x="1329" y="1205"/>
                  </a:lnTo>
                  <a:lnTo>
                    <a:pt x="0" y="12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9"/>
            <p:cNvSpPr/>
            <p:nvPr/>
          </p:nvSpPr>
          <p:spPr>
            <a:xfrm>
              <a:off x="6566884" y="2870069"/>
              <a:ext cx="39375" cy="35701"/>
            </a:xfrm>
            <a:custGeom>
              <a:avLst/>
              <a:gdLst/>
              <a:ahLst/>
              <a:cxnLst/>
              <a:rect l="l" t="t" r="r" b="b"/>
              <a:pathLst>
                <a:path w="1329" h="1205" extrusionOk="0">
                  <a:moveTo>
                    <a:pt x="1" y="0"/>
                  </a:moveTo>
                  <a:lnTo>
                    <a:pt x="1329" y="0"/>
                  </a:lnTo>
                  <a:lnTo>
                    <a:pt x="1329" y="1205"/>
                  </a:lnTo>
                  <a:lnTo>
                    <a:pt x="1" y="12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9"/>
            <p:cNvSpPr/>
            <p:nvPr/>
          </p:nvSpPr>
          <p:spPr>
            <a:xfrm>
              <a:off x="6538500" y="3004044"/>
              <a:ext cx="39405" cy="35731"/>
            </a:xfrm>
            <a:custGeom>
              <a:avLst/>
              <a:gdLst/>
              <a:ahLst/>
              <a:cxnLst/>
              <a:rect l="l" t="t" r="r" b="b"/>
              <a:pathLst>
                <a:path w="1330" h="1206" extrusionOk="0">
                  <a:moveTo>
                    <a:pt x="1" y="1"/>
                  </a:moveTo>
                  <a:lnTo>
                    <a:pt x="1329" y="1"/>
                  </a:lnTo>
                  <a:lnTo>
                    <a:pt x="1329" y="1205"/>
                  </a:lnTo>
                  <a:lnTo>
                    <a:pt x="1" y="12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9"/>
            <p:cNvSpPr/>
            <p:nvPr/>
          </p:nvSpPr>
          <p:spPr>
            <a:xfrm>
              <a:off x="6506118" y="2657195"/>
              <a:ext cx="39375" cy="147367"/>
            </a:xfrm>
            <a:custGeom>
              <a:avLst/>
              <a:gdLst/>
              <a:ahLst/>
              <a:cxnLst/>
              <a:rect l="l" t="t" r="r" b="b"/>
              <a:pathLst>
                <a:path w="1329" h="4974" extrusionOk="0">
                  <a:moveTo>
                    <a:pt x="0" y="0"/>
                  </a:moveTo>
                  <a:lnTo>
                    <a:pt x="1329" y="0"/>
                  </a:lnTo>
                  <a:lnTo>
                    <a:pt x="1329" y="4973"/>
                  </a:lnTo>
                  <a:lnTo>
                    <a:pt x="0" y="497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9"/>
            <p:cNvSpPr/>
            <p:nvPr/>
          </p:nvSpPr>
          <p:spPr>
            <a:xfrm>
              <a:off x="6569639" y="2657195"/>
              <a:ext cx="39375" cy="147367"/>
            </a:xfrm>
            <a:custGeom>
              <a:avLst/>
              <a:gdLst/>
              <a:ahLst/>
              <a:cxnLst/>
              <a:rect l="l" t="t" r="r" b="b"/>
              <a:pathLst>
                <a:path w="1329" h="4974" extrusionOk="0">
                  <a:moveTo>
                    <a:pt x="0" y="0"/>
                  </a:moveTo>
                  <a:lnTo>
                    <a:pt x="1329" y="0"/>
                  </a:lnTo>
                  <a:lnTo>
                    <a:pt x="1329" y="4973"/>
                  </a:lnTo>
                  <a:lnTo>
                    <a:pt x="0" y="497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9"/>
            <p:cNvSpPr/>
            <p:nvPr/>
          </p:nvSpPr>
          <p:spPr>
            <a:xfrm>
              <a:off x="6494948" y="2799585"/>
              <a:ext cx="53122" cy="49626"/>
            </a:xfrm>
            <a:custGeom>
              <a:avLst/>
              <a:gdLst/>
              <a:ahLst/>
              <a:cxnLst/>
              <a:rect l="l" t="t" r="r" b="b"/>
              <a:pathLst>
                <a:path w="1793" h="1675" extrusionOk="0">
                  <a:moveTo>
                    <a:pt x="1" y="1"/>
                  </a:moveTo>
                  <a:lnTo>
                    <a:pt x="211" y="439"/>
                  </a:lnTo>
                  <a:lnTo>
                    <a:pt x="798" y="612"/>
                  </a:lnTo>
                  <a:lnTo>
                    <a:pt x="1193" y="983"/>
                  </a:lnTo>
                  <a:lnTo>
                    <a:pt x="1792" y="1675"/>
                  </a:lnTo>
                  <a:lnTo>
                    <a:pt x="1286" y="841"/>
                  </a:lnTo>
                  <a:lnTo>
                    <a:pt x="865" y="489"/>
                  </a:lnTo>
                  <a:lnTo>
                    <a:pt x="396" y="34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9"/>
            <p:cNvSpPr/>
            <p:nvPr/>
          </p:nvSpPr>
          <p:spPr>
            <a:xfrm>
              <a:off x="6331849" y="3118259"/>
              <a:ext cx="282113" cy="127813"/>
            </a:xfrm>
            <a:custGeom>
              <a:avLst/>
              <a:gdLst/>
              <a:ahLst/>
              <a:cxnLst/>
              <a:rect l="l" t="t" r="r" b="b"/>
              <a:pathLst>
                <a:path w="9522" h="4314" extrusionOk="0">
                  <a:moveTo>
                    <a:pt x="1" y="2602"/>
                  </a:moveTo>
                  <a:cubicBezTo>
                    <a:pt x="143" y="2441"/>
                    <a:pt x="2398" y="303"/>
                    <a:pt x="2398" y="303"/>
                  </a:cubicBezTo>
                  <a:lnTo>
                    <a:pt x="5438" y="1"/>
                  </a:lnTo>
                  <a:lnTo>
                    <a:pt x="6321" y="439"/>
                  </a:lnTo>
                  <a:lnTo>
                    <a:pt x="6760" y="1483"/>
                  </a:lnTo>
                  <a:lnTo>
                    <a:pt x="8576" y="1601"/>
                  </a:lnTo>
                  <a:lnTo>
                    <a:pt x="9521" y="2064"/>
                  </a:lnTo>
                  <a:lnTo>
                    <a:pt x="9324" y="3275"/>
                  </a:lnTo>
                  <a:cubicBezTo>
                    <a:pt x="9324" y="3275"/>
                    <a:pt x="5067" y="4264"/>
                    <a:pt x="4851" y="4288"/>
                  </a:cubicBezTo>
                  <a:cubicBezTo>
                    <a:pt x="4641" y="4313"/>
                    <a:pt x="1206" y="4288"/>
                    <a:pt x="1113" y="4239"/>
                  </a:cubicBezTo>
                  <a:cubicBezTo>
                    <a:pt x="1026" y="4202"/>
                    <a:pt x="1" y="2602"/>
                    <a:pt x="1" y="26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9"/>
            <p:cNvSpPr/>
            <p:nvPr/>
          </p:nvSpPr>
          <p:spPr>
            <a:xfrm>
              <a:off x="6332589" y="3130169"/>
              <a:ext cx="280987" cy="116258"/>
            </a:xfrm>
            <a:custGeom>
              <a:avLst/>
              <a:gdLst/>
              <a:ahLst/>
              <a:cxnLst/>
              <a:rect l="l" t="t" r="r" b="b"/>
              <a:pathLst>
                <a:path w="9484" h="3924" extrusionOk="0">
                  <a:moveTo>
                    <a:pt x="9484" y="1786"/>
                  </a:moveTo>
                  <a:cubicBezTo>
                    <a:pt x="9206" y="1644"/>
                    <a:pt x="8409" y="1520"/>
                    <a:pt x="8088" y="1508"/>
                  </a:cubicBezTo>
                  <a:cubicBezTo>
                    <a:pt x="7717" y="1483"/>
                    <a:pt x="6834" y="1532"/>
                    <a:pt x="6766" y="1458"/>
                  </a:cubicBezTo>
                  <a:cubicBezTo>
                    <a:pt x="6698" y="1390"/>
                    <a:pt x="6327" y="717"/>
                    <a:pt x="6253" y="556"/>
                  </a:cubicBezTo>
                  <a:cubicBezTo>
                    <a:pt x="6185" y="396"/>
                    <a:pt x="5932" y="254"/>
                    <a:pt x="5771" y="186"/>
                  </a:cubicBezTo>
                  <a:cubicBezTo>
                    <a:pt x="5604" y="118"/>
                    <a:pt x="4585" y="0"/>
                    <a:pt x="4585" y="0"/>
                  </a:cubicBezTo>
                  <a:lnTo>
                    <a:pt x="4560" y="791"/>
                  </a:lnTo>
                  <a:cubicBezTo>
                    <a:pt x="4560" y="791"/>
                    <a:pt x="4424" y="93"/>
                    <a:pt x="4331" y="93"/>
                  </a:cubicBezTo>
                  <a:cubicBezTo>
                    <a:pt x="4239" y="93"/>
                    <a:pt x="3287" y="118"/>
                    <a:pt x="3077" y="118"/>
                  </a:cubicBezTo>
                  <a:cubicBezTo>
                    <a:pt x="2873" y="118"/>
                    <a:pt x="2595" y="254"/>
                    <a:pt x="2361" y="420"/>
                  </a:cubicBezTo>
                  <a:cubicBezTo>
                    <a:pt x="2262" y="488"/>
                    <a:pt x="1866" y="649"/>
                    <a:pt x="1428" y="822"/>
                  </a:cubicBezTo>
                  <a:cubicBezTo>
                    <a:pt x="791" y="1421"/>
                    <a:pt x="75" y="2119"/>
                    <a:pt x="1" y="2200"/>
                  </a:cubicBezTo>
                  <a:cubicBezTo>
                    <a:pt x="1" y="2200"/>
                    <a:pt x="1020" y="3806"/>
                    <a:pt x="1113" y="3855"/>
                  </a:cubicBezTo>
                  <a:cubicBezTo>
                    <a:pt x="1205" y="3899"/>
                    <a:pt x="4640" y="3923"/>
                    <a:pt x="4850" y="3899"/>
                  </a:cubicBezTo>
                  <a:cubicBezTo>
                    <a:pt x="5054" y="3880"/>
                    <a:pt x="9323" y="2892"/>
                    <a:pt x="9323" y="2892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6322694" y="3160537"/>
              <a:ext cx="287239" cy="219332"/>
            </a:xfrm>
            <a:custGeom>
              <a:avLst/>
              <a:gdLst/>
              <a:ahLst/>
              <a:cxnLst/>
              <a:rect l="l" t="t" r="r" b="b"/>
              <a:pathLst>
                <a:path w="9695" h="7403" extrusionOk="0">
                  <a:moveTo>
                    <a:pt x="9639" y="1854"/>
                  </a:moveTo>
                  <a:cubicBezTo>
                    <a:pt x="9546" y="1823"/>
                    <a:pt x="8088" y="1545"/>
                    <a:pt x="8088" y="1545"/>
                  </a:cubicBezTo>
                  <a:lnTo>
                    <a:pt x="6198" y="1545"/>
                  </a:lnTo>
                  <a:lnTo>
                    <a:pt x="5178" y="1391"/>
                  </a:lnTo>
                  <a:lnTo>
                    <a:pt x="5518" y="1"/>
                  </a:lnTo>
                  <a:lnTo>
                    <a:pt x="4313" y="897"/>
                  </a:lnTo>
                  <a:lnTo>
                    <a:pt x="3417" y="928"/>
                  </a:lnTo>
                  <a:lnTo>
                    <a:pt x="1675" y="2009"/>
                  </a:lnTo>
                  <a:lnTo>
                    <a:pt x="1" y="557"/>
                  </a:lnTo>
                  <a:lnTo>
                    <a:pt x="1" y="7402"/>
                  </a:lnTo>
                  <a:lnTo>
                    <a:pt x="9694" y="740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9"/>
            <p:cNvSpPr/>
            <p:nvPr/>
          </p:nvSpPr>
          <p:spPr>
            <a:xfrm>
              <a:off x="6322694" y="3248945"/>
              <a:ext cx="287416" cy="130924"/>
            </a:xfrm>
            <a:custGeom>
              <a:avLst/>
              <a:gdLst/>
              <a:ahLst/>
              <a:cxnLst/>
              <a:rect l="l" t="t" r="r" b="b"/>
              <a:pathLst>
                <a:path w="9701" h="4419" extrusionOk="0">
                  <a:moveTo>
                    <a:pt x="8094" y="149"/>
                  </a:moveTo>
                  <a:lnTo>
                    <a:pt x="6346" y="1"/>
                  </a:lnTo>
                  <a:lnTo>
                    <a:pt x="5561" y="1817"/>
                  </a:lnTo>
                  <a:lnTo>
                    <a:pt x="4981" y="588"/>
                  </a:lnTo>
                  <a:lnTo>
                    <a:pt x="4332" y="69"/>
                  </a:lnTo>
                  <a:lnTo>
                    <a:pt x="2590" y="588"/>
                  </a:lnTo>
                  <a:lnTo>
                    <a:pt x="1082" y="470"/>
                  </a:lnTo>
                  <a:lnTo>
                    <a:pt x="1" y="711"/>
                  </a:lnTo>
                  <a:lnTo>
                    <a:pt x="1" y="4418"/>
                  </a:lnTo>
                  <a:lnTo>
                    <a:pt x="9701" y="4418"/>
                  </a:lnTo>
                  <a:lnTo>
                    <a:pt x="9657" y="507"/>
                  </a:lnTo>
                  <a:lnTo>
                    <a:pt x="9534" y="40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6557551" y="3206311"/>
              <a:ext cx="28946" cy="39197"/>
            </a:xfrm>
            <a:custGeom>
              <a:avLst/>
              <a:gdLst/>
              <a:ahLst/>
              <a:cxnLst/>
              <a:rect l="l" t="t" r="r" b="b"/>
              <a:pathLst>
                <a:path w="977" h="1323" extrusionOk="0">
                  <a:moveTo>
                    <a:pt x="192" y="631"/>
                  </a:moveTo>
                  <a:lnTo>
                    <a:pt x="631" y="1112"/>
                  </a:lnTo>
                  <a:lnTo>
                    <a:pt x="977" y="1323"/>
                  </a:lnTo>
                  <a:lnTo>
                    <a:pt x="328" y="488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9"/>
            <p:cNvSpPr/>
            <p:nvPr/>
          </p:nvSpPr>
          <p:spPr>
            <a:xfrm>
              <a:off x="6350721" y="3216000"/>
              <a:ext cx="248219" cy="97060"/>
            </a:xfrm>
            <a:custGeom>
              <a:avLst/>
              <a:gdLst/>
              <a:ahLst/>
              <a:cxnLst/>
              <a:rect l="l" t="t" r="r" b="b"/>
              <a:pathLst>
                <a:path w="8378" h="3276" extrusionOk="0">
                  <a:moveTo>
                    <a:pt x="0" y="2163"/>
                  </a:moveTo>
                  <a:lnTo>
                    <a:pt x="1020" y="2163"/>
                  </a:lnTo>
                  <a:lnTo>
                    <a:pt x="1501" y="2299"/>
                  </a:lnTo>
                  <a:lnTo>
                    <a:pt x="1551" y="1280"/>
                  </a:lnTo>
                  <a:lnTo>
                    <a:pt x="4177" y="1490"/>
                  </a:lnTo>
                  <a:lnTo>
                    <a:pt x="4665" y="1817"/>
                  </a:lnTo>
                  <a:lnTo>
                    <a:pt x="5035" y="2114"/>
                  </a:lnTo>
                  <a:lnTo>
                    <a:pt x="6432" y="2188"/>
                  </a:lnTo>
                  <a:lnTo>
                    <a:pt x="7544" y="3090"/>
                  </a:lnTo>
                  <a:lnTo>
                    <a:pt x="8378" y="3275"/>
                  </a:lnTo>
                  <a:lnTo>
                    <a:pt x="7544" y="2855"/>
                  </a:lnTo>
                  <a:lnTo>
                    <a:pt x="6432" y="2046"/>
                  </a:lnTo>
                  <a:lnTo>
                    <a:pt x="5054" y="1928"/>
                  </a:lnTo>
                  <a:lnTo>
                    <a:pt x="4152" y="1329"/>
                  </a:lnTo>
                  <a:lnTo>
                    <a:pt x="3899" y="693"/>
                  </a:lnTo>
                  <a:lnTo>
                    <a:pt x="3689" y="1"/>
                  </a:lnTo>
                  <a:lnTo>
                    <a:pt x="3738" y="785"/>
                  </a:lnTo>
                  <a:lnTo>
                    <a:pt x="3899" y="1181"/>
                  </a:lnTo>
                  <a:lnTo>
                    <a:pt x="1434" y="1113"/>
                  </a:lnTo>
                  <a:lnTo>
                    <a:pt x="1341" y="195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9"/>
            <p:cNvSpPr/>
            <p:nvPr/>
          </p:nvSpPr>
          <p:spPr>
            <a:xfrm>
              <a:off x="6849500" y="2734434"/>
              <a:ext cx="130894" cy="689343"/>
            </a:xfrm>
            <a:custGeom>
              <a:avLst/>
              <a:gdLst/>
              <a:ahLst/>
              <a:cxnLst/>
              <a:rect l="l" t="t" r="r" b="b"/>
              <a:pathLst>
                <a:path w="4418" h="23267" extrusionOk="0">
                  <a:moveTo>
                    <a:pt x="1533" y="0"/>
                  </a:moveTo>
                  <a:lnTo>
                    <a:pt x="1953" y="6086"/>
                  </a:lnTo>
                  <a:lnTo>
                    <a:pt x="1860" y="7476"/>
                  </a:lnTo>
                  <a:lnTo>
                    <a:pt x="1903" y="8217"/>
                  </a:lnTo>
                  <a:lnTo>
                    <a:pt x="3015" y="8779"/>
                  </a:lnTo>
                  <a:lnTo>
                    <a:pt x="2645" y="9935"/>
                  </a:lnTo>
                  <a:lnTo>
                    <a:pt x="2231" y="10583"/>
                  </a:lnTo>
                  <a:lnTo>
                    <a:pt x="3862" y="10954"/>
                  </a:lnTo>
                  <a:lnTo>
                    <a:pt x="3955" y="11936"/>
                  </a:lnTo>
                  <a:lnTo>
                    <a:pt x="4418" y="12122"/>
                  </a:lnTo>
                  <a:lnTo>
                    <a:pt x="4418" y="23267"/>
                  </a:lnTo>
                  <a:lnTo>
                    <a:pt x="1304" y="23267"/>
                  </a:lnTo>
                  <a:lnTo>
                    <a:pt x="1" y="627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9"/>
            <p:cNvSpPr/>
            <p:nvPr/>
          </p:nvSpPr>
          <p:spPr>
            <a:xfrm>
              <a:off x="6899837" y="3098319"/>
              <a:ext cx="28768" cy="78928"/>
            </a:xfrm>
            <a:custGeom>
              <a:avLst/>
              <a:gdLst/>
              <a:ahLst/>
              <a:cxnLst/>
              <a:rect l="l" t="t" r="r" b="b"/>
              <a:pathLst>
                <a:path w="971" h="2664" extrusionOk="0">
                  <a:moveTo>
                    <a:pt x="1" y="0"/>
                  </a:moveTo>
                  <a:cubicBezTo>
                    <a:pt x="87" y="0"/>
                    <a:pt x="390" y="371"/>
                    <a:pt x="390" y="371"/>
                  </a:cubicBezTo>
                  <a:lnTo>
                    <a:pt x="371" y="909"/>
                  </a:lnTo>
                  <a:lnTo>
                    <a:pt x="204" y="1668"/>
                  </a:lnTo>
                  <a:lnTo>
                    <a:pt x="532" y="2663"/>
                  </a:lnTo>
                  <a:lnTo>
                    <a:pt x="390" y="1668"/>
                  </a:lnTo>
                  <a:lnTo>
                    <a:pt x="550" y="1088"/>
                  </a:lnTo>
                  <a:lnTo>
                    <a:pt x="970" y="1088"/>
                  </a:lnTo>
                  <a:lnTo>
                    <a:pt x="550" y="909"/>
                  </a:lnTo>
                  <a:lnTo>
                    <a:pt x="464" y="16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9"/>
            <p:cNvSpPr/>
            <p:nvPr/>
          </p:nvSpPr>
          <p:spPr>
            <a:xfrm>
              <a:off x="6590852" y="2603362"/>
              <a:ext cx="304067" cy="822430"/>
            </a:xfrm>
            <a:custGeom>
              <a:avLst/>
              <a:gdLst/>
              <a:ahLst/>
              <a:cxnLst/>
              <a:rect l="l" t="t" r="r" b="b"/>
              <a:pathLst>
                <a:path w="10263" h="27759" extrusionOk="0">
                  <a:moveTo>
                    <a:pt x="347" y="27759"/>
                  </a:moveTo>
                  <a:lnTo>
                    <a:pt x="347" y="15934"/>
                  </a:lnTo>
                  <a:lnTo>
                    <a:pt x="606" y="15057"/>
                  </a:lnTo>
                  <a:lnTo>
                    <a:pt x="1255" y="14871"/>
                  </a:lnTo>
                  <a:lnTo>
                    <a:pt x="2182" y="14729"/>
                  </a:lnTo>
                  <a:lnTo>
                    <a:pt x="1440" y="14173"/>
                  </a:lnTo>
                  <a:lnTo>
                    <a:pt x="1162" y="13525"/>
                  </a:lnTo>
                  <a:lnTo>
                    <a:pt x="606" y="13203"/>
                  </a:lnTo>
                  <a:lnTo>
                    <a:pt x="1" y="12876"/>
                  </a:lnTo>
                  <a:lnTo>
                    <a:pt x="1" y="11344"/>
                  </a:lnTo>
                  <a:lnTo>
                    <a:pt x="1" y="1"/>
                  </a:lnTo>
                  <a:lnTo>
                    <a:pt x="4838" y="2701"/>
                  </a:lnTo>
                  <a:lnTo>
                    <a:pt x="4326" y="4375"/>
                  </a:lnTo>
                  <a:cubicBezTo>
                    <a:pt x="4326" y="4375"/>
                    <a:pt x="7297" y="3498"/>
                    <a:pt x="7532" y="3448"/>
                  </a:cubicBezTo>
                  <a:cubicBezTo>
                    <a:pt x="7761" y="3399"/>
                    <a:pt x="8317" y="3862"/>
                    <a:pt x="8317" y="3862"/>
                  </a:cubicBezTo>
                  <a:lnTo>
                    <a:pt x="9200" y="4325"/>
                  </a:lnTo>
                  <a:lnTo>
                    <a:pt x="10263" y="4418"/>
                  </a:lnTo>
                  <a:lnTo>
                    <a:pt x="10263" y="10646"/>
                  </a:lnTo>
                  <a:lnTo>
                    <a:pt x="9663" y="10967"/>
                  </a:lnTo>
                  <a:cubicBezTo>
                    <a:pt x="9663" y="10967"/>
                    <a:pt x="9892" y="11016"/>
                    <a:pt x="9985" y="11152"/>
                  </a:cubicBezTo>
                  <a:cubicBezTo>
                    <a:pt x="10077" y="11294"/>
                    <a:pt x="10034" y="11572"/>
                    <a:pt x="10034" y="11572"/>
                  </a:cubicBezTo>
                  <a:cubicBezTo>
                    <a:pt x="10219" y="11894"/>
                    <a:pt x="10034" y="27691"/>
                    <a:pt x="10034" y="276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9"/>
            <p:cNvSpPr/>
            <p:nvPr/>
          </p:nvSpPr>
          <p:spPr>
            <a:xfrm>
              <a:off x="6590497" y="2603540"/>
              <a:ext cx="230295" cy="381128"/>
            </a:xfrm>
            <a:custGeom>
              <a:avLst/>
              <a:gdLst/>
              <a:ahLst/>
              <a:cxnLst/>
              <a:rect l="l" t="t" r="r" b="b"/>
              <a:pathLst>
                <a:path w="7773" h="12864" extrusionOk="0">
                  <a:moveTo>
                    <a:pt x="1588" y="8687"/>
                  </a:moveTo>
                  <a:lnTo>
                    <a:pt x="1866" y="5067"/>
                  </a:lnTo>
                  <a:lnTo>
                    <a:pt x="1959" y="3294"/>
                  </a:lnTo>
                  <a:lnTo>
                    <a:pt x="2564" y="4363"/>
                  </a:lnTo>
                  <a:lnTo>
                    <a:pt x="3028" y="3479"/>
                  </a:lnTo>
                  <a:lnTo>
                    <a:pt x="3349" y="3621"/>
                  </a:lnTo>
                  <a:lnTo>
                    <a:pt x="4134" y="5759"/>
                  </a:lnTo>
                  <a:lnTo>
                    <a:pt x="6555" y="4326"/>
                  </a:lnTo>
                  <a:lnTo>
                    <a:pt x="7773" y="3498"/>
                  </a:lnTo>
                  <a:cubicBezTo>
                    <a:pt x="7680" y="3448"/>
                    <a:pt x="7593" y="3430"/>
                    <a:pt x="7525" y="3442"/>
                  </a:cubicBezTo>
                  <a:cubicBezTo>
                    <a:pt x="7297" y="3492"/>
                    <a:pt x="4325" y="4369"/>
                    <a:pt x="4325" y="4369"/>
                  </a:cubicBezTo>
                  <a:lnTo>
                    <a:pt x="4832" y="2695"/>
                  </a:lnTo>
                  <a:lnTo>
                    <a:pt x="1" y="1"/>
                  </a:lnTo>
                  <a:lnTo>
                    <a:pt x="1" y="12864"/>
                  </a:lnTo>
                  <a:lnTo>
                    <a:pt x="1545" y="1101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9"/>
            <p:cNvSpPr/>
            <p:nvPr/>
          </p:nvSpPr>
          <p:spPr>
            <a:xfrm>
              <a:off x="6704177" y="3355486"/>
              <a:ext cx="47256" cy="65181"/>
            </a:xfrm>
            <a:custGeom>
              <a:avLst/>
              <a:gdLst/>
              <a:ahLst/>
              <a:cxnLst/>
              <a:rect l="l" t="t" r="r" b="b"/>
              <a:pathLst>
                <a:path w="1595" h="2200" extrusionOk="0">
                  <a:moveTo>
                    <a:pt x="0" y="1"/>
                  </a:moveTo>
                  <a:lnTo>
                    <a:pt x="1594" y="1"/>
                  </a:lnTo>
                  <a:lnTo>
                    <a:pt x="1594" y="220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6621072" y="3265241"/>
              <a:ext cx="81298" cy="159840"/>
            </a:xfrm>
            <a:custGeom>
              <a:avLst/>
              <a:gdLst/>
              <a:ahLst/>
              <a:cxnLst/>
              <a:rect l="l" t="t" r="r" b="b"/>
              <a:pathLst>
                <a:path w="2744" h="5395" extrusionOk="0">
                  <a:moveTo>
                    <a:pt x="2132" y="3312"/>
                  </a:moveTo>
                  <a:lnTo>
                    <a:pt x="1390" y="2379"/>
                  </a:lnTo>
                  <a:lnTo>
                    <a:pt x="1545" y="1323"/>
                  </a:lnTo>
                  <a:lnTo>
                    <a:pt x="1143" y="835"/>
                  </a:lnTo>
                  <a:lnTo>
                    <a:pt x="1143" y="217"/>
                  </a:lnTo>
                  <a:lnTo>
                    <a:pt x="0" y="1"/>
                  </a:lnTo>
                  <a:lnTo>
                    <a:pt x="896" y="371"/>
                  </a:lnTo>
                  <a:lnTo>
                    <a:pt x="865" y="773"/>
                  </a:lnTo>
                  <a:lnTo>
                    <a:pt x="1236" y="1267"/>
                  </a:lnTo>
                  <a:lnTo>
                    <a:pt x="1051" y="2472"/>
                  </a:lnTo>
                  <a:lnTo>
                    <a:pt x="1915" y="3312"/>
                  </a:lnTo>
                  <a:lnTo>
                    <a:pt x="2737" y="5394"/>
                  </a:lnTo>
                  <a:lnTo>
                    <a:pt x="2743" y="539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9"/>
            <p:cNvSpPr/>
            <p:nvPr/>
          </p:nvSpPr>
          <p:spPr>
            <a:xfrm>
              <a:off x="6717717" y="2926243"/>
              <a:ext cx="165677" cy="29687"/>
            </a:xfrm>
            <a:custGeom>
              <a:avLst/>
              <a:gdLst/>
              <a:ahLst/>
              <a:cxnLst/>
              <a:rect l="l" t="t" r="r" b="b"/>
              <a:pathLst>
                <a:path w="5592" h="1002" extrusionOk="0">
                  <a:moveTo>
                    <a:pt x="3287" y="674"/>
                  </a:moveTo>
                  <a:lnTo>
                    <a:pt x="2478" y="699"/>
                  </a:lnTo>
                  <a:lnTo>
                    <a:pt x="2200" y="1"/>
                  </a:lnTo>
                  <a:lnTo>
                    <a:pt x="2132" y="396"/>
                  </a:lnTo>
                  <a:lnTo>
                    <a:pt x="1712" y="446"/>
                  </a:lnTo>
                  <a:lnTo>
                    <a:pt x="575" y="742"/>
                  </a:lnTo>
                  <a:lnTo>
                    <a:pt x="0" y="1002"/>
                  </a:lnTo>
                  <a:lnTo>
                    <a:pt x="1063" y="742"/>
                  </a:lnTo>
                  <a:lnTo>
                    <a:pt x="2150" y="514"/>
                  </a:lnTo>
                  <a:lnTo>
                    <a:pt x="2360" y="860"/>
                  </a:lnTo>
                  <a:lnTo>
                    <a:pt x="2941" y="909"/>
                  </a:lnTo>
                  <a:lnTo>
                    <a:pt x="3707" y="860"/>
                  </a:lnTo>
                  <a:lnTo>
                    <a:pt x="5591" y="155"/>
                  </a:lnTo>
                  <a:cubicBezTo>
                    <a:pt x="5486" y="94"/>
                    <a:pt x="5381" y="75"/>
                    <a:pt x="5381" y="75"/>
                  </a:cubicBezTo>
                  <a:lnTo>
                    <a:pt x="3991" y="51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9"/>
            <p:cNvSpPr/>
            <p:nvPr/>
          </p:nvSpPr>
          <p:spPr>
            <a:xfrm>
              <a:off x="6788912" y="3018325"/>
              <a:ext cx="42130" cy="37568"/>
            </a:xfrm>
            <a:custGeom>
              <a:avLst/>
              <a:gdLst/>
              <a:ahLst/>
              <a:cxnLst/>
              <a:rect l="l" t="t" r="r" b="b"/>
              <a:pathLst>
                <a:path w="1422" h="1268" extrusionOk="0">
                  <a:moveTo>
                    <a:pt x="1" y="1"/>
                  </a:moveTo>
                  <a:lnTo>
                    <a:pt x="1422" y="1"/>
                  </a:lnTo>
                  <a:lnTo>
                    <a:pt x="1422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9"/>
            <p:cNvSpPr/>
            <p:nvPr/>
          </p:nvSpPr>
          <p:spPr>
            <a:xfrm>
              <a:off x="6788912" y="2837479"/>
              <a:ext cx="42130" cy="37568"/>
            </a:xfrm>
            <a:custGeom>
              <a:avLst/>
              <a:gdLst/>
              <a:ahLst/>
              <a:cxnLst/>
              <a:rect l="l" t="t" r="r" b="b"/>
              <a:pathLst>
                <a:path w="1422" h="1268" extrusionOk="0">
                  <a:moveTo>
                    <a:pt x="1" y="1"/>
                  </a:moveTo>
                  <a:lnTo>
                    <a:pt x="1422" y="1"/>
                  </a:lnTo>
                  <a:lnTo>
                    <a:pt x="1422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6788912" y="3118259"/>
              <a:ext cx="42130" cy="37568"/>
            </a:xfrm>
            <a:custGeom>
              <a:avLst/>
              <a:gdLst/>
              <a:ahLst/>
              <a:cxnLst/>
              <a:rect l="l" t="t" r="r" b="b"/>
              <a:pathLst>
                <a:path w="1422" h="1268" extrusionOk="0">
                  <a:moveTo>
                    <a:pt x="1" y="1"/>
                  </a:moveTo>
                  <a:lnTo>
                    <a:pt x="1422" y="1"/>
                  </a:lnTo>
                  <a:lnTo>
                    <a:pt x="1422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6788912" y="3299105"/>
              <a:ext cx="42130" cy="37568"/>
            </a:xfrm>
            <a:custGeom>
              <a:avLst/>
              <a:gdLst/>
              <a:ahLst/>
              <a:cxnLst/>
              <a:rect l="l" t="t" r="r" b="b"/>
              <a:pathLst>
                <a:path w="1422" h="1268" extrusionOk="0">
                  <a:moveTo>
                    <a:pt x="1" y="1"/>
                  </a:moveTo>
                  <a:lnTo>
                    <a:pt x="1422" y="1"/>
                  </a:lnTo>
                  <a:lnTo>
                    <a:pt x="1422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6788912" y="3220029"/>
              <a:ext cx="42130" cy="37568"/>
            </a:xfrm>
            <a:custGeom>
              <a:avLst/>
              <a:gdLst/>
              <a:ahLst/>
              <a:cxnLst/>
              <a:rect l="l" t="t" r="r" b="b"/>
              <a:pathLst>
                <a:path w="1422" h="1268" extrusionOk="0">
                  <a:moveTo>
                    <a:pt x="1" y="1"/>
                  </a:moveTo>
                  <a:lnTo>
                    <a:pt x="1422" y="1"/>
                  </a:lnTo>
                  <a:lnTo>
                    <a:pt x="1422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9"/>
            <p:cNvSpPr/>
            <p:nvPr/>
          </p:nvSpPr>
          <p:spPr>
            <a:xfrm>
              <a:off x="6635708" y="3118259"/>
              <a:ext cx="42130" cy="37568"/>
            </a:xfrm>
            <a:custGeom>
              <a:avLst/>
              <a:gdLst/>
              <a:ahLst/>
              <a:cxnLst/>
              <a:rect l="l" t="t" r="r" b="b"/>
              <a:pathLst>
                <a:path w="1422" h="1268" extrusionOk="0">
                  <a:moveTo>
                    <a:pt x="1" y="1"/>
                  </a:moveTo>
                  <a:lnTo>
                    <a:pt x="1421" y="1"/>
                  </a:lnTo>
                  <a:lnTo>
                    <a:pt x="1421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9"/>
            <p:cNvSpPr/>
            <p:nvPr/>
          </p:nvSpPr>
          <p:spPr>
            <a:xfrm>
              <a:off x="6694460" y="3118259"/>
              <a:ext cx="65388" cy="37568"/>
            </a:xfrm>
            <a:custGeom>
              <a:avLst/>
              <a:gdLst/>
              <a:ahLst/>
              <a:cxnLst/>
              <a:rect l="l" t="t" r="r" b="b"/>
              <a:pathLst>
                <a:path w="2207" h="1268" extrusionOk="0">
                  <a:moveTo>
                    <a:pt x="1" y="1"/>
                  </a:moveTo>
                  <a:lnTo>
                    <a:pt x="2206" y="1"/>
                  </a:lnTo>
                  <a:lnTo>
                    <a:pt x="2206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9"/>
            <p:cNvSpPr/>
            <p:nvPr/>
          </p:nvSpPr>
          <p:spPr>
            <a:xfrm>
              <a:off x="6749004" y="2742671"/>
              <a:ext cx="68854" cy="41212"/>
            </a:xfrm>
            <a:custGeom>
              <a:avLst/>
              <a:gdLst/>
              <a:ahLst/>
              <a:cxnLst/>
              <a:rect l="l" t="t" r="r" b="b"/>
              <a:pathLst>
                <a:path w="2324" h="1391" extrusionOk="0">
                  <a:moveTo>
                    <a:pt x="1" y="1390"/>
                  </a:moveTo>
                  <a:lnTo>
                    <a:pt x="2324" y="0"/>
                  </a:lnTo>
                  <a:lnTo>
                    <a:pt x="1953" y="12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9"/>
            <p:cNvSpPr/>
            <p:nvPr/>
          </p:nvSpPr>
          <p:spPr>
            <a:xfrm>
              <a:off x="7305290" y="2983187"/>
              <a:ext cx="405630" cy="490394"/>
            </a:xfrm>
            <a:custGeom>
              <a:avLst/>
              <a:gdLst/>
              <a:ahLst/>
              <a:cxnLst/>
              <a:rect l="l" t="t" r="r" b="b"/>
              <a:pathLst>
                <a:path w="13691" h="16552" extrusionOk="0">
                  <a:moveTo>
                    <a:pt x="877" y="15476"/>
                  </a:moveTo>
                  <a:cubicBezTo>
                    <a:pt x="877" y="15476"/>
                    <a:pt x="0" y="14457"/>
                    <a:pt x="649" y="13709"/>
                  </a:cubicBezTo>
                  <a:cubicBezTo>
                    <a:pt x="1297" y="12968"/>
                    <a:pt x="2323" y="13524"/>
                    <a:pt x="2366" y="12783"/>
                  </a:cubicBezTo>
                  <a:cubicBezTo>
                    <a:pt x="2416" y="12041"/>
                    <a:pt x="2230" y="11627"/>
                    <a:pt x="2088" y="10874"/>
                  </a:cubicBezTo>
                  <a:cubicBezTo>
                    <a:pt x="1952" y="10132"/>
                    <a:pt x="2181" y="8829"/>
                    <a:pt x="2181" y="8829"/>
                  </a:cubicBezTo>
                  <a:lnTo>
                    <a:pt x="3064" y="7290"/>
                  </a:lnTo>
                  <a:lnTo>
                    <a:pt x="2830" y="8829"/>
                  </a:lnTo>
                  <a:cubicBezTo>
                    <a:pt x="2830" y="8829"/>
                    <a:pt x="2879" y="10367"/>
                    <a:pt x="3342" y="10509"/>
                  </a:cubicBezTo>
                  <a:cubicBezTo>
                    <a:pt x="3806" y="10645"/>
                    <a:pt x="4831" y="10874"/>
                    <a:pt x="5017" y="10089"/>
                  </a:cubicBezTo>
                  <a:cubicBezTo>
                    <a:pt x="5202" y="9298"/>
                    <a:pt x="5251" y="8792"/>
                    <a:pt x="4831" y="8180"/>
                  </a:cubicBezTo>
                  <a:cubicBezTo>
                    <a:pt x="4417" y="7581"/>
                    <a:pt x="4510" y="6086"/>
                    <a:pt x="4510" y="6086"/>
                  </a:cubicBezTo>
                  <a:lnTo>
                    <a:pt x="5529" y="4838"/>
                  </a:lnTo>
                  <a:cubicBezTo>
                    <a:pt x="5529" y="4838"/>
                    <a:pt x="4881" y="6376"/>
                    <a:pt x="5109" y="6747"/>
                  </a:cubicBezTo>
                  <a:cubicBezTo>
                    <a:pt x="5344" y="7117"/>
                    <a:pt x="5943" y="8180"/>
                    <a:pt x="6456" y="7531"/>
                  </a:cubicBezTo>
                  <a:cubicBezTo>
                    <a:pt x="6963" y="6883"/>
                    <a:pt x="7290" y="6697"/>
                    <a:pt x="6963" y="5672"/>
                  </a:cubicBezTo>
                  <a:cubicBezTo>
                    <a:pt x="6642" y="4652"/>
                    <a:pt x="7383" y="3299"/>
                    <a:pt x="7383" y="3299"/>
                  </a:cubicBezTo>
                  <a:lnTo>
                    <a:pt x="7476" y="4881"/>
                  </a:lnTo>
                  <a:cubicBezTo>
                    <a:pt x="7476" y="4881"/>
                    <a:pt x="8353" y="6086"/>
                    <a:pt x="8909" y="5066"/>
                  </a:cubicBezTo>
                  <a:cubicBezTo>
                    <a:pt x="9465" y="4047"/>
                    <a:pt x="9051" y="3726"/>
                    <a:pt x="9002" y="2515"/>
                  </a:cubicBezTo>
                  <a:cubicBezTo>
                    <a:pt x="8958" y="1310"/>
                    <a:pt x="10206" y="0"/>
                    <a:pt x="10206" y="0"/>
                  </a:cubicBezTo>
                  <a:cubicBezTo>
                    <a:pt x="10206" y="0"/>
                    <a:pt x="9514" y="791"/>
                    <a:pt x="9558" y="1588"/>
                  </a:cubicBezTo>
                  <a:cubicBezTo>
                    <a:pt x="9607" y="2373"/>
                    <a:pt x="10021" y="2929"/>
                    <a:pt x="10114" y="3676"/>
                  </a:cubicBezTo>
                  <a:cubicBezTo>
                    <a:pt x="10206" y="4418"/>
                    <a:pt x="10812" y="4974"/>
                    <a:pt x="10021" y="5863"/>
                  </a:cubicBezTo>
                  <a:cubicBezTo>
                    <a:pt x="9236" y="6747"/>
                    <a:pt x="8297" y="7538"/>
                    <a:pt x="8112" y="8328"/>
                  </a:cubicBezTo>
                  <a:cubicBezTo>
                    <a:pt x="7927" y="9113"/>
                    <a:pt x="7791" y="10281"/>
                    <a:pt x="8625" y="10466"/>
                  </a:cubicBezTo>
                  <a:cubicBezTo>
                    <a:pt x="9459" y="10651"/>
                    <a:pt x="10441" y="9354"/>
                    <a:pt x="10441" y="9354"/>
                  </a:cubicBezTo>
                  <a:cubicBezTo>
                    <a:pt x="10441" y="9354"/>
                    <a:pt x="9836" y="7921"/>
                    <a:pt x="10021" y="7352"/>
                  </a:cubicBezTo>
                  <a:cubicBezTo>
                    <a:pt x="10206" y="6796"/>
                    <a:pt x="11559" y="5585"/>
                    <a:pt x="11559" y="5585"/>
                  </a:cubicBezTo>
                  <a:lnTo>
                    <a:pt x="11003" y="7538"/>
                  </a:lnTo>
                  <a:cubicBezTo>
                    <a:pt x="11003" y="7538"/>
                    <a:pt x="11559" y="8464"/>
                    <a:pt x="11652" y="9076"/>
                  </a:cubicBezTo>
                  <a:cubicBezTo>
                    <a:pt x="11745" y="9681"/>
                    <a:pt x="11417" y="11121"/>
                    <a:pt x="12208" y="10237"/>
                  </a:cubicBezTo>
                  <a:lnTo>
                    <a:pt x="12993" y="9354"/>
                  </a:lnTo>
                  <a:lnTo>
                    <a:pt x="12579" y="7494"/>
                  </a:lnTo>
                  <a:cubicBezTo>
                    <a:pt x="12579" y="7494"/>
                    <a:pt x="13135" y="7958"/>
                    <a:pt x="13363" y="8699"/>
                  </a:cubicBezTo>
                  <a:cubicBezTo>
                    <a:pt x="13598" y="9440"/>
                    <a:pt x="13598" y="10515"/>
                    <a:pt x="13363" y="11300"/>
                  </a:cubicBezTo>
                  <a:cubicBezTo>
                    <a:pt x="13135" y="12091"/>
                    <a:pt x="13073" y="13580"/>
                    <a:pt x="13382" y="14228"/>
                  </a:cubicBezTo>
                  <a:cubicBezTo>
                    <a:pt x="13691" y="14877"/>
                    <a:pt x="12208" y="16551"/>
                    <a:pt x="12208" y="16551"/>
                  </a:cubicBezTo>
                  <a:lnTo>
                    <a:pt x="4634" y="1576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9"/>
            <p:cNvSpPr/>
            <p:nvPr/>
          </p:nvSpPr>
          <p:spPr>
            <a:xfrm>
              <a:off x="6766780" y="2976402"/>
              <a:ext cx="226976" cy="475018"/>
            </a:xfrm>
            <a:custGeom>
              <a:avLst/>
              <a:gdLst/>
              <a:ahLst/>
              <a:cxnLst/>
              <a:rect l="l" t="t" r="r" b="b"/>
              <a:pathLst>
                <a:path w="7661" h="16033" extrusionOk="0">
                  <a:moveTo>
                    <a:pt x="420" y="14729"/>
                  </a:moveTo>
                  <a:cubicBezTo>
                    <a:pt x="49" y="14111"/>
                    <a:pt x="0" y="13772"/>
                    <a:pt x="371" y="12962"/>
                  </a:cubicBezTo>
                  <a:cubicBezTo>
                    <a:pt x="741" y="12159"/>
                    <a:pt x="1019" y="12128"/>
                    <a:pt x="1162" y="11467"/>
                  </a:cubicBezTo>
                  <a:cubicBezTo>
                    <a:pt x="1297" y="10819"/>
                    <a:pt x="976" y="10312"/>
                    <a:pt x="976" y="9750"/>
                  </a:cubicBezTo>
                  <a:cubicBezTo>
                    <a:pt x="976" y="9194"/>
                    <a:pt x="1625" y="7841"/>
                    <a:pt x="1625" y="7841"/>
                  </a:cubicBezTo>
                  <a:cubicBezTo>
                    <a:pt x="1625" y="7841"/>
                    <a:pt x="1458" y="8409"/>
                    <a:pt x="1575" y="9045"/>
                  </a:cubicBezTo>
                  <a:cubicBezTo>
                    <a:pt x="1736" y="9954"/>
                    <a:pt x="2224" y="10386"/>
                    <a:pt x="2502" y="10108"/>
                  </a:cubicBezTo>
                  <a:cubicBezTo>
                    <a:pt x="2780" y="9830"/>
                    <a:pt x="3108" y="8526"/>
                    <a:pt x="2830" y="7878"/>
                  </a:cubicBezTo>
                  <a:cubicBezTo>
                    <a:pt x="2552" y="7229"/>
                    <a:pt x="1810" y="6537"/>
                    <a:pt x="1903" y="5505"/>
                  </a:cubicBezTo>
                  <a:cubicBezTo>
                    <a:pt x="1977" y="4665"/>
                    <a:pt x="2410" y="3992"/>
                    <a:pt x="2737" y="3244"/>
                  </a:cubicBezTo>
                  <a:cubicBezTo>
                    <a:pt x="3151" y="2274"/>
                    <a:pt x="2861" y="897"/>
                    <a:pt x="2372" y="1"/>
                  </a:cubicBezTo>
                  <a:cubicBezTo>
                    <a:pt x="3046" y="205"/>
                    <a:pt x="3491" y="884"/>
                    <a:pt x="3583" y="1582"/>
                  </a:cubicBezTo>
                  <a:cubicBezTo>
                    <a:pt x="3651" y="2126"/>
                    <a:pt x="3528" y="2663"/>
                    <a:pt x="3330" y="3158"/>
                  </a:cubicBezTo>
                  <a:cubicBezTo>
                    <a:pt x="3151" y="3590"/>
                    <a:pt x="3095" y="4023"/>
                    <a:pt x="3027" y="4486"/>
                  </a:cubicBezTo>
                  <a:cubicBezTo>
                    <a:pt x="2935" y="5091"/>
                    <a:pt x="2749" y="6210"/>
                    <a:pt x="3305" y="6166"/>
                  </a:cubicBezTo>
                  <a:cubicBezTo>
                    <a:pt x="3861" y="6117"/>
                    <a:pt x="4232" y="5746"/>
                    <a:pt x="4139" y="5147"/>
                  </a:cubicBezTo>
                  <a:cubicBezTo>
                    <a:pt x="4047" y="4542"/>
                    <a:pt x="3954" y="3423"/>
                    <a:pt x="3954" y="3423"/>
                  </a:cubicBezTo>
                  <a:cubicBezTo>
                    <a:pt x="3954" y="3423"/>
                    <a:pt x="4417" y="3837"/>
                    <a:pt x="4559" y="4393"/>
                  </a:cubicBezTo>
                  <a:cubicBezTo>
                    <a:pt x="4695" y="4949"/>
                    <a:pt x="4695" y="6488"/>
                    <a:pt x="4695" y="6488"/>
                  </a:cubicBezTo>
                  <a:cubicBezTo>
                    <a:pt x="4695" y="6488"/>
                    <a:pt x="4189" y="7927"/>
                    <a:pt x="4510" y="8440"/>
                  </a:cubicBezTo>
                  <a:cubicBezTo>
                    <a:pt x="4838" y="8953"/>
                    <a:pt x="5023" y="9929"/>
                    <a:pt x="5023" y="9929"/>
                  </a:cubicBezTo>
                  <a:cubicBezTo>
                    <a:pt x="5023" y="9929"/>
                    <a:pt x="4584" y="11053"/>
                    <a:pt x="4838" y="11276"/>
                  </a:cubicBezTo>
                  <a:cubicBezTo>
                    <a:pt x="5035" y="11455"/>
                    <a:pt x="5857" y="10998"/>
                    <a:pt x="5857" y="10998"/>
                  </a:cubicBezTo>
                  <a:lnTo>
                    <a:pt x="5900" y="9089"/>
                  </a:lnTo>
                  <a:lnTo>
                    <a:pt x="5764" y="7977"/>
                  </a:lnTo>
                  <a:cubicBezTo>
                    <a:pt x="5764" y="7977"/>
                    <a:pt x="6456" y="8996"/>
                    <a:pt x="6506" y="9558"/>
                  </a:cubicBezTo>
                  <a:cubicBezTo>
                    <a:pt x="6549" y="10114"/>
                    <a:pt x="6506" y="10763"/>
                    <a:pt x="6413" y="11467"/>
                  </a:cubicBezTo>
                  <a:cubicBezTo>
                    <a:pt x="6320" y="12165"/>
                    <a:pt x="6598" y="13098"/>
                    <a:pt x="6598" y="13098"/>
                  </a:cubicBezTo>
                  <a:cubicBezTo>
                    <a:pt x="6598" y="13098"/>
                    <a:pt x="7661" y="13790"/>
                    <a:pt x="7062" y="14587"/>
                  </a:cubicBezTo>
                  <a:cubicBezTo>
                    <a:pt x="6456" y="15378"/>
                    <a:pt x="4967" y="15749"/>
                    <a:pt x="4967" y="15749"/>
                  </a:cubicBezTo>
                  <a:cubicBezTo>
                    <a:pt x="4967" y="15749"/>
                    <a:pt x="1217" y="16033"/>
                    <a:pt x="420" y="1472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7052686" y="3342687"/>
              <a:ext cx="70869" cy="60233"/>
            </a:xfrm>
            <a:custGeom>
              <a:avLst/>
              <a:gdLst/>
              <a:ahLst/>
              <a:cxnLst/>
              <a:rect l="l" t="t" r="r" b="b"/>
              <a:pathLst>
                <a:path w="2392" h="2033" extrusionOk="0">
                  <a:moveTo>
                    <a:pt x="0" y="1359"/>
                  </a:moveTo>
                  <a:lnTo>
                    <a:pt x="204" y="723"/>
                  </a:lnTo>
                  <a:cubicBezTo>
                    <a:pt x="204" y="723"/>
                    <a:pt x="834" y="216"/>
                    <a:pt x="970" y="167"/>
                  </a:cubicBezTo>
                  <a:cubicBezTo>
                    <a:pt x="1112" y="105"/>
                    <a:pt x="1749" y="0"/>
                    <a:pt x="1749" y="0"/>
                  </a:cubicBezTo>
                  <a:lnTo>
                    <a:pt x="1977" y="62"/>
                  </a:lnTo>
                  <a:lnTo>
                    <a:pt x="2391" y="2014"/>
                  </a:lnTo>
                  <a:lnTo>
                    <a:pt x="1094" y="203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9"/>
            <p:cNvSpPr/>
            <p:nvPr/>
          </p:nvSpPr>
          <p:spPr>
            <a:xfrm>
              <a:off x="7002349" y="3364641"/>
              <a:ext cx="199897" cy="63907"/>
            </a:xfrm>
            <a:custGeom>
              <a:avLst/>
              <a:gdLst/>
              <a:ahLst/>
              <a:cxnLst/>
              <a:rect l="l" t="t" r="r" b="b"/>
              <a:pathLst>
                <a:path w="6747" h="2157" extrusionOk="0">
                  <a:moveTo>
                    <a:pt x="322" y="1903"/>
                  </a:moveTo>
                  <a:cubicBezTo>
                    <a:pt x="322" y="1811"/>
                    <a:pt x="0" y="674"/>
                    <a:pt x="0" y="674"/>
                  </a:cubicBezTo>
                  <a:cubicBezTo>
                    <a:pt x="0" y="674"/>
                    <a:pt x="414" y="631"/>
                    <a:pt x="600" y="556"/>
                  </a:cubicBezTo>
                  <a:cubicBezTo>
                    <a:pt x="785" y="489"/>
                    <a:pt x="1180" y="118"/>
                    <a:pt x="1180" y="118"/>
                  </a:cubicBezTo>
                  <a:lnTo>
                    <a:pt x="1594" y="0"/>
                  </a:lnTo>
                  <a:lnTo>
                    <a:pt x="1897" y="396"/>
                  </a:lnTo>
                  <a:lnTo>
                    <a:pt x="2570" y="1094"/>
                  </a:lnTo>
                  <a:lnTo>
                    <a:pt x="3522" y="1094"/>
                  </a:lnTo>
                  <a:lnTo>
                    <a:pt x="3800" y="1069"/>
                  </a:lnTo>
                  <a:lnTo>
                    <a:pt x="3726" y="581"/>
                  </a:lnTo>
                  <a:lnTo>
                    <a:pt x="6055" y="260"/>
                  </a:lnTo>
                  <a:lnTo>
                    <a:pt x="6333" y="1045"/>
                  </a:lnTo>
                  <a:lnTo>
                    <a:pt x="6704" y="1693"/>
                  </a:lnTo>
                  <a:lnTo>
                    <a:pt x="6747" y="21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9"/>
            <p:cNvSpPr/>
            <p:nvPr/>
          </p:nvSpPr>
          <p:spPr>
            <a:xfrm>
              <a:off x="7012955" y="3395394"/>
              <a:ext cx="80942" cy="39197"/>
            </a:xfrm>
            <a:custGeom>
              <a:avLst/>
              <a:gdLst/>
              <a:ahLst/>
              <a:cxnLst/>
              <a:rect l="l" t="t" r="r" b="b"/>
              <a:pathLst>
                <a:path w="2732" h="1323" extrusionOk="0">
                  <a:moveTo>
                    <a:pt x="25" y="1082"/>
                  </a:moveTo>
                  <a:lnTo>
                    <a:pt x="1" y="241"/>
                  </a:lnTo>
                  <a:lnTo>
                    <a:pt x="699" y="0"/>
                  </a:lnTo>
                  <a:lnTo>
                    <a:pt x="1415" y="7"/>
                  </a:lnTo>
                  <a:lnTo>
                    <a:pt x="1996" y="285"/>
                  </a:lnTo>
                  <a:lnTo>
                    <a:pt x="2114" y="834"/>
                  </a:lnTo>
                  <a:lnTo>
                    <a:pt x="2132" y="303"/>
                  </a:lnTo>
                  <a:lnTo>
                    <a:pt x="2558" y="427"/>
                  </a:lnTo>
                  <a:lnTo>
                    <a:pt x="2731" y="1112"/>
                  </a:lnTo>
                  <a:lnTo>
                    <a:pt x="1292" y="132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9"/>
            <p:cNvSpPr/>
            <p:nvPr/>
          </p:nvSpPr>
          <p:spPr>
            <a:xfrm>
              <a:off x="7132680" y="3400342"/>
              <a:ext cx="50367" cy="24561"/>
            </a:xfrm>
            <a:custGeom>
              <a:avLst/>
              <a:gdLst/>
              <a:ahLst/>
              <a:cxnLst/>
              <a:rect l="l" t="t" r="r" b="b"/>
              <a:pathLst>
                <a:path w="1700" h="829" extrusionOk="0">
                  <a:moveTo>
                    <a:pt x="0" y="723"/>
                  </a:moveTo>
                  <a:cubicBezTo>
                    <a:pt x="19" y="661"/>
                    <a:pt x="87" y="303"/>
                    <a:pt x="87" y="303"/>
                  </a:cubicBezTo>
                  <a:lnTo>
                    <a:pt x="1353" y="0"/>
                  </a:lnTo>
                  <a:lnTo>
                    <a:pt x="1699" y="8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9"/>
            <p:cNvSpPr/>
            <p:nvPr/>
          </p:nvSpPr>
          <p:spPr>
            <a:xfrm>
              <a:off x="7133391" y="3393913"/>
              <a:ext cx="23287" cy="4977"/>
            </a:xfrm>
            <a:custGeom>
              <a:avLst/>
              <a:gdLst/>
              <a:ahLst/>
              <a:cxnLst/>
              <a:rect l="l" t="t" r="r" b="b"/>
              <a:pathLst>
                <a:path w="786" h="168" extrusionOk="0">
                  <a:moveTo>
                    <a:pt x="1" y="168"/>
                  </a:moveTo>
                  <a:lnTo>
                    <a:pt x="198" y="1"/>
                  </a:lnTo>
                  <a:lnTo>
                    <a:pt x="785" y="2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7099734" y="3396313"/>
              <a:ext cx="20710" cy="29124"/>
            </a:xfrm>
            <a:custGeom>
              <a:avLst/>
              <a:gdLst/>
              <a:ahLst/>
              <a:cxnLst/>
              <a:rect l="l" t="t" r="r" b="b"/>
              <a:pathLst>
                <a:path w="699" h="983" extrusionOk="0">
                  <a:moveTo>
                    <a:pt x="130" y="958"/>
                  </a:moveTo>
                  <a:lnTo>
                    <a:pt x="698" y="983"/>
                  </a:lnTo>
                  <a:lnTo>
                    <a:pt x="519" y="0"/>
                  </a:lnTo>
                  <a:lnTo>
                    <a:pt x="241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6683468" y="3398327"/>
              <a:ext cx="160018" cy="26754"/>
            </a:xfrm>
            <a:custGeom>
              <a:avLst/>
              <a:gdLst/>
              <a:ahLst/>
              <a:cxnLst/>
              <a:rect l="l" t="t" r="r" b="b"/>
              <a:pathLst>
                <a:path w="5401" h="903" extrusionOk="0">
                  <a:moveTo>
                    <a:pt x="1" y="717"/>
                  </a:moveTo>
                  <a:cubicBezTo>
                    <a:pt x="50" y="649"/>
                    <a:pt x="582" y="142"/>
                    <a:pt x="582" y="142"/>
                  </a:cubicBezTo>
                  <a:lnTo>
                    <a:pt x="928" y="186"/>
                  </a:lnTo>
                  <a:lnTo>
                    <a:pt x="1206" y="346"/>
                  </a:lnTo>
                  <a:lnTo>
                    <a:pt x="1576" y="0"/>
                  </a:lnTo>
                  <a:lnTo>
                    <a:pt x="2831" y="50"/>
                  </a:lnTo>
                  <a:lnTo>
                    <a:pt x="3918" y="68"/>
                  </a:lnTo>
                  <a:lnTo>
                    <a:pt x="4591" y="328"/>
                  </a:lnTo>
                  <a:lnTo>
                    <a:pt x="5123" y="513"/>
                  </a:lnTo>
                  <a:lnTo>
                    <a:pt x="5401" y="766"/>
                  </a:lnTo>
                  <a:lnTo>
                    <a:pt x="4289" y="90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9"/>
            <p:cNvSpPr/>
            <p:nvPr/>
          </p:nvSpPr>
          <p:spPr>
            <a:xfrm>
              <a:off x="6859011" y="3407275"/>
              <a:ext cx="52944" cy="15791"/>
            </a:xfrm>
            <a:custGeom>
              <a:avLst/>
              <a:gdLst/>
              <a:ahLst/>
              <a:cxnLst/>
              <a:rect l="l" t="t" r="r" b="b"/>
              <a:pathLst>
                <a:path w="1787" h="533" extrusionOk="0">
                  <a:moveTo>
                    <a:pt x="1" y="532"/>
                  </a:moveTo>
                  <a:cubicBezTo>
                    <a:pt x="69" y="464"/>
                    <a:pt x="514" y="44"/>
                    <a:pt x="514" y="44"/>
                  </a:cubicBezTo>
                  <a:lnTo>
                    <a:pt x="1156" y="1"/>
                  </a:lnTo>
                  <a:lnTo>
                    <a:pt x="1762" y="304"/>
                  </a:lnTo>
                  <a:lnTo>
                    <a:pt x="1786" y="4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9"/>
            <p:cNvSpPr/>
            <p:nvPr/>
          </p:nvSpPr>
          <p:spPr>
            <a:xfrm>
              <a:off x="6262491" y="3419185"/>
              <a:ext cx="523162" cy="45597"/>
            </a:xfrm>
            <a:custGeom>
              <a:avLst/>
              <a:gdLst/>
              <a:ahLst/>
              <a:cxnLst/>
              <a:rect l="l" t="t" r="r" b="b"/>
              <a:pathLst>
                <a:path w="17658" h="1539" extrusionOk="0">
                  <a:moveTo>
                    <a:pt x="0" y="1397"/>
                  </a:moveTo>
                  <a:cubicBezTo>
                    <a:pt x="1804" y="1354"/>
                    <a:pt x="3645" y="1298"/>
                    <a:pt x="3645" y="1298"/>
                  </a:cubicBezTo>
                  <a:lnTo>
                    <a:pt x="6809" y="1539"/>
                  </a:lnTo>
                  <a:lnTo>
                    <a:pt x="5449" y="878"/>
                  </a:lnTo>
                  <a:lnTo>
                    <a:pt x="15186" y="1403"/>
                  </a:lnTo>
                  <a:lnTo>
                    <a:pt x="17657" y="1001"/>
                  </a:lnTo>
                  <a:lnTo>
                    <a:pt x="12134" y="742"/>
                  </a:lnTo>
                  <a:lnTo>
                    <a:pt x="1165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9"/>
            <p:cNvSpPr/>
            <p:nvPr/>
          </p:nvSpPr>
          <p:spPr>
            <a:xfrm>
              <a:off x="7857161" y="3077076"/>
              <a:ext cx="400682" cy="219125"/>
            </a:xfrm>
            <a:custGeom>
              <a:avLst/>
              <a:gdLst/>
              <a:ahLst/>
              <a:cxnLst/>
              <a:rect l="l" t="t" r="r" b="b"/>
              <a:pathLst>
                <a:path w="13524" h="7396" extrusionOk="0">
                  <a:moveTo>
                    <a:pt x="0" y="1"/>
                  </a:moveTo>
                  <a:lnTo>
                    <a:pt x="1582" y="155"/>
                  </a:lnTo>
                  <a:lnTo>
                    <a:pt x="2817" y="464"/>
                  </a:lnTo>
                  <a:cubicBezTo>
                    <a:pt x="2817" y="464"/>
                    <a:pt x="6376" y="773"/>
                    <a:pt x="6623" y="773"/>
                  </a:cubicBezTo>
                  <a:cubicBezTo>
                    <a:pt x="6870" y="773"/>
                    <a:pt x="6994" y="1298"/>
                    <a:pt x="6994" y="1298"/>
                  </a:cubicBezTo>
                  <a:lnTo>
                    <a:pt x="7272" y="1947"/>
                  </a:lnTo>
                  <a:lnTo>
                    <a:pt x="7951" y="1514"/>
                  </a:lnTo>
                  <a:lnTo>
                    <a:pt x="8785" y="2009"/>
                  </a:lnTo>
                  <a:lnTo>
                    <a:pt x="9774" y="1947"/>
                  </a:lnTo>
                  <a:lnTo>
                    <a:pt x="12035" y="4733"/>
                  </a:lnTo>
                  <a:lnTo>
                    <a:pt x="11479" y="5505"/>
                  </a:lnTo>
                  <a:lnTo>
                    <a:pt x="13524" y="7000"/>
                  </a:lnTo>
                  <a:cubicBezTo>
                    <a:pt x="13524" y="7000"/>
                    <a:pt x="13061" y="7340"/>
                    <a:pt x="12937" y="7365"/>
                  </a:cubicBezTo>
                  <a:cubicBezTo>
                    <a:pt x="12813" y="7396"/>
                    <a:pt x="11763" y="7155"/>
                    <a:pt x="11763" y="7155"/>
                  </a:cubicBezTo>
                  <a:lnTo>
                    <a:pt x="10311" y="7124"/>
                  </a:lnTo>
                  <a:lnTo>
                    <a:pt x="7432" y="7062"/>
                  </a:lnTo>
                  <a:lnTo>
                    <a:pt x="1551" y="3868"/>
                  </a:lnTo>
                  <a:lnTo>
                    <a:pt x="315" y="17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7856954" y="3077639"/>
              <a:ext cx="401097" cy="218769"/>
            </a:xfrm>
            <a:custGeom>
              <a:avLst/>
              <a:gdLst/>
              <a:ahLst/>
              <a:cxnLst/>
              <a:rect l="l" t="t" r="r" b="b"/>
              <a:pathLst>
                <a:path w="13538" h="7384" extrusionOk="0">
                  <a:moveTo>
                    <a:pt x="316" y="1742"/>
                  </a:moveTo>
                  <a:lnTo>
                    <a:pt x="1552" y="3849"/>
                  </a:lnTo>
                  <a:lnTo>
                    <a:pt x="7433" y="7037"/>
                  </a:lnTo>
                  <a:lnTo>
                    <a:pt x="10312" y="7099"/>
                  </a:lnTo>
                  <a:lnTo>
                    <a:pt x="11776" y="7136"/>
                  </a:lnTo>
                  <a:cubicBezTo>
                    <a:pt x="11776" y="7136"/>
                    <a:pt x="12827" y="7383"/>
                    <a:pt x="12950" y="7346"/>
                  </a:cubicBezTo>
                  <a:cubicBezTo>
                    <a:pt x="13074" y="7321"/>
                    <a:pt x="13537" y="6981"/>
                    <a:pt x="13537" y="6981"/>
                  </a:cubicBezTo>
                  <a:lnTo>
                    <a:pt x="13488" y="6951"/>
                  </a:lnTo>
                  <a:cubicBezTo>
                    <a:pt x="13203" y="6753"/>
                    <a:pt x="11610" y="5838"/>
                    <a:pt x="11610" y="5838"/>
                  </a:cubicBezTo>
                  <a:lnTo>
                    <a:pt x="10961" y="5282"/>
                  </a:lnTo>
                  <a:lnTo>
                    <a:pt x="11146" y="4560"/>
                  </a:lnTo>
                  <a:lnTo>
                    <a:pt x="9713" y="3985"/>
                  </a:lnTo>
                  <a:lnTo>
                    <a:pt x="8626" y="3590"/>
                  </a:lnTo>
                  <a:lnTo>
                    <a:pt x="7439" y="4492"/>
                  </a:lnTo>
                  <a:lnTo>
                    <a:pt x="8162" y="3194"/>
                  </a:lnTo>
                  <a:lnTo>
                    <a:pt x="7143" y="2799"/>
                  </a:lnTo>
                  <a:lnTo>
                    <a:pt x="6352" y="1501"/>
                  </a:lnTo>
                  <a:lnTo>
                    <a:pt x="5771" y="995"/>
                  </a:lnTo>
                  <a:lnTo>
                    <a:pt x="3448" y="760"/>
                  </a:lnTo>
                  <a:lnTo>
                    <a:pt x="1589" y="15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9"/>
            <p:cNvSpPr/>
            <p:nvPr/>
          </p:nvSpPr>
          <p:spPr>
            <a:xfrm>
              <a:off x="7980530" y="3094112"/>
              <a:ext cx="59136" cy="63166"/>
            </a:xfrm>
            <a:custGeom>
              <a:avLst/>
              <a:gdLst/>
              <a:ahLst/>
              <a:cxnLst/>
              <a:rect l="l" t="t" r="r" b="b"/>
              <a:pathLst>
                <a:path w="1996" h="2132" extrusionOk="0">
                  <a:moveTo>
                    <a:pt x="43" y="587"/>
                  </a:moveTo>
                  <a:lnTo>
                    <a:pt x="365" y="1125"/>
                  </a:lnTo>
                  <a:cubicBezTo>
                    <a:pt x="365" y="1125"/>
                    <a:pt x="241" y="1514"/>
                    <a:pt x="507" y="1557"/>
                  </a:cubicBezTo>
                  <a:cubicBezTo>
                    <a:pt x="766" y="1607"/>
                    <a:pt x="1996" y="2132"/>
                    <a:pt x="1996" y="2132"/>
                  </a:cubicBezTo>
                  <a:lnTo>
                    <a:pt x="655" y="1415"/>
                  </a:lnTo>
                  <a:lnTo>
                    <a:pt x="451" y="1384"/>
                  </a:lnTo>
                  <a:lnTo>
                    <a:pt x="451" y="1063"/>
                  </a:lnTo>
                  <a:lnTo>
                    <a:pt x="204" y="569"/>
                  </a:lnTo>
                  <a:lnTo>
                    <a:pt x="148" y="13"/>
                  </a:lnTo>
                  <a:cubicBezTo>
                    <a:pt x="105" y="6"/>
                    <a:pt x="50" y="6"/>
                    <a:pt x="0" y="0"/>
                  </a:cubicBezTo>
                  <a:cubicBezTo>
                    <a:pt x="19" y="247"/>
                    <a:pt x="43" y="587"/>
                    <a:pt x="43" y="587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9"/>
            <p:cNvSpPr/>
            <p:nvPr/>
          </p:nvSpPr>
          <p:spPr>
            <a:xfrm>
              <a:off x="7686359" y="3030413"/>
              <a:ext cx="478692" cy="438961"/>
            </a:xfrm>
            <a:custGeom>
              <a:avLst/>
              <a:gdLst/>
              <a:ahLst/>
              <a:cxnLst/>
              <a:rect l="l" t="t" r="r" b="b"/>
              <a:pathLst>
                <a:path w="16157" h="14816" extrusionOk="0">
                  <a:moveTo>
                    <a:pt x="1" y="13153"/>
                  </a:moveTo>
                  <a:lnTo>
                    <a:pt x="2651" y="5208"/>
                  </a:lnTo>
                  <a:lnTo>
                    <a:pt x="3436" y="5110"/>
                  </a:lnTo>
                  <a:lnTo>
                    <a:pt x="2787" y="4510"/>
                  </a:lnTo>
                  <a:lnTo>
                    <a:pt x="4604" y="0"/>
                  </a:lnTo>
                  <a:lnTo>
                    <a:pt x="6834" y="698"/>
                  </a:lnTo>
                  <a:cubicBezTo>
                    <a:pt x="6834" y="698"/>
                    <a:pt x="6371" y="2280"/>
                    <a:pt x="6513" y="2416"/>
                  </a:cubicBezTo>
                  <a:cubicBezTo>
                    <a:pt x="6649" y="2558"/>
                    <a:pt x="7903" y="2509"/>
                    <a:pt x="7903" y="2509"/>
                  </a:cubicBezTo>
                  <a:lnTo>
                    <a:pt x="8829" y="2558"/>
                  </a:lnTo>
                  <a:lnTo>
                    <a:pt x="8595" y="4510"/>
                  </a:lnTo>
                  <a:lnTo>
                    <a:pt x="9799" y="5208"/>
                  </a:lnTo>
                  <a:lnTo>
                    <a:pt x="10541" y="6178"/>
                  </a:lnTo>
                  <a:lnTo>
                    <a:pt x="11795" y="6827"/>
                  </a:lnTo>
                  <a:cubicBezTo>
                    <a:pt x="11795" y="6827"/>
                    <a:pt x="13704" y="7062"/>
                    <a:pt x="13982" y="7340"/>
                  </a:cubicBezTo>
                  <a:cubicBezTo>
                    <a:pt x="14260" y="7618"/>
                    <a:pt x="14674" y="8217"/>
                    <a:pt x="15094" y="8452"/>
                  </a:cubicBezTo>
                  <a:cubicBezTo>
                    <a:pt x="15508" y="8680"/>
                    <a:pt x="16157" y="8631"/>
                    <a:pt x="16157" y="8631"/>
                  </a:cubicBezTo>
                  <a:lnTo>
                    <a:pt x="12845" y="148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9"/>
            <p:cNvSpPr/>
            <p:nvPr/>
          </p:nvSpPr>
          <p:spPr>
            <a:xfrm>
              <a:off x="7835740" y="3187646"/>
              <a:ext cx="48352" cy="41034"/>
            </a:xfrm>
            <a:custGeom>
              <a:avLst/>
              <a:gdLst/>
              <a:ahLst/>
              <a:cxnLst/>
              <a:rect l="l" t="t" r="r" b="b"/>
              <a:pathLst>
                <a:path w="1632" h="1385" extrusionOk="0">
                  <a:moveTo>
                    <a:pt x="1248" y="1384"/>
                  </a:moveTo>
                  <a:lnTo>
                    <a:pt x="0" y="723"/>
                  </a:lnTo>
                  <a:lnTo>
                    <a:pt x="389" y="0"/>
                  </a:lnTo>
                  <a:lnTo>
                    <a:pt x="1631" y="6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7922134" y="3235050"/>
              <a:ext cx="47967" cy="40649"/>
            </a:xfrm>
            <a:custGeom>
              <a:avLst/>
              <a:gdLst/>
              <a:ahLst/>
              <a:cxnLst/>
              <a:rect l="l" t="t" r="r" b="b"/>
              <a:pathLst>
                <a:path w="1619" h="1372" extrusionOk="0">
                  <a:moveTo>
                    <a:pt x="1242" y="1372"/>
                  </a:moveTo>
                  <a:lnTo>
                    <a:pt x="0" y="717"/>
                  </a:lnTo>
                  <a:lnTo>
                    <a:pt x="383" y="0"/>
                  </a:lnTo>
                  <a:lnTo>
                    <a:pt x="1619" y="6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8008350" y="3282099"/>
              <a:ext cx="47967" cy="40649"/>
            </a:xfrm>
            <a:custGeom>
              <a:avLst/>
              <a:gdLst/>
              <a:ahLst/>
              <a:cxnLst/>
              <a:rect l="l" t="t" r="r" b="b"/>
              <a:pathLst>
                <a:path w="1619" h="1372" extrusionOk="0">
                  <a:moveTo>
                    <a:pt x="1242" y="1372"/>
                  </a:moveTo>
                  <a:lnTo>
                    <a:pt x="0" y="717"/>
                  </a:lnTo>
                  <a:lnTo>
                    <a:pt x="377" y="0"/>
                  </a:lnTo>
                  <a:lnTo>
                    <a:pt x="1619" y="6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/>
            <p:cNvSpPr/>
            <p:nvPr/>
          </p:nvSpPr>
          <p:spPr>
            <a:xfrm>
              <a:off x="7791803" y="3279343"/>
              <a:ext cx="48174" cy="41034"/>
            </a:xfrm>
            <a:custGeom>
              <a:avLst/>
              <a:gdLst/>
              <a:ahLst/>
              <a:cxnLst/>
              <a:rect l="l" t="t" r="r" b="b"/>
              <a:pathLst>
                <a:path w="1626" h="1385" extrusionOk="0">
                  <a:moveTo>
                    <a:pt x="1248" y="1384"/>
                  </a:moveTo>
                  <a:lnTo>
                    <a:pt x="0" y="729"/>
                  </a:lnTo>
                  <a:lnTo>
                    <a:pt x="384" y="0"/>
                  </a:lnTo>
                  <a:lnTo>
                    <a:pt x="1625" y="6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7878197" y="3326747"/>
              <a:ext cx="47997" cy="40679"/>
            </a:xfrm>
            <a:custGeom>
              <a:avLst/>
              <a:gdLst/>
              <a:ahLst/>
              <a:cxnLst/>
              <a:rect l="l" t="t" r="r" b="b"/>
              <a:pathLst>
                <a:path w="1620" h="1373" extrusionOk="0">
                  <a:moveTo>
                    <a:pt x="1242" y="1372"/>
                  </a:moveTo>
                  <a:lnTo>
                    <a:pt x="1" y="717"/>
                  </a:lnTo>
                  <a:lnTo>
                    <a:pt x="377" y="1"/>
                  </a:lnTo>
                  <a:lnTo>
                    <a:pt x="1619" y="6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7627072" y="3346154"/>
              <a:ext cx="523151" cy="120288"/>
            </a:xfrm>
            <a:custGeom>
              <a:avLst/>
              <a:gdLst/>
              <a:ahLst/>
              <a:cxnLst/>
              <a:rect l="l" t="t" r="r" b="b"/>
              <a:pathLst>
                <a:path w="15230" h="4060" extrusionOk="0">
                  <a:moveTo>
                    <a:pt x="1724" y="2997"/>
                  </a:moveTo>
                  <a:lnTo>
                    <a:pt x="2280" y="2317"/>
                  </a:lnTo>
                  <a:lnTo>
                    <a:pt x="3485" y="1143"/>
                  </a:lnTo>
                  <a:lnTo>
                    <a:pt x="4288" y="1761"/>
                  </a:lnTo>
                  <a:lnTo>
                    <a:pt x="5091" y="340"/>
                  </a:lnTo>
                  <a:lnTo>
                    <a:pt x="6265" y="0"/>
                  </a:lnTo>
                  <a:lnTo>
                    <a:pt x="7377" y="248"/>
                  </a:lnTo>
                  <a:lnTo>
                    <a:pt x="7408" y="1174"/>
                  </a:lnTo>
                  <a:lnTo>
                    <a:pt x="7964" y="1452"/>
                  </a:lnTo>
                  <a:cubicBezTo>
                    <a:pt x="7964" y="1452"/>
                    <a:pt x="8396" y="2101"/>
                    <a:pt x="8334" y="2286"/>
                  </a:cubicBezTo>
                  <a:cubicBezTo>
                    <a:pt x="8273" y="2472"/>
                    <a:pt x="9570" y="1823"/>
                    <a:pt x="10349" y="1699"/>
                  </a:cubicBezTo>
                  <a:cubicBezTo>
                    <a:pt x="11121" y="1576"/>
                    <a:pt x="11553" y="1823"/>
                    <a:pt x="11553" y="1823"/>
                  </a:cubicBezTo>
                  <a:cubicBezTo>
                    <a:pt x="11553" y="1823"/>
                    <a:pt x="11028" y="2348"/>
                    <a:pt x="11924" y="2070"/>
                  </a:cubicBezTo>
                  <a:cubicBezTo>
                    <a:pt x="12820" y="1792"/>
                    <a:pt x="13190" y="1854"/>
                    <a:pt x="13190" y="1854"/>
                  </a:cubicBezTo>
                  <a:lnTo>
                    <a:pt x="13654" y="2070"/>
                  </a:lnTo>
                  <a:lnTo>
                    <a:pt x="14395" y="2286"/>
                  </a:lnTo>
                  <a:lnTo>
                    <a:pt x="14920" y="2781"/>
                  </a:lnTo>
                  <a:cubicBezTo>
                    <a:pt x="14920" y="2781"/>
                    <a:pt x="15167" y="3244"/>
                    <a:pt x="15198" y="3429"/>
                  </a:cubicBezTo>
                  <a:cubicBezTo>
                    <a:pt x="15229" y="3615"/>
                    <a:pt x="14457" y="3924"/>
                    <a:pt x="14457" y="3924"/>
                  </a:cubicBezTo>
                  <a:lnTo>
                    <a:pt x="12134" y="3615"/>
                  </a:lnTo>
                  <a:lnTo>
                    <a:pt x="10058" y="4059"/>
                  </a:lnTo>
                  <a:cubicBezTo>
                    <a:pt x="10058" y="4059"/>
                    <a:pt x="8223" y="3553"/>
                    <a:pt x="7951" y="3553"/>
                  </a:cubicBezTo>
                  <a:cubicBezTo>
                    <a:pt x="7673" y="3553"/>
                    <a:pt x="6623" y="3460"/>
                    <a:pt x="6530" y="3491"/>
                  </a:cubicBezTo>
                  <a:cubicBezTo>
                    <a:pt x="6438" y="3522"/>
                    <a:pt x="5820" y="3769"/>
                    <a:pt x="5820" y="3769"/>
                  </a:cubicBezTo>
                  <a:lnTo>
                    <a:pt x="4986" y="3893"/>
                  </a:lnTo>
                  <a:lnTo>
                    <a:pt x="4059" y="3862"/>
                  </a:lnTo>
                  <a:lnTo>
                    <a:pt x="2824" y="3676"/>
                  </a:lnTo>
                  <a:lnTo>
                    <a:pt x="2824" y="3491"/>
                  </a:lnTo>
                  <a:lnTo>
                    <a:pt x="0" y="3398"/>
                  </a:lnTo>
                  <a:cubicBezTo>
                    <a:pt x="19" y="3398"/>
                    <a:pt x="1199" y="2904"/>
                    <a:pt x="1724" y="29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6322160" y="3284824"/>
              <a:ext cx="356597" cy="152878"/>
            </a:xfrm>
            <a:custGeom>
              <a:avLst/>
              <a:gdLst/>
              <a:ahLst/>
              <a:cxnLst/>
              <a:rect l="l" t="t" r="r" b="b"/>
              <a:pathLst>
                <a:path w="12036" h="5160" extrusionOk="0">
                  <a:moveTo>
                    <a:pt x="143" y="835"/>
                  </a:moveTo>
                  <a:cubicBezTo>
                    <a:pt x="143" y="835"/>
                    <a:pt x="6364" y="1"/>
                    <a:pt x="6555" y="1"/>
                  </a:cubicBezTo>
                  <a:cubicBezTo>
                    <a:pt x="6741" y="1"/>
                    <a:pt x="7155" y="186"/>
                    <a:pt x="7155" y="186"/>
                  </a:cubicBezTo>
                  <a:lnTo>
                    <a:pt x="7575" y="884"/>
                  </a:lnTo>
                  <a:lnTo>
                    <a:pt x="8359" y="279"/>
                  </a:lnTo>
                  <a:lnTo>
                    <a:pt x="10268" y="328"/>
                  </a:lnTo>
                  <a:lnTo>
                    <a:pt x="11757" y="514"/>
                  </a:lnTo>
                  <a:lnTo>
                    <a:pt x="12035" y="5159"/>
                  </a:lnTo>
                  <a:lnTo>
                    <a:pt x="0" y="493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6416613" y="3346894"/>
              <a:ext cx="51641" cy="86779"/>
            </a:xfrm>
            <a:custGeom>
              <a:avLst/>
              <a:gdLst/>
              <a:ahLst/>
              <a:cxnLst/>
              <a:rect l="l" t="t" r="r" b="b"/>
              <a:pathLst>
                <a:path w="1743" h="2929" extrusionOk="0">
                  <a:moveTo>
                    <a:pt x="1421" y="717"/>
                  </a:moveTo>
                  <a:lnTo>
                    <a:pt x="1001" y="1922"/>
                  </a:lnTo>
                  <a:lnTo>
                    <a:pt x="538" y="1878"/>
                  </a:lnTo>
                  <a:lnTo>
                    <a:pt x="0" y="0"/>
                  </a:lnTo>
                  <a:lnTo>
                    <a:pt x="247" y="2892"/>
                  </a:lnTo>
                  <a:lnTo>
                    <a:pt x="1743" y="292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6435456" y="3284824"/>
              <a:ext cx="235065" cy="83313"/>
            </a:xfrm>
            <a:custGeom>
              <a:avLst/>
              <a:gdLst/>
              <a:ahLst/>
              <a:cxnLst/>
              <a:rect l="l" t="t" r="r" b="b"/>
              <a:pathLst>
                <a:path w="7934" h="2812" extrusionOk="0">
                  <a:moveTo>
                    <a:pt x="2731" y="1"/>
                  </a:moveTo>
                  <a:cubicBezTo>
                    <a:pt x="2645" y="1"/>
                    <a:pt x="1385" y="161"/>
                    <a:pt x="1" y="347"/>
                  </a:cubicBezTo>
                  <a:lnTo>
                    <a:pt x="1175" y="304"/>
                  </a:lnTo>
                  <a:lnTo>
                    <a:pt x="1595" y="532"/>
                  </a:lnTo>
                  <a:lnTo>
                    <a:pt x="1965" y="328"/>
                  </a:lnTo>
                  <a:lnTo>
                    <a:pt x="2707" y="396"/>
                  </a:lnTo>
                  <a:lnTo>
                    <a:pt x="2985" y="606"/>
                  </a:lnTo>
                  <a:lnTo>
                    <a:pt x="3380" y="1162"/>
                  </a:lnTo>
                  <a:lnTo>
                    <a:pt x="3584" y="2812"/>
                  </a:lnTo>
                  <a:lnTo>
                    <a:pt x="3745" y="884"/>
                  </a:lnTo>
                  <a:lnTo>
                    <a:pt x="3331" y="186"/>
                  </a:lnTo>
                  <a:cubicBezTo>
                    <a:pt x="3337" y="186"/>
                    <a:pt x="2923" y="1"/>
                    <a:pt x="2731" y="1"/>
                  </a:cubicBezTo>
                  <a:close/>
                  <a:moveTo>
                    <a:pt x="6451" y="328"/>
                  </a:moveTo>
                  <a:lnTo>
                    <a:pt x="4542" y="279"/>
                  </a:lnTo>
                  <a:lnTo>
                    <a:pt x="3757" y="878"/>
                  </a:lnTo>
                  <a:lnTo>
                    <a:pt x="4313" y="810"/>
                  </a:lnTo>
                  <a:lnTo>
                    <a:pt x="4684" y="532"/>
                  </a:lnTo>
                  <a:lnTo>
                    <a:pt x="5332" y="557"/>
                  </a:lnTo>
                  <a:lnTo>
                    <a:pt x="5820" y="674"/>
                  </a:lnTo>
                  <a:lnTo>
                    <a:pt x="6111" y="1045"/>
                  </a:lnTo>
                  <a:lnTo>
                    <a:pt x="6259" y="625"/>
                  </a:lnTo>
                  <a:lnTo>
                    <a:pt x="7933" y="50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6500429" y="3343398"/>
              <a:ext cx="14132" cy="48737"/>
            </a:xfrm>
            <a:custGeom>
              <a:avLst/>
              <a:gdLst/>
              <a:ahLst/>
              <a:cxnLst/>
              <a:rect l="l" t="t" r="r" b="b"/>
              <a:pathLst>
                <a:path w="477" h="1645" extrusionOk="0">
                  <a:moveTo>
                    <a:pt x="1" y="1644"/>
                  </a:moveTo>
                  <a:lnTo>
                    <a:pt x="1" y="1"/>
                  </a:lnTo>
                  <a:lnTo>
                    <a:pt x="477" y="127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6365713" y="3407660"/>
              <a:ext cx="116999" cy="21984"/>
            </a:xfrm>
            <a:custGeom>
              <a:avLst/>
              <a:gdLst/>
              <a:ahLst/>
              <a:cxnLst/>
              <a:rect l="l" t="t" r="r" b="b"/>
              <a:pathLst>
                <a:path w="3949" h="742" extrusionOk="0">
                  <a:moveTo>
                    <a:pt x="1" y="266"/>
                  </a:moveTo>
                  <a:lnTo>
                    <a:pt x="1335" y="0"/>
                  </a:lnTo>
                  <a:lnTo>
                    <a:pt x="2602" y="210"/>
                  </a:lnTo>
                  <a:lnTo>
                    <a:pt x="3949" y="291"/>
                  </a:lnTo>
                  <a:lnTo>
                    <a:pt x="2719" y="630"/>
                  </a:lnTo>
                  <a:lnTo>
                    <a:pt x="1020" y="74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/>
            <p:cNvSpPr/>
            <p:nvPr/>
          </p:nvSpPr>
          <p:spPr>
            <a:xfrm>
              <a:off x="6365713" y="3415511"/>
              <a:ext cx="116999" cy="40679"/>
            </a:xfrm>
            <a:custGeom>
              <a:avLst/>
              <a:gdLst/>
              <a:ahLst/>
              <a:cxnLst/>
              <a:rect l="l" t="t" r="r" b="b"/>
              <a:pathLst>
                <a:path w="3949" h="1373" extrusionOk="0">
                  <a:moveTo>
                    <a:pt x="279" y="1144"/>
                  </a:moveTo>
                  <a:lnTo>
                    <a:pt x="1" y="1"/>
                  </a:lnTo>
                  <a:lnTo>
                    <a:pt x="1323" y="162"/>
                  </a:lnTo>
                  <a:lnTo>
                    <a:pt x="1996" y="69"/>
                  </a:lnTo>
                  <a:lnTo>
                    <a:pt x="3949" y="26"/>
                  </a:lnTo>
                  <a:lnTo>
                    <a:pt x="3788" y="1354"/>
                  </a:lnTo>
                  <a:lnTo>
                    <a:pt x="2534" y="137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/>
            <p:cNvSpPr/>
            <p:nvPr/>
          </p:nvSpPr>
          <p:spPr>
            <a:xfrm>
              <a:off x="6351432" y="3458353"/>
              <a:ext cx="62455" cy="10459"/>
            </a:xfrm>
            <a:custGeom>
              <a:avLst/>
              <a:gdLst/>
              <a:ahLst/>
              <a:cxnLst/>
              <a:rect l="l" t="t" r="r" b="b"/>
              <a:pathLst>
                <a:path w="2108" h="353" extrusionOk="0">
                  <a:moveTo>
                    <a:pt x="1" y="1"/>
                  </a:moveTo>
                  <a:lnTo>
                    <a:pt x="1" y="124"/>
                  </a:lnTo>
                  <a:lnTo>
                    <a:pt x="2108" y="353"/>
                  </a:lnTo>
                  <a:lnTo>
                    <a:pt x="2108" y="19"/>
                  </a:lnTo>
                  <a:lnTo>
                    <a:pt x="1657" y="6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/>
            <p:cNvSpPr/>
            <p:nvPr/>
          </p:nvSpPr>
          <p:spPr>
            <a:xfrm>
              <a:off x="6349240" y="3454886"/>
              <a:ext cx="64647" cy="9540"/>
            </a:xfrm>
            <a:custGeom>
              <a:avLst/>
              <a:gdLst/>
              <a:ahLst/>
              <a:cxnLst/>
              <a:rect l="l" t="t" r="r" b="b"/>
              <a:pathLst>
                <a:path w="2182" h="322" extrusionOk="0">
                  <a:moveTo>
                    <a:pt x="1" y="118"/>
                  </a:moveTo>
                  <a:lnTo>
                    <a:pt x="1533" y="0"/>
                  </a:lnTo>
                  <a:lnTo>
                    <a:pt x="2182" y="136"/>
                  </a:lnTo>
                  <a:lnTo>
                    <a:pt x="2064" y="3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/>
            <p:cNvSpPr/>
            <p:nvPr/>
          </p:nvSpPr>
          <p:spPr>
            <a:xfrm>
              <a:off x="7172203" y="2371646"/>
              <a:ext cx="15584" cy="19258"/>
            </a:xfrm>
            <a:custGeom>
              <a:avLst/>
              <a:gdLst/>
              <a:ahLst/>
              <a:cxnLst/>
              <a:rect l="l" t="t" r="r" b="b"/>
              <a:pathLst>
                <a:path w="526" h="650" extrusionOk="0">
                  <a:moveTo>
                    <a:pt x="93" y="637"/>
                  </a:moveTo>
                  <a:cubicBezTo>
                    <a:pt x="143" y="643"/>
                    <a:pt x="186" y="649"/>
                    <a:pt x="235" y="630"/>
                  </a:cubicBezTo>
                  <a:cubicBezTo>
                    <a:pt x="266" y="612"/>
                    <a:pt x="297" y="587"/>
                    <a:pt x="322" y="569"/>
                  </a:cubicBezTo>
                  <a:cubicBezTo>
                    <a:pt x="365" y="525"/>
                    <a:pt x="414" y="482"/>
                    <a:pt x="445" y="427"/>
                  </a:cubicBezTo>
                  <a:cubicBezTo>
                    <a:pt x="452" y="420"/>
                    <a:pt x="452" y="420"/>
                    <a:pt x="452" y="414"/>
                  </a:cubicBezTo>
                  <a:cubicBezTo>
                    <a:pt x="458" y="402"/>
                    <a:pt x="458" y="396"/>
                    <a:pt x="464" y="383"/>
                  </a:cubicBezTo>
                  <a:lnTo>
                    <a:pt x="464" y="383"/>
                  </a:lnTo>
                  <a:lnTo>
                    <a:pt x="464" y="371"/>
                  </a:lnTo>
                  <a:cubicBezTo>
                    <a:pt x="464" y="365"/>
                    <a:pt x="476" y="359"/>
                    <a:pt x="476" y="359"/>
                  </a:cubicBezTo>
                  <a:cubicBezTo>
                    <a:pt x="489" y="328"/>
                    <a:pt x="507" y="297"/>
                    <a:pt x="513" y="266"/>
                  </a:cubicBezTo>
                  <a:cubicBezTo>
                    <a:pt x="520" y="235"/>
                    <a:pt x="526" y="204"/>
                    <a:pt x="526" y="179"/>
                  </a:cubicBezTo>
                  <a:lnTo>
                    <a:pt x="526" y="142"/>
                  </a:lnTo>
                  <a:lnTo>
                    <a:pt x="526" y="136"/>
                  </a:lnTo>
                  <a:lnTo>
                    <a:pt x="526" y="124"/>
                  </a:lnTo>
                  <a:lnTo>
                    <a:pt x="526" y="81"/>
                  </a:lnTo>
                  <a:cubicBezTo>
                    <a:pt x="526" y="44"/>
                    <a:pt x="507" y="19"/>
                    <a:pt x="464" y="13"/>
                  </a:cubicBezTo>
                  <a:cubicBezTo>
                    <a:pt x="433" y="0"/>
                    <a:pt x="396" y="25"/>
                    <a:pt x="390" y="62"/>
                  </a:cubicBezTo>
                  <a:cubicBezTo>
                    <a:pt x="390" y="74"/>
                    <a:pt x="384" y="87"/>
                    <a:pt x="384" y="93"/>
                  </a:cubicBezTo>
                  <a:lnTo>
                    <a:pt x="384" y="105"/>
                  </a:lnTo>
                  <a:lnTo>
                    <a:pt x="371" y="112"/>
                  </a:lnTo>
                  <a:cubicBezTo>
                    <a:pt x="365" y="124"/>
                    <a:pt x="359" y="142"/>
                    <a:pt x="359" y="155"/>
                  </a:cubicBezTo>
                  <a:lnTo>
                    <a:pt x="359" y="167"/>
                  </a:lnTo>
                  <a:lnTo>
                    <a:pt x="353" y="173"/>
                  </a:lnTo>
                  <a:cubicBezTo>
                    <a:pt x="334" y="204"/>
                    <a:pt x="322" y="241"/>
                    <a:pt x="297" y="272"/>
                  </a:cubicBezTo>
                  <a:cubicBezTo>
                    <a:pt x="291" y="272"/>
                    <a:pt x="291" y="278"/>
                    <a:pt x="279" y="278"/>
                  </a:cubicBezTo>
                  <a:lnTo>
                    <a:pt x="266" y="297"/>
                  </a:lnTo>
                  <a:lnTo>
                    <a:pt x="235" y="328"/>
                  </a:lnTo>
                  <a:cubicBezTo>
                    <a:pt x="229" y="334"/>
                    <a:pt x="211" y="340"/>
                    <a:pt x="204" y="359"/>
                  </a:cubicBezTo>
                  <a:lnTo>
                    <a:pt x="186" y="371"/>
                  </a:lnTo>
                  <a:lnTo>
                    <a:pt x="186" y="371"/>
                  </a:lnTo>
                  <a:lnTo>
                    <a:pt x="118" y="420"/>
                  </a:lnTo>
                  <a:cubicBezTo>
                    <a:pt x="93" y="433"/>
                    <a:pt x="75" y="451"/>
                    <a:pt x="56" y="476"/>
                  </a:cubicBezTo>
                  <a:cubicBezTo>
                    <a:pt x="50" y="482"/>
                    <a:pt x="44" y="495"/>
                    <a:pt x="31" y="507"/>
                  </a:cubicBezTo>
                  <a:cubicBezTo>
                    <a:pt x="1" y="544"/>
                    <a:pt x="44" y="630"/>
                    <a:pt x="93" y="63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/>
            <p:cNvSpPr/>
            <p:nvPr/>
          </p:nvSpPr>
          <p:spPr>
            <a:xfrm>
              <a:off x="7013133" y="2430219"/>
              <a:ext cx="4237" cy="11377"/>
            </a:xfrm>
            <a:custGeom>
              <a:avLst/>
              <a:gdLst/>
              <a:ahLst/>
              <a:cxnLst/>
              <a:rect l="l" t="t" r="r" b="b"/>
              <a:pathLst>
                <a:path w="143" h="384" extrusionOk="0">
                  <a:moveTo>
                    <a:pt x="25" y="272"/>
                  </a:moveTo>
                  <a:cubicBezTo>
                    <a:pt x="38" y="297"/>
                    <a:pt x="38" y="322"/>
                    <a:pt x="44" y="340"/>
                  </a:cubicBezTo>
                  <a:cubicBezTo>
                    <a:pt x="50" y="383"/>
                    <a:pt x="112" y="383"/>
                    <a:pt x="118" y="340"/>
                  </a:cubicBezTo>
                  <a:cubicBezTo>
                    <a:pt x="131" y="322"/>
                    <a:pt x="137" y="297"/>
                    <a:pt x="137" y="272"/>
                  </a:cubicBezTo>
                  <a:cubicBezTo>
                    <a:pt x="143" y="247"/>
                    <a:pt x="143" y="217"/>
                    <a:pt x="143" y="198"/>
                  </a:cubicBezTo>
                  <a:cubicBezTo>
                    <a:pt x="143" y="173"/>
                    <a:pt x="143" y="149"/>
                    <a:pt x="137" y="124"/>
                  </a:cubicBezTo>
                  <a:cubicBezTo>
                    <a:pt x="137" y="99"/>
                    <a:pt x="137" y="81"/>
                    <a:pt x="131" y="56"/>
                  </a:cubicBezTo>
                  <a:cubicBezTo>
                    <a:pt x="131" y="25"/>
                    <a:pt x="106" y="0"/>
                    <a:pt x="75" y="0"/>
                  </a:cubicBezTo>
                  <a:cubicBezTo>
                    <a:pt x="44" y="0"/>
                    <a:pt x="19" y="25"/>
                    <a:pt x="19" y="56"/>
                  </a:cubicBezTo>
                  <a:cubicBezTo>
                    <a:pt x="19" y="81"/>
                    <a:pt x="19" y="99"/>
                    <a:pt x="13" y="124"/>
                  </a:cubicBezTo>
                  <a:cubicBezTo>
                    <a:pt x="13" y="149"/>
                    <a:pt x="1" y="173"/>
                    <a:pt x="1" y="198"/>
                  </a:cubicBezTo>
                  <a:cubicBezTo>
                    <a:pt x="19" y="217"/>
                    <a:pt x="19" y="247"/>
                    <a:pt x="25" y="27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7052686" y="2490422"/>
              <a:ext cx="11377" cy="11584"/>
            </a:xfrm>
            <a:custGeom>
              <a:avLst/>
              <a:gdLst/>
              <a:ahLst/>
              <a:cxnLst/>
              <a:rect l="l" t="t" r="r" b="b"/>
              <a:pathLst>
                <a:path w="384" h="391" extrusionOk="0">
                  <a:moveTo>
                    <a:pt x="13" y="372"/>
                  </a:moveTo>
                  <a:cubicBezTo>
                    <a:pt x="31" y="390"/>
                    <a:pt x="62" y="390"/>
                    <a:pt x="74" y="372"/>
                  </a:cubicBezTo>
                  <a:cubicBezTo>
                    <a:pt x="99" y="347"/>
                    <a:pt x="124" y="335"/>
                    <a:pt x="155" y="310"/>
                  </a:cubicBezTo>
                  <a:lnTo>
                    <a:pt x="223" y="242"/>
                  </a:lnTo>
                  <a:lnTo>
                    <a:pt x="359" y="100"/>
                  </a:lnTo>
                  <a:cubicBezTo>
                    <a:pt x="383" y="75"/>
                    <a:pt x="383" y="50"/>
                    <a:pt x="359" y="26"/>
                  </a:cubicBezTo>
                  <a:cubicBezTo>
                    <a:pt x="340" y="1"/>
                    <a:pt x="309" y="1"/>
                    <a:pt x="284" y="26"/>
                  </a:cubicBezTo>
                  <a:lnTo>
                    <a:pt x="142" y="162"/>
                  </a:lnTo>
                  <a:lnTo>
                    <a:pt x="74" y="236"/>
                  </a:lnTo>
                  <a:cubicBezTo>
                    <a:pt x="50" y="254"/>
                    <a:pt x="31" y="285"/>
                    <a:pt x="13" y="310"/>
                  </a:cubicBezTo>
                  <a:cubicBezTo>
                    <a:pt x="0" y="328"/>
                    <a:pt x="0" y="359"/>
                    <a:pt x="13" y="37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/>
            <p:cNvSpPr/>
            <p:nvPr/>
          </p:nvSpPr>
          <p:spPr>
            <a:xfrm>
              <a:off x="7273440" y="3181958"/>
              <a:ext cx="6785" cy="8651"/>
            </a:xfrm>
            <a:custGeom>
              <a:avLst/>
              <a:gdLst/>
              <a:ahLst/>
              <a:cxnLst/>
              <a:rect l="l" t="t" r="r" b="b"/>
              <a:pathLst>
                <a:path w="229" h="292" extrusionOk="0">
                  <a:moveTo>
                    <a:pt x="0" y="229"/>
                  </a:moveTo>
                  <a:cubicBezTo>
                    <a:pt x="0" y="248"/>
                    <a:pt x="6" y="260"/>
                    <a:pt x="25" y="266"/>
                  </a:cubicBezTo>
                  <a:cubicBezTo>
                    <a:pt x="31" y="279"/>
                    <a:pt x="37" y="285"/>
                    <a:pt x="56" y="285"/>
                  </a:cubicBezTo>
                  <a:cubicBezTo>
                    <a:pt x="68" y="291"/>
                    <a:pt x="93" y="291"/>
                    <a:pt x="105" y="285"/>
                  </a:cubicBezTo>
                  <a:cubicBezTo>
                    <a:pt x="136" y="279"/>
                    <a:pt x="161" y="260"/>
                    <a:pt x="185" y="235"/>
                  </a:cubicBezTo>
                  <a:cubicBezTo>
                    <a:pt x="192" y="229"/>
                    <a:pt x="210" y="223"/>
                    <a:pt x="210" y="217"/>
                  </a:cubicBezTo>
                  <a:cubicBezTo>
                    <a:pt x="216" y="205"/>
                    <a:pt x="216" y="192"/>
                    <a:pt x="222" y="186"/>
                  </a:cubicBezTo>
                  <a:cubicBezTo>
                    <a:pt x="229" y="168"/>
                    <a:pt x="229" y="143"/>
                    <a:pt x="229" y="130"/>
                  </a:cubicBezTo>
                  <a:cubicBezTo>
                    <a:pt x="229" y="93"/>
                    <a:pt x="222" y="50"/>
                    <a:pt x="192" y="19"/>
                  </a:cubicBezTo>
                  <a:cubicBezTo>
                    <a:pt x="179" y="7"/>
                    <a:pt x="148" y="1"/>
                    <a:pt x="124" y="7"/>
                  </a:cubicBezTo>
                  <a:lnTo>
                    <a:pt x="105" y="7"/>
                  </a:lnTo>
                  <a:cubicBezTo>
                    <a:pt x="87" y="7"/>
                    <a:pt x="68" y="19"/>
                    <a:pt x="68" y="44"/>
                  </a:cubicBezTo>
                  <a:cubicBezTo>
                    <a:pt x="68" y="62"/>
                    <a:pt x="74" y="75"/>
                    <a:pt x="93" y="81"/>
                  </a:cubicBezTo>
                  <a:cubicBezTo>
                    <a:pt x="93" y="93"/>
                    <a:pt x="99" y="93"/>
                    <a:pt x="99" y="100"/>
                  </a:cubicBezTo>
                  <a:lnTo>
                    <a:pt x="99" y="100"/>
                  </a:lnTo>
                  <a:lnTo>
                    <a:pt x="99" y="93"/>
                  </a:lnTo>
                  <a:lnTo>
                    <a:pt x="99" y="100"/>
                  </a:lnTo>
                  <a:lnTo>
                    <a:pt x="99" y="100"/>
                  </a:lnTo>
                  <a:lnTo>
                    <a:pt x="99" y="106"/>
                  </a:lnTo>
                  <a:lnTo>
                    <a:pt x="99" y="106"/>
                  </a:lnTo>
                  <a:lnTo>
                    <a:pt x="99" y="112"/>
                  </a:lnTo>
                  <a:cubicBezTo>
                    <a:pt x="99" y="124"/>
                    <a:pt x="99" y="130"/>
                    <a:pt x="93" y="137"/>
                  </a:cubicBezTo>
                  <a:cubicBezTo>
                    <a:pt x="93" y="143"/>
                    <a:pt x="93" y="143"/>
                    <a:pt x="87" y="155"/>
                  </a:cubicBezTo>
                  <a:cubicBezTo>
                    <a:pt x="74" y="161"/>
                    <a:pt x="74" y="168"/>
                    <a:pt x="74" y="174"/>
                  </a:cubicBezTo>
                  <a:lnTo>
                    <a:pt x="74" y="174"/>
                  </a:lnTo>
                  <a:lnTo>
                    <a:pt x="68" y="186"/>
                  </a:lnTo>
                  <a:lnTo>
                    <a:pt x="68" y="186"/>
                  </a:lnTo>
                  <a:lnTo>
                    <a:pt x="62" y="186"/>
                  </a:lnTo>
                  <a:lnTo>
                    <a:pt x="68" y="186"/>
                  </a:lnTo>
                  <a:lnTo>
                    <a:pt x="68" y="186"/>
                  </a:lnTo>
                  <a:cubicBezTo>
                    <a:pt x="62" y="186"/>
                    <a:pt x="56" y="174"/>
                    <a:pt x="43" y="174"/>
                  </a:cubicBezTo>
                  <a:cubicBezTo>
                    <a:pt x="37" y="174"/>
                    <a:pt x="31" y="174"/>
                    <a:pt x="43" y="174"/>
                  </a:cubicBezTo>
                  <a:cubicBezTo>
                    <a:pt x="31" y="174"/>
                    <a:pt x="12" y="174"/>
                    <a:pt x="6" y="186"/>
                  </a:cubicBezTo>
                  <a:cubicBezTo>
                    <a:pt x="0" y="198"/>
                    <a:pt x="0" y="217"/>
                    <a:pt x="0" y="22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/>
            <p:cNvSpPr/>
            <p:nvPr/>
          </p:nvSpPr>
          <p:spPr>
            <a:xfrm>
              <a:off x="7239754" y="3162196"/>
              <a:ext cx="6074" cy="17065"/>
            </a:xfrm>
            <a:custGeom>
              <a:avLst/>
              <a:gdLst/>
              <a:ahLst/>
              <a:cxnLst/>
              <a:rect l="l" t="t" r="r" b="b"/>
              <a:pathLst>
                <a:path w="205" h="576" extrusionOk="0">
                  <a:moveTo>
                    <a:pt x="25" y="550"/>
                  </a:moveTo>
                  <a:cubicBezTo>
                    <a:pt x="37" y="575"/>
                    <a:pt x="68" y="575"/>
                    <a:pt x="93" y="557"/>
                  </a:cubicBezTo>
                  <a:cubicBezTo>
                    <a:pt x="124" y="526"/>
                    <a:pt x="124" y="482"/>
                    <a:pt x="142" y="439"/>
                  </a:cubicBezTo>
                  <a:cubicBezTo>
                    <a:pt x="149" y="402"/>
                    <a:pt x="155" y="359"/>
                    <a:pt x="161" y="316"/>
                  </a:cubicBezTo>
                  <a:cubicBezTo>
                    <a:pt x="179" y="241"/>
                    <a:pt x="192" y="155"/>
                    <a:pt x="204" y="68"/>
                  </a:cubicBezTo>
                  <a:cubicBezTo>
                    <a:pt x="204" y="50"/>
                    <a:pt x="192" y="13"/>
                    <a:pt x="173" y="7"/>
                  </a:cubicBezTo>
                  <a:cubicBezTo>
                    <a:pt x="149" y="0"/>
                    <a:pt x="118" y="19"/>
                    <a:pt x="111" y="38"/>
                  </a:cubicBezTo>
                  <a:cubicBezTo>
                    <a:pt x="87" y="124"/>
                    <a:pt x="68" y="204"/>
                    <a:pt x="56" y="285"/>
                  </a:cubicBezTo>
                  <a:lnTo>
                    <a:pt x="31" y="402"/>
                  </a:lnTo>
                  <a:cubicBezTo>
                    <a:pt x="19" y="458"/>
                    <a:pt x="0" y="513"/>
                    <a:pt x="25" y="5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7245798" y="3063181"/>
              <a:ext cx="4770" cy="13747"/>
            </a:xfrm>
            <a:custGeom>
              <a:avLst/>
              <a:gdLst/>
              <a:ahLst/>
              <a:cxnLst/>
              <a:rect l="l" t="t" r="r" b="b"/>
              <a:pathLst>
                <a:path w="161" h="464" extrusionOk="0">
                  <a:moveTo>
                    <a:pt x="43" y="439"/>
                  </a:moveTo>
                  <a:cubicBezTo>
                    <a:pt x="62" y="408"/>
                    <a:pt x="68" y="377"/>
                    <a:pt x="74" y="346"/>
                  </a:cubicBezTo>
                  <a:cubicBezTo>
                    <a:pt x="80" y="315"/>
                    <a:pt x="99" y="284"/>
                    <a:pt x="105" y="253"/>
                  </a:cubicBezTo>
                  <a:cubicBezTo>
                    <a:pt x="130" y="192"/>
                    <a:pt x="136" y="130"/>
                    <a:pt x="155" y="68"/>
                  </a:cubicBezTo>
                  <a:cubicBezTo>
                    <a:pt x="161" y="25"/>
                    <a:pt x="93" y="0"/>
                    <a:pt x="74" y="43"/>
                  </a:cubicBezTo>
                  <a:cubicBezTo>
                    <a:pt x="62" y="105"/>
                    <a:pt x="37" y="167"/>
                    <a:pt x="25" y="229"/>
                  </a:cubicBezTo>
                  <a:cubicBezTo>
                    <a:pt x="19" y="260"/>
                    <a:pt x="13" y="291"/>
                    <a:pt x="13" y="321"/>
                  </a:cubicBezTo>
                  <a:cubicBezTo>
                    <a:pt x="6" y="352"/>
                    <a:pt x="0" y="383"/>
                    <a:pt x="0" y="426"/>
                  </a:cubicBezTo>
                  <a:cubicBezTo>
                    <a:pt x="0" y="457"/>
                    <a:pt x="31" y="463"/>
                    <a:pt x="43" y="43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/>
            <p:cNvSpPr/>
            <p:nvPr/>
          </p:nvSpPr>
          <p:spPr>
            <a:xfrm>
              <a:off x="7363300" y="2785127"/>
              <a:ext cx="6074" cy="11762"/>
            </a:xfrm>
            <a:custGeom>
              <a:avLst/>
              <a:gdLst/>
              <a:ahLst/>
              <a:cxnLst/>
              <a:rect l="l" t="t" r="r" b="b"/>
              <a:pathLst>
                <a:path w="205" h="397" extrusionOk="0">
                  <a:moveTo>
                    <a:pt x="38" y="371"/>
                  </a:moveTo>
                  <a:cubicBezTo>
                    <a:pt x="75" y="396"/>
                    <a:pt x="124" y="377"/>
                    <a:pt x="149" y="340"/>
                  </a:cubicBezTo>
                  <a:cubicBezTo>
                    <a:pt x="155" y="328"/>
                    <a:pt x="161" y="310"/>
                    <a:pt x="161" y="297"/>
                  </a:cubicBezTo>
                  <a:cubicBezTo>
                    <a:pt x="173" y="272"/>
                    <a:pt x="173" y="248"/>
                    <a:pt x="180" y="223"/>
                  </a:cubicBezTo>
                  <a:cubicBezTo>
                    <a:pt x="186" y="204"/>
                    <a:pt x="186" y="180"/>
                    <a:pt x="192" y="155"/>
                  </a:cubicBezTo>
                  <a:cubicBezTo>
                    <a:pt x="192" y="143"/>
                    <a:pt x="204" y="124"/>
                    <a:pt x="204" y="112"/>
                  </a:cubicBezTo>
                  <a:cubicBezTo>
                    <a:pt x="204" y="93"/>
                    <a:pt x="204" y="87"/>
                    <a:pt x="192" y="69"/>
                  </a:cubicBezTo>
                  <a:cubicBezTo>
                    <a:pt x="192" y="50"/>
                    <a:pt x="180" y="19"/>
                    <a:pt x="149" y="7"/>
                  </a:cubicBezTo>
                  <a:cubicBezTo>
                    <a:pt x="118" y="1"/>
                    <a:pt x="93" y="19"/>
                    <a:pt x="81" y="38"/>
                  </a:cubicBezTo>
                  <a:cubicBezTo>
                    <a:pt x="62" y="62"/>
                    <a:pt x="50" y="87"/>
                    <a:pt x="50" y="112"/>
                  </a:cubicBezTo>
                  <a:cubicBezTo>
                    <a:pt x="38" y="130"/>
                    <a:pt x="38" y="149"/>
                    <a:pt x="31" y="174"/>
                  </a:cubicBezTo>
                  <a:cubicBezTo>
                    <a:pt x="25" y="192"/>
                    <a:pt x="25" y="211"/>
                    <a:pt x="19" y="235"/>
                  </a:cubicBezTo>
                  <a:cubicBezTo>
                    <a:pt x="7" y="254"/>
                    <a:pt x="7" y="285"/>
                    <a:pt x="7" y="310"/>
                  </a:cubicBezTo>
                  <a:cubicBezTo>
                    <a:pt x="1" y="334"/>
                    <a:pt x="19" y="359"/>
                    <a:pt x="38" y="37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9"/>
            <p:cNvSpPr/>
            <p:nvPr/>
          </p:nvSpPr>
          <p:spPr>
            <a:xfrm>
              <a:off x="7347746" y="2781660"/>
              <a:ext cx="7170" cy="5155"/>
            </a:xfrm>
            <a:custGeom>
              <a:avLst/>
              <a:gdLst/>
              <a:ahLst/>
              <a:cxnLst/>
              <a:rect l="l" t="t" r="r" b="b"/>
              <a:pathLst>
                <a:path w="242" h="174" extrusionOk="0">
                  <a:moveTo>
                    <a:pt x="0" y="118"/>
                  </a:moveTo>
                  <a:cubicBezTo>
                    <a:pt x="0" y="136"/>
                    <a:pt x="0" y="149"/>
                    <a:pt x="19" y="155"/>
                  </a:cubicBezTo>
                  <a:cubicBezTo>
                    <a:pt x="25" y="167"/>
                    <a:pt x="37" y="167"/>
                    <a:pt x="56" y="167"/>
                  </a:cubicBezTo>
                  <a:cubicBezTo>
                    <a:pt x="62" y="167"/>
                    <a:pt x="68" y="173"/>
                    <a:pt x="87" y="173"/>
                  </a:cubicBezTo>
                  <a:cubicBezTo>
                    <a:pt x="93" y="173"/>
                    <a:pt x="99" y="173"/>
                    <a:pt x="118" y="167"/>
                  </a:cubicBezTo>
                  <a:cubicBezTo>
                    <a:pt x="130" y="167"/>
                    <a:pt x="136" y="155"/>
                    <a:pt x="155" y="149"/>
                  </a:cubicBezTo>
                  <a:lnTo>
                    <a:pt x="204" y="124"/>
                  </a:lnTo>
                  <a:cubicBezTo>
                    <a:pt x="223" y="111"/>
                    <a:pt x="241" y="81"/>
                    <a:pt x="223" y="50"/>
                  </a:cubicBezTo>
                  <a:cubicBezTo>
                    <a:pt x="217" y="19"/>
                    <a:pt x="180" y="0"/>
                    <a:pt x="155" y="13"/>
                  </a:cubicBezTo>
                  <a:cubicBezTo>
                    <a:pt x="136" y="19"/>
                    <a:pt x="124" y="19"/>
                    <a:pt x="112" y="25"/>
                  </a:cubicBezTo>
                  <a:cubicBezTo>
                    <a:pt x="93" y="31"/>
                    <a:pt x="87" y="31"/>
                    <a:pt x="68" y="43"/>
                  </a:cubicBezTo>
                  <a:cubicBezTo>
                    <a:pt x="62" y="43"/>
                    <a:pt x="62" y="50"/>
                    <a:pt x="56" y="56"/>
                  </a:cubicBezTo>
                  <a:cubicBezTo>
                    <a:pt x="44" y="62"/>
                    <a:pt x="37" y="74"/>
                    <a:pt x="31" y="87"/>
                  </a:cubicBezTo>
                  <a:cubicBezTo>
                    <a:pt x="7" y="93"/>
                    <a:pt x="0" y="105"/>
                    <a:pt x="0" y="1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9"/>
            <p:cNvSpPr/>
            <p:nvPr/>
          </p:nvSpPr>
          <p:spPr>
            <a:xfrm>
              <a:off x="7327599" y="2741189"/>
              <a:ext cx="6074" cy="10103"/>
            </a:xfrm>
            <a:custGeom>
              <a:avLst/>
              <a:gdLst/>
              <a:ahLst/>
              <a:cxnLst/>
              <a:rect l="l" t="t" r="r" b="b"/>
              <a:pathLst>
                <a:path w="205" h="341" extrusionOk="0">
                  <a:moveTo>
                    <a:pt x="38" y="328"/>
                  </a:moveTo>
                  <a:cubicBezTo>
                    <a:pt x="56" y="316"/>
                    <a:pt x="63" y="310"/>
                    <a:pt x="69" y="297"/>
                  </a:cubicBezTo>
                  <a:cubicBezTo>
                    <a:pt x="81" y="285"/>
                    <a:pt x="87" y="273"/>
                    <a:pt x="93" y="267"/>
                  </a:cubicBezTo>
                  <a:cubicBezTo>
                    <a:pt x="112" y="242"/>
                    <a:pt x="118" y="223"/>
                    <a:pt x="131" y="205"/>
                  </a:cubicBezTo>
                  <a:cubicBezTo>
                    <a:pt x="155" y="162"/>
                    <a:pt x="180" y="118"/>
                    <a:pt x="192" y="69"/>
                  </a:cubicBezTo>
                  <a:cubicBezTo>
                    <a:pt x="205" y="50"/>
                    <a:pt x="205" y="26"/>
                    <a:pt x="180" y="7"/>
                  </a:cubicBezTo>
                  <a:cubicBezTo>
                    <a:pt x="155" y="1"/>
                    <a:pt x="131" y="1"/>
                    <a:pt x="118" y="26"/>
                  </a:cubicBezTo>
                  <a:cubicBezTo>
                    <a:pt x="93" y="69"/>
                    <a:pt x="63" y="112"/>
                    <a:pt x="50" y="155"/>
                  </a:cubicBezTo>
                  <a:cubicBezTo>
                    <a:pt x="38" y="180"/>
                    <a:pt x="32" y="205"/>
                    <a:pt x="25" y="217"/>
                  </a:cubicBezTo>
                  <a:cubicBezTo>
                    <a:pt x="19" y="242"/>
                    <a:pt x="1" y="267"/>
                    <a:pt x="1" y="285"/>
                  </a:cubicBezTo>
                  <a:cubicBezTo>
                    <a:pt x="1" y="328"/>
                    <a:pt x="25" y="341"/>
                    <a:pt x="38" y="32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7358530" y="2849922"/>
              <a:ext cx="8266" cy="4800"/>
            </a:xfrm>
            <a:custGeom>
              <a:avLst/>
              <a:gdLst/>
              <a:ahLst/>
              <a:cxnLst/>
              <a:rect l="l" t="t" r="r" b="b"/>
              <a:pathLst>
                <a:path w="279" h="162" extrusionOk="0">
                  <a:moveTo>
                    <a:pt x="38" y="149"/>
                  </a:moveTo>
                  <a:cubicBezTo>
                    <a:pt x="38" y="149"/>
                    <a:pt x="44" y="149"/>
                    <a:pt x="44" y="155"/>
                  </a:cubicBezTo>
                  <a:cubicBezTo>
                    <a:pt x="63" y="161"/>
                    <a:pt x="69" y="155"/>
                    <a:pt x="87" y="155"/>
                  </a:cubicBezTo>
                  <a:cubicBezTo>
                    <a:pt x="100" y="149"/>
                    <a:pt x="124" y="149"/>
                    <a:pt x="137" y="137"/>
                  </a:cubicBezTo>
                  <a:cubicBezTo>
                    <a:pt x="155" y="130"/>
                    <a:pt x="180" y="130"/>
                    <a:pt x="192" y="124"/>
                  </a:cubicBezTo>
                  <a:cubicBezTo>
                    <a:pt x="211" y="124"/>
                    <a:pt x="217" y="118"/>
                    <a:pt x="229" y="106"/>
                  </a:cubicBezTo>
                  <a:cubicBezTo>
                    <a:pt x="242" y="100"/>
                    <a:pt x="248" y="93"/>
                    <a:pt x="260" y="87"/>
                  </a:cubicBezTo>
                  <a:cubicBezTo>
                    <a:pt x="273" y="69"/>
                    <a:pt x="279" y="56"/>
                    <a:pt x="279" y="38"/>
                  </a:cubicBezTo>
                  <a:cubicBezTo>
                    <a:pt x="273" y="25"/>
                    <a:pt x="260" y="7"/>
                    <a:pt x="248" y="7"/>
                  </a:cubicBezTo>
                  <a:cubicBezTo>
                    <a:pt x="229" y="7"/>
                    <a:pt x="223" y="1"/>
                    <a:pt x="211" y="1"/>
                  </a:cubicBezTo>
                  <a:cubicBezTo>
                    <a:pt x="192" y="1"/>
                    <a:pt x="186" y="7"/>
                    <a:pt x="168" y="7"/>
                  </a:cubicBezTo>
                  <a:cubicBezTo>
                    <a:pt x="155" y="13"/>
                    <a:pt x="131" y="25"/>
                    <a:pt x="118" y="25"/>
                  </a:cubicBezTo>
                  <a:cubicBezTo>
                    <a:pt x="100" y="32"/>
                    <a:pt x="75" y="38"/>
                    <a:pt x="63" y="38"/>
                  </a:cubicBezTo>
                  <a:cubicBezTo>
                    <a:pt x="44" y="44"/>
                    <a:pt x="38" y="44"/>
                    <a:pt x="32" y="56"/>
                  </a:cubicBezTo>
                  <a:lnTo>
                    <a:pt x="13" y="69"/>
                  </a:lnTo>
                  <a:cubicBezTo>
                    <a:pt x="7" y="87"/>
                    <a:pt x="1" y="93"/>
                    <a:pt x="7" y="106"/>
                  </a:cubicBezTo>
                  <a:cubicBezTo>
                    <a:pt x="7" y="130"/>
                    <a:pt x="26" y="137"/>
                    <a:pt x="38" y="14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/>
            <p:cNvSpPr/>
            <p:nvPr/>
          </p:nvSpPr>
          <p:spPr>
            <a:xfrm>
              <a:off x="7272522" y="2842426"/>
              <a:ext cx="5866" cy="5896"/>
            </a:xfrm>
            <a:custGeom>
              <a:avLst/>
              <a:gdLst/>
              <a:ahLst/>
              <a:cxnLst/>
              <a:rect l="l" t="t" r="r" b="b"/>
              <a:pathLst>
                <a:path w="198" h="199" extrusionOk="0">
                  <a:moveTo>
                    <a:pt x="37" y="192"/>
                  </a:moveTo>
                  <a:cubicBezTo>
                    <a:pt x="37" y="192"/>
                    <a:pt x="43" y="192"/>
                    <a:pt x="43" y="186"/>
                  </a:cubicBezTo>
                  <a:cubicBezTo>
                    <a:pt x="56" y="186"/>
                    <a:pt x="56" y="173"/>
                    <a:pt x="62" y="173"/>
                  </a:cubicBezTo>
                  <a:lnTo>
                    <a:pt x="74" y="161"/>
                  </a:lnTo>
                  <a:cubicBezTo>
                    <a:pt x="93" y="149"/>
                    <a:pt x="99" y="136"/>
                    <a:pt x="118" y="130"/>
                  </a:cubicBezTo>
                  <a:cubicBezTo>
                    <a:pt x="136" y="112"/>
                    <a:pt x="161" y="93"/>
                    <a:pt x="186" y="74"/>
                  </a:cubicBezTo>
                  <a:cubicBezTo>
                    <a:pt x="192" y="68"/>
                    <a:pt x="198" y="50"/>
                    <a:pt x="198" y="44"/>
                  </a:cubicBezTo>
                  <a:cubicBezTo>
                    <a:pt x="198" y="37"/>
                    <a:pt x="192" y="19"/>
                    <a:pt x="186" y="13"/>
                  </a:cubicBezTo>
                  <a:cubicBezTo>
                    <a:pt x="179" y="7"/>
                    <a:pt x="161" y="0"/>
                    <a:pt x="155" y="0"/>
                  </a:cubicBezTo>
                  <a:cubicBezTo>
                    <a:pt x="148" y="0"/>
                    <a:pt x="130" y="7"/>
                    <a:pt x="124" y="13"/>
                  </a:cubicBezTo>
                  <a:cubicBezTo>
                    <a:pt x="105" y="37"/>
                    <a:pt x="87" y="62"/>
                    <a:pt x="68" y="81"/>
                  </a:cubicBezTo>
                  <a:cubicBezTo>
                    <a:pt x="62" y="93"/>
                    <a:pt x="56" y="105"/>
                    <a:pt x="37" y="112"/>
                  </a:cubicBezTo>
                  <a:lnTo>
                    <a:pt x="25" y="130"/>
                  </a:lnTo>
                  <a:cubicBezTo>
                    <a:pt x="25" y="136"/>
                    <a:pt x="13" y="136"/>
                    <a:pt x="13" y="142"/>
                  </a:cubicBezTo>
                  <a:cubicBezTo>
                    <a:pt x="13" y="155"/>
                    <a:pt x="6" y="155"/>
                    <a:pt x="6" y="161"/>
                  </a:cubicBezTo>
                  <a:cubicBezTo>
                    <a:pt x="0" y="186"/>
                    <a:pt x="13" y="198"/>
                    <a:pt x="37" y="19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/>
            <p:cNvSpPr/>
            <p:nvPr/>
          </p:nvSpPr>
          <p:spPr>
            <a:xfrm>
              <a:off x="7411267" y="2730049"/>
              <a:ext cx="8977" cy="8977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19" y="284"/>
                  </a:moveTo>
                  <a:cubicBezTo>
                    <a:pt x="37" y="303"/>
                    <a:pt x="56" y="303"/>
                    <a:pt x="74" y="290"/>
                  </a:cubicBezTo>
                  <a:cubicBezTo>
                    <a:pt x="80" y="284"/>
                    <a:pt x="87" y="284"/>
                    <a:pt x="105" y="278"/>
                  </a:cubicBezTo>
                  <a:cubicBezTo>
                    <a:pt x="118" y="272"/>
                    <a:pt x="130" y="259"/>
                    <a:pt x="136" y="247"/>
                  </a:cubicBezTo>
                  <a:lnTo>
                    <a:pt x="179" y="198"/>
                  </a:lnTo>
                  <a:lnTo>
                    <a:pt x="284" y="105"/>
                  </a:lnTo>
                  <a:cubicBezTo>
                    <a:pt x="303" y="87"/>
                    <a:pt x="303" y="43"/>
                    <a:pt x="284" y="25"/>
                  </a:cubicBezTo>
                  <a:cubicBezTo>
                    <a:pt x="260" y="0"/>
                    <a:pt x="223" y="0"/>
                    <a:pt x="198" y="25"/>
                  </a:cubicBezTo>
                  <a:lnTo>
                    <a:pt x="105" y="117"/>
                  </a:lnTo>
                  <a:lnTo>
                    <a:pt x="56" y="161"/>
                  </a:lnTo>
                  <a:lnTo>
                    <a:pt x="25" y="192"/>
                  </a:lnTo>
                  <a:cubicBezTo>
                    <a:pt x="19" y="198"/>
                    <a:pt x="19" y="210"/>
                    <a:pt x="13" y="222"/>
                  </a:cubicBezTo>
                  <a:cubicBezTo>
                    <a:pt x="0" y="247"/>
                    <a:pt x="0" y="272"/>
                    <a:pt x="19" y="28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6467128" y="2694704"/>
              <a:ext cx="4592" cy="15229"/>
            </a:xfrm>
            <a:custGeom>
              <a:avLst/>
              <a:gdLst/>
              <a:ahLst/>
              <a:cxnLst/>
              <a:rect l="l" t="t" r="r" b="b"/>
              <a:pathLst>
                <a:path w="155" h="514" extrusionOk="0">
                  <a:moveTo>
                    <a:pt x="31" y="476"/>
                  </a:moveTo>
                  <a:cubicBezTo>
                    <a:pt x="56" y="513"/>
                    <a:pt x="106" y="513"/>
                    <a:pt x="130" y="476"/>
                  </a:cubicBezTo>
                  <a:cubicBezTo>
                    <a:pt x="149" y="452"/>
                    <a:pt x="155" y="433"/>
                    <a:pt x="155" y="402"/>
                  </a:cubicBezTo>
                  <a:lnTo>
                    <a:pt x="155" y="359"/>
                  </a:lnTo>
                  <a:lnTo>
                    <a:pt x="155" y="266"/>
                  </a:lnTo>
                  <a:cubicBezTo>
                    <a:pt x="155" y="205"/>
                    <a:pt x="155" y="143"/>
                    <a:pt x="149" y="75"/>
                  </a:cubicBezTo>
                  <a:cubicBezTo>
                    <a:pt x="149" y="32"/>
                    <a:pt x="118" y="1"/>
                    <a:pt x="75" y="1"/>
                  </a:cubicBezTo>
                  <a:cubicBezTo>
                    <a:pt x="38" y="1"/>
                    <a:pt x="7" y="32"/>
                    <a:pt x="7" y="75"/>
                  </a:cubicBezTo>
                  <a:cubicBezTo>
                    <a:pt x="7" y="137"/>
                    <a:pt x="7" y="198"/>
                    <a:pt x="0" y="266"/>
                  </a:cubicBezTo>
                  <a:lnTo>
                    <a:pt x="0" y="359"/>
                  </a:lnTo>
                  <a:lnTo>
                    <a:pt x="0" y="402"/>
                  </a:lnTo>
                  <a:cubicBezTo>
                    <a:pt x="7" y="427"/>
                    <a:pt x="13" y="452"/>
                    <a:pt x="31" y="476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6425768" y="2672365"/>
              <a:ext cx="5511" cy="13036"/>
            </a:xfrm>
            <a:custGeom>
              <a:avLst/>
              <a:gdLst/>
              <a:ahLst/>
              <a:cxnLst/>
              <a:rect l="l" t="t" r="r" b="b"/>
              <a:pathLst>
                <a:path w="186" h="440" extrusionOk="0">
                  <a:moveTo>
                    <a:pt x="37" y="131"/>
                  </a:moveTo>
                  <a:lnTo>
                    <a:pt x="37" y="131"/>
                  </a:lnTo>
                  <a:cubicBezTo>
                    <a:pt x="37" y="137"/>
                    <a:pt x="37" y="137"/>
                    <a:pt x="37" y="131"/>
                  </a:cubicBezTo>
                  <a:cubicBezTo>
                    <a:pt x="43" y="143"/>
                    <a:pt x="50" y="143"/>
                    <a:pt x="50" y="155"/>
                  </a:cubicBezTo>
                  <a:lnTo>
                    <a:pt x="50" y="162"/>
                  </a:lnTo>
                  <a:lnTo>
                    <a:pt x="50" y="162"/>
                  </a:lnTo>
                  <a:cubicBezTo>
                    <a:pt x="62" y="180"/>
                    <a:pt x="62" y="186"/>
                    <a:pt x="62" y="199"/>
                  </a:cubicBezTo>
                  <a:lnTo>
                    <a:pt x="62" y="199"/>
                  </a:lnTo>
                  <a:lnTo>
                    <a:pt x="62" y="211"/>
                  </a:lnTo>
                  <a:lnTo>
                    <a:pt x="62" y="230"/>
                  </a:lnTo>
                  <a:lnTo>
                    <a:pt x="62" y="248"/>
                  </a:lnTo>
                  <a:lnTo>
                    <a:pt x="62" y="248"/>
                  </a:lnTo>
                  <a:lnTo>
                    <a:pt x="62" y="254"/>
                  </a:lnTo>
                  <a:cubicBezTo>
                    <a:pt x="62" y="260"/>
                    <a:pt x="62" y="273"/>
                    <a:pt x="50" y="273"/>
                  </a:cubicBezTo>
                  <a:lnTo>
                    <a:pt x="50" y="279"/>
                  </a:lnTo>
                  <a:cubicBezTo>
                    <a:pt x="43" y="285"/>
                    <a:pt x="37" y="304"/>
                    <a:pt x="37" y="310"/>
                  </a:cubicBezTo>
                  <a:cubicBezTo>
                    <a:pt x="37" y="316"/>
                    <a:pt x="31" y="316"/>
                    <a:pt x="31" y="322"/>
                  </a:cubicBezTo>
                  <a:lnTo>
                    <a:pt x="31" y="322"/>
                  </a:lnTo>
                  <a:lnTo>
                    <a:pt x="19" y="335"/>
                  </a:lnTo>
                  <a:cubicBezTo>
                    <a:pt x="6" y="353"/>
                    <a:pt x="0" y="384"/>
                    <a:pt x="13" y="409"/>
                  </a:cubicBezTo>
                  <a:cubicBezTo>
                    <a:pt x="31" y="433"/>
                    <a:pt x="62" y="440"/>
                    <a:pt x="81" y="427"/>
                  </a:cubicBezTo>
                  <a:cubicBezTo>
                    <a:pt x="99" y="415"/>
                    <a:pt x="111" y="402"/>
                    <a:pt x="130" y="384"/>
                  </a:cubicBezTo>
                  <a:cubicBezTo>
                    <a:pt x="142" y="372"/>
                    <a:pt x="155" y="353"/>
                    <a:pt x="161" y="335"/>
                  </a:cubicBezTo>
                  <a:cubicBezTo>
                    <a:pt x="173" y="304"/>
                    <a:pt x="186" y="260"/>
                    <a:pt x="186" y="223"/>
                  </a:cubicBezTo>
                  <a:cubicBezTo>
                    <a:pt x="186" y="155"/>
                    <a:pt x="155" y="75"/>
                    <a:pt x="99" y="26"/>
                  </a:cubicBezTo>
                  <a:cubicBezTo>
                    <a:pt x="74" y="1"/>
                    <a:pt x="37" y="1"/>
                    <a:pt x="19" y="26"/>
                  </a:cubicBezTo>
                  <a:cubicBezTo>
                    <a:pt x="0" y="44"/>
                    <a:pt x="0" y="75"/>
                    <a:pt x="19" y="100"/>
                  </a:cubicBezTo>
                  <a:cubicBezTo>
                    <a:pt x="19" y="124"/>
                    <a:pt x="31" y="131"/>
                    <a:pt x="37" y="13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/>
            <p:cNvSpPr/>
            <p:nvPr/>
          </p:nvSpPr>
          <p:spPr>
            <a:xfrm>
              <a:off x="6434360" y="2453092"/>
              <a:ext cx="3703" cy="11732"/>
            </a:xfrm>
            <a:custGeom>
              <a:avLst/>
              <a:gdLst/>
              <a:ahLst/>
              <a:cxnLst/>
              <a:rect l="l" t="t" r="r" b="b"/>
              <a:pathLst>
                <a:path w="125" h="396" extrusionOk="0">
                  <a:moveTo>
                    <a:pt x="19" y="303"/>
                  </a:moveTo>
                  <a:cubicBezTo>
                    <a:pt x="25" y="328"/>
                    <a:pt x="25" y="359"/>
                    <a:pt x="38" y="384"/>
                  </a:cubicBezTo>
                  <a:cubicBezTo>
                    <a:pt x="56" y="396"/>
                    <a:pt x="81" y="396"/>
                    <a:pt x="93" y="384"/>
                  </a:cubicBezTo>
                  <a:cubicBezTo>
                    <a:pt x="112" y="359"/>
                    <a:pt x="112" y="328"/>
                    <a:pt x="118" y="303"/>
                  </a:cubicBezTo>
                  <a:cubicBezTo>
                    <a:pt x="124" y="272"/>
                    <a:pt x="124" y="242"/>
                    <a:pt x="124" y="211"/>
                  </a:cubicBezTo>
                  <a:cubicBezTo>
                    <a:pt x="124" y="155"/>
                    <a:pt x="118" y="106"/>
                    <a:pt x="106" y="50"/>
                  </a:cubicBezTo>
                  <a:cubicBezTo>
                    <a:pt x="106" y="25"/>
                    <a:pt x="93" y="1"/>
                    <a:pt x="62" y="1"/>
                  </a:cubicBezTo>
                  <a:cubicBezTo>
                    <a:pt x="38" y="1"/>
                    <a:pt x="19" y="25"/>
                    <a:pt x="19" y="50"/>
                  </a:cubicBezTo>
                  <a:cubicBezTo>
                    <a:pt x="7" y="106"/>
                    <a:pt x="7" y="155"/>
                    <a:pt x="1" y="211"/>
                  </a:cubicBezTo>
                  <a:cubicBezTo>
                    <a:pt x="19" y="242"/>
                    <a:pt x="7" y="272"/>
                    <a:pt x="19" y="30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/>
            <p:cNvSpPr/>
            <p:nvPr/>
          </p:nvSpPr>
          <p:spPr>
            <a:xfrm>
              <a:off x="6422657" y="2499222"/>
              <a:ext cx="11555" cy="4059"/>
            </a:xfrm>
            <a:custGeom>
              <a:avLst/>
              <a:gdLst/>
              <a:ahLst/>
              <a:cxnLst/>
              <a:rect l="l" t="t" r="r" b="b"/>
              <a:pathLst>
                <a:path w="390" h="137" extrusionOk="0">
                  <a:moveTo>
                    <a:pt x="31" y="136"/>
                  </a:moveTo>
                  <a:cubicBezTo>
                    <a:pt x="87" y="136"/>
                    <a:pt x="142" y="130"/>
                    <a:pt x="186" y="124"/>
                  </a:cubicBezTo>
                  <a:cubicBezTo>
                    <a:pt x="216" y="124"/>
                    <a:pt x="247" y="124"/>
                    <a:pt x="272" y="112"/>
                  </a:cubicBezTo>
                  <a:cubicBezTo>
                    <a:pt x="297" y="105"/>
                    <a:pt x="328" y="105"/>
                    <a:pt x="346" y="99"/>
                  </a:cubicBezTo>
                  <a:cubicBezTo>
                    <a:pt x="371" y="93"/>
                    <a:pt x="389" y="62"/>
                    <a:pt x="383" y="38"/>
                  </a:cubicBezTo>
                  <a:cubicBezTo>
                    <a:pt x="371" y="7"/>
                    <a:pt x="346" y="0"/>
                    <a:pt x="321" y="7"/>
                  </a:cubicBezTo>
                  <a:cubicBezTo>
                    <a:pt x="297" y="13"/>
                    <a:pt x="266" y="13"/>
                    <a:pt x="241" y="19"/>
                  </a:cubicBezTo>
                  <a:cubicBezTo>
                    <a:pt x="229" y="19"/>
                    <a:pt x="216" y="31"/>
                    <a:pt x="204" y="38"/>
                  </a:cubicBezTo>
                  <a:cubicBezTo>
                    <a:pt x="186" y="44"/>
                    <a:pt x="179" y="44"/>
                    <a:pt x="167" y="50"/>
                  </a:cubicBezTo>
                  <a:cubicBezTo>
                    <a:pt x="111" y="68"/>
                    <a:pt x="56" y="75"/>
                    <a:pt x="13" y="99"/>
                  </a:cubicBezTo>
                  <a:cubicBezTo>
                    <a:pt x="0" y="105"/>
                    <a:pt x="19" y="136"/>
                    <a:pt x="31" y="136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/>
            <p:cNvSpPr/>
            <p:nvPr/>
          </p:nvSpPr>
          <p:spPr>
            <a:xfrm>
              <a:off x="6393000" y="2495755"/>
              <a:ext cx="5896" cy="9540"/>
            </a:xfrm>
            <a:custGeom>
              <a:avLst/>
              <a:gdLst/>
              <a:ahLst/>
              <a:cxnLst/>
              <a:rect l="l" t="t" r="r" b="b"/>
              <a:pathLst>
                <a:path w="199" h="322" extrusionOk="0">
                  <a:moveTo>
                    <a:pt x="25" y="315"/>
                  </a:moveTo>
                  <a:cubicBezTo>
                    <a:pt x="37" y="321"/>
                    <a:pt x="56" y="321"/>
                    <a:pt x="62" y="309"/>
                  </a:cubicBezTo>
                  <a:cubicBezTo>
                    <a:pt x="68" y="303"/>
                    <a:pt x="74" y="290"/>
                    <a:pt x="87" y="278"/>
                  </a:cubicBezTo>
                  <a:cubicBezTo>
                    <a:pt x="93" y="272"/>
                    <a:pt x="93" y="253"/>
                    <a:pt x="99" y="247"/>
                  </a:cubicBezTo>
                  <a:cubicBezTo>
                    <a:pt x="105" y="222"/>
                    <a:pt x="124" y="198"/>
                    <a:pt x="130" y="185"/>
                  </a:cubicBezTo>
                  <a:cubicBezTo>
                    <a:pt x="155" y="148"/>
                    <a:pt x="167" y="99"/>
                    <a:pt x="192" y="62"/>
                  </a:cubicBezTo>
                  <a:cubicBezTo>
                    <a:pt x="198" y="43"/>
                    <a:pt x="198" y="12"/>
                    <a:pt x="180" y="6"/>
                  </a:cubicBezTo>
                  <a:cubicBezTo>
                    <a:pt x="161" y="0"/>
                    <a:pt x="130" y="0"/>
                    <a:pt x="124" y="25"/>
                  </a:cubicBezTo>
                  <a:lnTo>
                    <a:pt x="62" y="148"/>
                  </a:lnTo>
                  <a:cubicBezTo>
                    <a:pt x="56" y="167"/>
                    <a:pt x="37" y="185"/>
                    <a:pt x="31" y="210"/>
                  </a:cubicBezTo>
                  <a:cubicBezTo>
                    <a:pt x="25" y="216"/>
                    <a:pt x="25" y="229"/>
                    <a:pt x="13" y="241"/>
                  </a:cubicBezTo>
                  <a:cubicBezTo>
                    <a:pt x="7" y="253"/>
                    <a:pt x="7" y="260"/>
                    <a:pt x="0" y="278"/>
                  </a:cubicBezTo>
                  <a:cubicBezTo>
                    <a:pt x="7" y="290"/>
                    <a:pt x="13" y="309"/>
                    <a:pt x="25" y="31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/>
            <p:cNvSpPr/>
            <p:nvPr/>
          </p:nvSpPr>
          <p:spPr>
            <a:xfrm>
              <a:off x="6544011" y="3087890"/>
              <a:ext cx="6429" cy="10459"/>
            </a:xfrm>
            <a:custGeom>
              <a:avLst/>
              <a:gdLst/>
              <a:ahLst/>
              <a:cxnLst/>
              <a:rect l="l" t="t" r="r" b="b"/>
              <a:pathLst>
                <a:path w="217" h="353" extrusionOk="0">
                  <a:moveTo>
                    <a:pt x="56" y="334"/>
                  </a:moveTo>
                  <a:lnTo>
                    <a:pt x="99" y="284"/>
                  </a:lnTo>
                  <a:cubicBezTo>
                    <a:pt x="118" y="272"/>
                    <a:pt x="130" y="247"/>
                    <a:pt x="149" y="223"/>
                  </a:cubicBezTo>
                  <a:cubicBezTo>
                    <a:pt x="155" y="216"/>
                    <a:pt x="161" y="204"/>
                    <a:pt x="161" y="192"/>
                  </a:cubicBezTo>
                  <a:cubicBezTo>
                    <a:pt x="161" y="186"/>
                    <a:pt x="167" y="179"/>
                    <a:pt x="167" y="167"/>
                  </a:cubicBezTo>
                  <a:cubicBezTo>
                    <a:pt x="167" y="161"/>
                    <a:pt x="167" y="161"/>
                    <a:pt x="173" y="155"/>
                  </a:cubicBezTo>
                  <a:cubicBezTo>
                    <a:pt x="186" y="130"/>
                    <a:pt x="192" y="105"/>
                    <a:pt x="204" y="87"/>
                  </a:cubicBezTo>
                  <a:cubicBezTo>
                    <a:pt x="217" y="68"/>
                    <a:pt x="217" y="62"/>
                    <a:pt x="217" y="43"/>
                  </a:cubicBezTo>
                  <a:cubicBezTo>
                    <a:pt x="217" y="37"/>
                    <a:pt x="198" y="25"/>
                    <a:pt x="192" y="13"/>
                  </a:cubicBezTo>
                  <a:cubicBezTo>
                    <a:pt x="167" y="0"/>
                    <a:pt x="136" y="6"/>
                    <a:pt x="124" y="31"/>
                  </a:cubicBezTo>
                  <a:cubicBezTo>
                    <a:pt x="105" y="56"/>
                    <a:pt x="99" y="68"/>
                    <a:pt x="81" y="93"/>
                  </a:cubicBezTo>
                  <a:cubicBezTo>
                    <a:pt x="81" y="99"/>
                    <a:pt x="74" y="99"/>
                    <a:pt x="74" y="105"/>
                  </a:cubicBezTo>
                  <a:lnTo>
                    <a:pt x="74" y="105"/>
                  </a:lnTo>
                  <a:cubicBezTo>
                    <a:pt x="68" y="105"/>
                    <a:pt x="68" y="118"/>
                    <a:pt x="62" y="124"/>
                  </a:cubicBezTo>
                  <a:cubicBezTo>
                    <a:pt x="50" y="130"/>
                    <a:pt x="50" y="148"/>
                    <a:pt x="44" y="155"/>
                  </a:cubicBezTo>
                  <a:cubicBezTo>
                    <a:pt x="37" y="161"/>
                    <a:pt x="37" y="179"/>
                    <a:pt x="31" y="186"/>
                  </a:cubicBezTo>
                  <a:cubicBezTo>
                    <a:pt x="25" y="198"/>
                    <a:pt x="25" y="204"/>
                    <a:pt x="13" y="223"/>
                  </a:cubicBezTo>
                  <a:cubicBezTo>
                    <a:pt x="6" y="247"/>
                    <a:pt x="6" y="272"/>
                    <a:pt x="0" y="291"/>
                  </a:cubicBezTo>
                  <a:cubicBezTo>
                    <a:pt x="0" y="334"/>
                    <a:pt x="31" y="352"/>
                    <a:pt x="56" y="3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9"/>
            <p:cNvSpPr/>
            <p:nvPr/>
          </p:nvSpPr>
          <p:spPr>
            <a:xfrm>
              <a:off x="6524961" y="3082587"/>
              <a:ext cx="2785" cy="8266"/>
            </a:xfrm>
            <a:custGeom>
              <a:avLst/>
              <a:gdLst/>
              <a:ahLst/>
              <a:cxnLst/>
              <a:rect l="l" t="t" r="r" b="b"/>
              <a:pathLst>
                <a:path w="94" h="279" extrusionOk="0">
                  <a:moveTo>
                    <a:pt x="19" y="266"/>
                  </a:moveTo>
                  <a:cubicBezTo>
                    <a:pt x="32" y="278"/>
                    <a:pt x="56" y="278"/>
                    <a:pt x="81" y="266"/>
                  </a:cubicBezTo>
                  <a:cubicBezTo>
                    <a:pt x="93" y="247"/>
                    <a:pt x="93" y="216"/>
                    <a:pt x="93" y="192"/>
                  </a:cubicBezTo>
                  <a:lnTo>
                    <a:pt x="93" y="49"/>
                  </a:lnTo>
                  <a:cubicBezTo>
                    <a:pt x="93" y="25"/>
                    <a:pt x="69" y="0"/>
                    <a:pt x="50" y="0"/>
                  </a:cubicBezTo>
                  <a:cubicBezTo>
                    <a:pt x="25" y="0"/>
                    <a:pt x="1" y="25"/>
                    <a:pt x="1" y="49"/>
                  </a:cubicBezTo>
                  <a:lnTo>
                    <a:pt x="1" y="192"/>
                  </a:lnTo>
                  <a:cubicBezTo>
                    <a:pt x="1" y="222"/>
                    <a:pt x="1" y="247"/>
                    <a:pt x="19" y="26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9"/>
            <p:cNvSpPr/>
            <p:nvPr/>
          </p:nvSpPr>
          <p:spPr>
            <a:xfrm>
              <a:off x="6548574" y="2970743"/>
              <a:ext cx="3141" cy="4592"/>
            </a:xfrm>
            <a:custGeom>
              <a:avLst/>
              <a:gdLst/>
              <a:ahLst/>
              <a:cxnLst/>
              <a:rect l="l" t="t" r="r" b="b"/>
              <a:pathLst>
                <a:path w="106" h="155" extrusionOk="0">
                  <a:moveTo>
                    <a:pt x="7" y="124"/>
                  </a:moveTo>
                  <a:lnTo>
                    <a:pt x="13" y="130"/>
                  </a:lnTo>
                  <a:lnTo>
                    <a:pt x="25" y="136"/>
                  </a:lnTo>
                  <a:lnTo>
                    <a:pt x="32" y="148"/>
                  </a:lnTo>
                  <a:lnTo>
                    <a:pt x="38" y="148"/>
                  </a:lnTo>
                  <a:lnTo>
                    <a:pt x="38" y="148"/>
                  </a:lnTo>
                  <a:lnTo>
                    <a:pt x="38" y="148"/>
                  </a:lnTo>
                  <a:cubicBezTo>
                    <a:pt x="44" y="148"/>
                    <a:pt x="44" y="155"/>
                    <a:pt x="50" y="155"/>
                  </a:cubicBezTo>
                  <a:cubicBezTo>
                    <a:pt x="63" y="155"/>
                    <a:pt x="69" y="155"/>
                    <a:pt x="69" y="148"/>
                  </a:cubicBezTo>
                  <a:cubicBezTo>
                    <a:pt x="69" y="148"/>
                    <a:pt x="75" y="148"/>
                    <a:pt x="75" y="136"/>
                  </a:cubicBezTo>
                  <a:lnTo>
                    <a:pt x="81" y="136"/>
                  </a:lnTo>
                  <a:cubicBezTo>
                    <a:pt x="93" y="136"/>
                    <a:pt x="93" y="130"/>
                    <a:pt x="100" y="124"/>
                  </a:cubicBezTo>
                  <a:cubicBezTo>
                    <a:pt x="100" y="118"/>
                    <a:pt x="100" y="118"/>
                    <a:pt x="106" y="105"/>
                  </a:cubicBezTo>
                  <a:lnTo>
                    <a:pt x="106" y="74"/>
                  </a:lnTo>
                  <a:cubicBezTo>
                    <a:pt x="106" y="62"/>
                    <a:pt x="100" y="43"/>
                    <a:pt x="100" y="37"/>
                  </a:cubicBezTo>
                  <a:cubicBezTo>
                    <a:pt x="100" y="37"/>
                    <a:pt x="100" y="31"/>
                    <a:pt x="93" y="31"/>
                  </a:cubicBezTo>
                  <a:cubicBezTo>
                    <a:pt x="93" y="25"/>
                    <a:pt x="81" y="25"/>
                    <a:pt x="75" y="13"/>
                  </a:cubicBezTo>
                  <a:lnTo>
                    <a:pt x="69" y="6"/>
                  </a:lnTo>
                  <a:cubicBezTo>
                    <a:pt x="63" y="6"/>
                    <a:pt x="63" y="0"/>
                    <a:pt x="50" y="0"/>
                  </a:cubicBezTo>
                  <a:cubicBezTo>
                    <a:pt x="44" y="0"/>
                    <a:pt x="38" y="0"/>
                    <a:pt x="32" y="6"/>
                  </a:cubicBezTo>
                  <a:cubicBezTo>
                    <a:pt x="19" y="6"/>
                    <a:pt x="19" y="13"/>
                    <a:pt x="13" y="25"/>
                  </a:cubicBezTo>
                  <a:cubicBezTo>
                    <a:pt x="7" y="31"/>
                    <a:pt x="7" y="31"/>
                    <a:pt x="7" y="37"/>
                  </a:cubicBezTo>
                  <a:cubicBezTo>
                    <a:pt x="7" y="56"/>
                    <a:pt x="1" y="68"/>
                    <a:pt x="1" y="74"/>
                  </a:cubicBezTo>
                  <a:lnTo>
                    <a:pt x="1" y="99"/>
                  </a:lnTo>
                  <a:cubicBezTo>
                    <a:pt x="7" y="105"/>
                    <a:pt x="7" y="118"/>
                    <a:pt x="7" y="1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9"/>
            <p:cNvSpPr/>
            <p:nvPr/>
          </p:nvSpPr>
          <p:spPr>
            <a:xfrm>
              <a:off x="6526057" y="3002593"/>
              <a:ext cx="11584" cy="9185"/>
            </a:xfrm>
            <a:custGeom>
              <a:avLst/>
              <a:gdLst/>
              <a:ahLst/>
              <a:cxnLst/>
              <a:rect l="l" t="t" r="r" b="b"/>
              <a:pathLst>
                <a:path w="391" h="310" extrusionOk="0">
                  <a:moveTo>
                    <a:pt x="199" y="309"/>
                  </a:moveTo>
                  <a:cubicBezTo>
                    <a:pt x="390" y="309"/>
                    <a:pt x="390" y="6"/>
                    <a:pt x="199" y="6"/>
                  </a:cubicBezTo>
                  <a:cubicBezTo>
                    <a:pt x="1" y="0"/>
                    <a:pt x="1" y="309"/>
                    <a:pt x="199" y="30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6491659" y="3031331"/>
              <a:ext cx="3318" cy="6607"/>
            </a:xfrm>
            <a:custGeom>
              <a:avLst/>
              <a:gdLst/>
              <a:ahLst/>
              <a:cxnLst/>
              <a:rect l="l" t="t" r="r" b="b"/>
              <a:pathLst>
                <a:path w="112" h="223" extrusionOk="0">
                  <a:moveTo>
                    <a:pt x="7" y="118"/>
                  </a:moveTo>
                  <a:lnTo>
                    <a:pt x="7" y="148"/>
                  </a:lnTo>
                  <a:lnTo>
                    <a:pt x="7" y="179"/>
                  </a:lnTo>
                  <a:cubicBezTo>
                    <a:pt x="7" y="192"/>
                    <a:pt x="13" y="198"/>
                    <a:pt x="31" y="210"/>
                  </a:cubicBezTo>
                  <a:cubicBezTo>
                    <a:pt x="44" y="223"/>
                    <a:pt x="74" y="223"/>
                    <a:pt x="93" y="210"/>
                  </a:cubicBezTo>
                  <a:cubicBezTo>
                    <a:pt x="99" y="198"/>
                    <a:pt x="105" y="192"/>
                    <a:pt x="112" y="179"/>
                  </a:cubicBezTo>
                  <a:lnTo>
                    <a:pt x="112" y="148"/>
                  </a:lnTo>
                  <a:lnTo>
                    <a:pt x="112" y="118"/>
                  </a:lnTo>
                  <a:lnTo>
                    <a:pt x="112" y="56"/>
                  </a:lnTo>
                  <a:cubicBezTo>
                    <a:pt x="112" y="37"/>
                    <a:pt x="105" y="25"/>
                    <a:pt x="99" y="19"/>
                  </a:cubicBezTo>
                  <a:cubicBezTo>
                    <a:pt x="93" y="6"/>
                    <a:pt x="74" y="0"/>
                    <a:pt x="62" y="0"/>
                  </a:cubicBezTo>
                  <a:cubicBezTo>
                    <a:pt x="44" y="0"/>
                    <a:pt x="31" y="6"/>
                    <a:pt x="19" y="19"/>
                  </a:cubicBezTo>
                  <a:cubicBezTo>
                    <a:pt x="13" y="25"/>
                    <a:pt x="7" y="37"/>
                    <a:pt x="7" y="56"/>
                  </a:cubicBezTo>
                  <a:cubicBezTo>
                    <a:pt x="0" y="68"/>
                    <a:pt x="7" y="93"/>
                    <a:pt x="7" y="1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6497318" y="2980609"/>
              <a:ext cx="4237" cy="4059"/>
            </a:xfrm>
            <a:custGeom>
              <a:avLst/>
              <a:gdLst/>
              <a:ahLst/>
              <a:cxnLst/>
              <a:rect l="l" t="t" r="r" b="b"/>
              <a:pathLst>
                <a:path w="143" h="137" extrusionOk="0">
                  <a:moveTo>
                    <a:pt x="7" y="106"/>
                  </a:moveTo>
                  <a:cubicBezTo>
                    <a:pt x="7" y="112"/>
                    <a:pt x="13" y="112"/>
                    <a:pt x="13" y="124"/>
                  </a:cubicBezTo>
                  <a:cubicBezTo>
                    <a:pt x="26" y="131"/>
                    <a:pt x="38" y="137"/>
                    <a:pt x="44" y="137"/>
                  </a:cubicBezTo>
                  <a:lnTo>
                    <a:pt x="63" y="137"/>
                  </a:lnTo>
                  <a:cubicBezTo>
                    <a:pt x="69" y="137"/>
                    <a:pt x="75" y="131"/>
                    <a:pt x="87" y="124"/>
                  </a:cubicBezTo>
                  <a:cubicBezTo>
                    <a:pt x="94" y="106"/>
                    <a:pt x="100" y="100"/>
                    <a:pt x="118" y="81"/>
                  </a:cubicBezTo>
                  <a:lnTo>
                    <a:pt x="131" y="69"/>
                  </a:lnTo>
                  <a:cubicBezTo>
                    <a:pt x="137" y="63"/>
                    <a:pt x="137" y="63"/>
                    <a:pt x="137" y="50"/>
                  </a:cubicBezTo>
                  <a:cubicBezTo>
                    <a:pt x="137" y="50"/>
                    <a:pt x="137" y="44"/>
                    <a:pt x="143" y="44"/>
                  </a:cubicBezTo>
                  <a:lnTo>
                    <a:pt x="143" y="38"/>
                  </a:lnTo>
                  <a:lnTo>
                    <a:pt x="143" y="19"/>
                  </a:lnTo>
                  <a:cubicBezTo>
                    <a:pt x="143" y="13"/>
                    <a:pt x="143" y="7"/>
                    <a:pt x="137" y="7"/>
                  </a:cubicBezTo>
                  <a:cubicBezTo>
                    <a:pt x="131" y="7"/>
                    <a:pt x="131" y="1"/>
                    <a:pt x="124" y="1"/>
                  </a:cubicBezTo>
                  <a:lnTo>
                    <a:pt x="106" y="1"/>
                  </a:lnTo>
                  <a:lnTo>
                    <a:pt x="94" y="1"/>
                  </a:lnTo>
                  <a:cubicBezTo>
                    <a:pt x="94" y="1"/>
                    <a:pt x="87" y="1"/>
                    <a:pt x="87" y="7"/>
                  </a:cubicBezTo>
                  <a:cubicBezTo>
                    <a:pt x="75" y="7"/>
                    <a:pt x="75" y="13"/>
                    <a:pt x="69" y="13"/>
                  </a:cubicBezTo>
                  <a:cubicBezTo>
                    <a:pt x="63" y="19"/>
                    <a:pt x="56" y="19"/>
                    <a:pt x="56" y="32"/>
                  </a:cubicBezTo>
                  <a:cubicBezTo>
                    <a:pt x="38" y="38"/>
                    <a:pt x="32" y="44"/>
                    <a:pt x="13" y="63"/>
                  </a:cubicBezTo>
                  <a:cubicBezTo>
                    <a:pt x="7" y="69"/>
                    <a:pt x="7" y="69"/>
                    <a:pt x="7" y="75"/>
                  </a:cubicBezTo>
                  <a:cubicBezTo>
                    <a:pt x="7" y="81"/>
                    <a:pt x="1" y="81"/>
                    <a:pt x="1" y="93"/>
                  </a:cubicBezTo>
                  <a:cubicBezTo>
                    <a:pt x="7" y="100"/>
                    <a:pt x="7" y="100"/>
                    <a:pt x="7" y="10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9"/>
            <p:cNvSpPr/>
            <p:nvPr/>
          </p:nvSpPr>
          <p:spPr>
            <a:xfrm>
              <a:off x="6576216" y="2860914"/>
              <a:ext cx="3318" cy="2578"/>
            </a:xfrm>
            <a:custGeom>
              <a:avLst/>
              <a:gdLst/>
              <a:ahLst/>
              <a:cxnLst/>
              <a:rect l="l" t="t" r="r" b="b"/>
              <a:pathLst>
                <a:path w="112" h="87" extrusionOk="0">
                  <a:moveTo>
                    <a:pt x="56" y="87"/>
                  </a:moveTo>
                  <a:cubicBezTo>
                    <a:pt x="112" y="87"/>
                    <a:pt x="112" y="0"/>
                    <a:pt x="56" y="0"/>
                  </a:cubicBezTo>
                  <a:cubicBezTo>
                    <a:pt x="1" y="0"/>
                    <a:pt x="1" y="87"/>
                    <a:pt x="56" y="87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9"/>
            <p:cNvSpPr/>
            <p:nvPr/>
          </p:nvSpPr>
          <p:spPr>
            <a:xfrm>
              <a:off x="6407102" y="3297831"/>
              <a:ext cx="7140" cy="5511"/>
            </a:xfrm>
            <a:custGeom>
              <a:avLst/>
              <a:gdLst/>
              <a:ahLst/>
              <a:cxnLst/>
              <a:rect l="l" t="t" r="r" b="b"/>
              <a:pathLst>
                <a:path w="241" h="186" extrusionOk="0">
                  <a:moveTo>
                    <a:pt x="124" y="186"/>
                  </a:moveTo>
                  <a:cubicBezTo>
                    <a:pt x="241" y="186"/>
                    <a:pt x="241" y="0"/>
                    <a:pt x="124" y="0"/>
                  </a:cubicBezTo>
                  <a:cubicBezTo>
                    <a:pt x="0" y="0"/>
                    <a:pt x="0" y="186"/>
                    <a:pt x="124" y="1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6380556" y="3212355"/>
              <a:ext cx="5511" cy="4414"/>
            </a:xfrm>
            <a:custGeom>
              <a:avLst/>
              <a:gdLst/>
              <a:ahLst/>
              <a:cxnLst/>
              <a:rect l="l" t="t" r="r" b="b"/>
              <a:pathLst>
                <a:path w="186" h="149" extrusionOk="0">
                  <a:moveTo>
                    <a:pt x="93" y="149"/>
                  </a:moveTo>
                  <a:cubicBezTo>
                    <a:pt x="186" y="149"/>
                    <a:pt x="186" y="0"/>
                    <a:pt x="93" y="0"/>
                  </a:cubicBezTo>
                  <a:cubicBezTo>
                    <a:pt x="0" y="0"/>
                    <a:pt x="0" y="149"/>
                    <a:pt x="93" y="14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9"/>
            <p:cNvSpPr/>
            <p:nvPr/>
          </p:nvSpPr>
          <p:spPr>
            <a:xfrm>
              <a:off x="6366631" y="3227732"/>
              <a:ext cx="3881" cy="2963"/>
            </a:xfrm>
            <a:custGeom>
              <a:avLst/>
              <a:gdLst/>
              <a:ahLst/>
              <a:cxnLst/>
              <a:rect l="l" t="t" r="r" b="b"/>
              <a:pathLst>
                <a:path w="131" h="100" extrusionOk="0">
                  <a:moveTo>
                    <a:pt x="62" y="99"/>
                  </a:moveTo>
                  <a:cubicBezTo>
                    <a:pt x="130" y="99"/>
                    <a:pt x="130" y="0"/>
                    <a:pt x="62" y="0"/>
                  </a:cubicBezTo>
                  <a:cubicBezTo>
                    <a:pt x="1" y="0"/>
                    <a:pt x="1" y="99"/>
                    <a:pt x="62" y="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9"/>
            <p:cNvSpPr/>
            <p:nvPr/>
          </p:nvSpPr>
          <p:spPr>
            <a:xfrm>
              <a:off x="6655114" y="2852855"/>
              <a:ext cx="5155" cy="5155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13" y="93"/>
                  </a:moveTo>
                  <a:cubicBezTo>
                    <a:pt x="19" y="112"/>
                    <a:pt x="25" y="118"/>
                    <a:pt x="31" y="130"/>
                  </a:cubicBezTo>
                  <a:cubicBezTo>
                    <a:pt x="31" y="143"/>
                    <a:pt x="44" y="143"/>
                    <a:pt x="44" y="149"/>
                  </a:cubicBezTo>
                  <a:cubicBezTo>
                    <a:pt x="44" y="149"/>
                    <a:pt x="50" y="155"/>
                    <a:pt x="56" y="155"/>
                  </a:cubicBezTo>
                  <a:lnTo>
                    <a:pt x="62" y="155"/>
                  </a:lnTo>
                  <a:lnTo>
                    <a:pt x="75" y="161"/>
                  </a:lnTo>
                  <a:lnTo>
                    <a:pt x="81" y="173"/>
                  </a:lnTo>
                  <a:lnTo>
                    <a:pt x="87" y="173"/>
                  </a:lnTo>
                  <a:lnTo>
                    <a:pt x="87" y="173"/>
                  </a:lnTo>
                  <a:lnTo>
                    <a:pt x="93" y="173"/>
                  </a:lnTo>
                  <a:lnTo>
                    <a:pt x="99" y="173"/>
                  </a:lnTo>
                  <a:lnTo>
                    <a:pt x="130" y="173"/>
                  </a:lnTo>
                  <a:cubicBezTo>
                    <a:pt x="142" y="173"/>
                    <a:pt x="149" y="161"/>
                    <a:pt x="155" y="155"/>
                  </a:cubicBezTo>
                  <a:cubicBezTo>
                    <a:pt x="161" y="149"/>
                    <a:pt x="161" y="143"/>
                    <a:pt x="173" y="130"/>
                  </a:cubicBezTo>
                  <a:lnTo>
                    <a:pt x="173" y="99"/>
                  </a:lnTo>
                  <a:cubicBezTo>
                    <a:pt x="173" y="93"/>
                    <a:pt x="161" y="81"/>
                    <a:pt x="155" y="68"/>
                  </a:cubicBezTo>
                  <a:lnTo>
                    <a:pt x="149" y="62"/>
                  </a:lnTo>
                  <a:lnTo>
                    <a:pt x="149" y="56"/>
                  </a:lnTo>
                  <a:cubicBezTo>
                    <a:pt x="149" y="56"/>
                    <a:pt x="149" y="50"/>
                    <a:pt x="142" y="50"/>
                  </a:cubicBezTo>
                  <a:lnTo>
                    <a:pt x="124" y="31"/>
                  </a:lnTo>
                  <a:cubicBezTo>
                    <a:pt x="112" y="25"/>
                    <a:pt x="105" y="19"/>
                    <a:pt x="87" y="7"/>
                  </a:cubicBezTo>
                  <a:cubicBezTo>
                    <a:pt x="81" y="7"/>
                    <a:pt x="81" y="7"/>
                    <a:pt x="75" y="1"/>
                  </a:cubicBezTo>
                  <a:lnTo>
                    <a:pt x="50" y="1"/>
                  </a:lnTo>
                  <a:lnTo>
                    <a:pt x="31" y="1"/>
                  </a:lnTo>
                  <a:cubicBezTo>
                    <a:pt x="25" y="1"/>
                    <a:pt x="19" y="7"/>
                    <a:pt x="19" y="7"/>
                  </a:cubicBezTo>
                  <a:lnTo>
                    <a:pt x="13" y="19"/>
                  </a:lnTo>
                  <a:cubicBezTo>
                    <a:pt x="13" y="25"/>
                    <a:pt x="13" y="25"/>
                    <a:pt x="0" y="31"/>
                  </a:cubicBezTo>
                  <a:lnTo>
                    <a:pt x="0" y="56"/>
                  </a:lnTo>
                  <a:cubicBezTo>
                    <a:pt x="0" y="81"/>
                    <a:pt x="0" y="87"/>
                    <a:pt x="13" y="93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9"/>
            <p:cNvSpPr/>
            <p:nvPr/>
          </p:nvSpPr>
          <p:spPr>
            <a:xfrm>
              <a:off x="6758544" y="2618028"/>
              <a:ext cx="9155" cy="7140"/>
            </a:xfrm>
            <a:custGeom>
              <a:avLst/>
              <a:gdLst/>
              <a:ahLst/>
              <a:cxnLst/>
              <a:rect l="l" t="t" r="r" b="b"/>
              <a:pathLst>
                <a:path w="309" h="241" extrusionOk="0">
                  <a:moveTo>
                    <a:pt x="154" y="241"/>
                  </a:moveTo>
                  <a:cubicBezTo>
                    <a:pt x="309" y="241"/>
                    <a:pt x="309" y="0"/>
                    <a:pt x="154" y="0"/>
                  </a:cubicBezTo>
                  <a:cubicBezTo>
                    <a:pt x="0" y="6"/>
                    <a:pt x="0" y="241"/>
                    <a:pt x="154" y="2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9"/>
            <p:cNvSpPr/>
            <p:nvPr/>
          </p:nvSpPr>
          <p:spPr>
            <a:xfrm>
              <a:off x="6718250" y="2691771"/>
              <a:ext cx="4059" cy="2785"/>
            </a:xfrm>
            <a:custGeom>
              <a:avLst/>
              <a:gdLst/>
              <a:ahLst/>
              <a:cxnLst/>
              <a:rect l="l" t="t" r="r" b="b"/>
              <a:pathLst>
                <a:path w="137" h="94" extrusionOk="0">
                  <a:moveTo>
                    <a:pt x="13" y="69"/>
                  </a:moveTo>
                  <a:cubicBezTo>
                    <a:pt x="19" y="81"/>
                    <a:pt x="19" y="81"/>
                    <a:pt x="26" y="81"/>
                  </a:cubicBezTo>
                  <a:lnTo>
                    <a:pt x="56" y="81"/>
                  </a:lnTo>
                  <a:cubicBezTo>
                    <a:pt x="63" y="87"/>
                    <a:pt x="75" y="93"/>
                    <a:pt x="87" y="93"/>
                  </a:cubicBezTo>
                  <a:cubicBezTo>
                    <a:pt x="94" y="93"/>
                    <a:pt x="112" y="87"/>
                    <a:pt x="118" y="81"/>
                  </a:cubicBezTo>
                  <a:cubicBezTo>
                    <a:pt x="124" y="69"/>
                    <a:pt x="137" y="56"/>
                    <a:pt x="137" y="50"/>
                  </a:cubicBezTo>
                  <a:cubicBezTo>
                    <a:pt x="137" y="38"/>
                    <a:pt x="124" y="26"/>
                    <a:pt x="118" y="19"/>
                  </a:cubicBezTo>
                  <a:cubicBezTo>
                    <a:pt x="112" y="7"/>
                    <a:pt x="106" y="1"/>
                    <a:pt x="87" y="1"/>
                  </a:cubicBezTo>
                  <a:lnTo>
                    <a:pt x="81" y="1"/>
                  </a:lnTo>
                  <a:cubicBezTo>
                    <a:pt x="75" y="1"/>
                    <a:pt x="75" y="1"/>
                    <a:pt x="63" y="7"/>
                  </a:cubicBezTo>
                  <a:lnTo>
                    <a:pt x="56" y="19"/>
                  </a:lnTo>
                  <a:lnTo>
                    <a:pt x="26" y="19"/>
                  </a:lnTo>
                  <a:cubicBezTo>
                    <a:pt x="19" y="19"/>
                    <a:pt x="19" y="19"/>
                    <a:pt x="13" y="26"/>
                  </a:cubicBezTo>
                  <a:cubicBezTo>
                    <a:pt x="1" y="32"/>
                    <a:pt x="1" y="32"/>
                    <a:pt x="1" y="38"/>
                  </a:cubicBezTo>
                  <a:cubicBezTo>
                    <a:pt x="1" y="56"/>
                    <a:pt x="13" y="63"/>
                    <a:pt x="13" y="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9"/>
            <p:cNvSpPr/>
            <p:nvPr/>
          </p:nvSpPr>
          <p:spPr>
            <a:xfrm>
              <a:off x="6691349" y="2676957"/>
              <a:ext cx="4059" cy="3141"/>
            </a:xfrm>
            <a:custGeom>
              <a:avLst/>
              <a:gdLst/>
              <a:ahLst/>
              <a:cxnLst/>
              <a:rect l="l" t="t" r="r" b="b"/>
              <a:pathLst>
                <a:path w="137" h="106" extrusionOk="0">
                  <a:moveTo>
                    <a:pt x="69" y="105"/>
                  </a:moveTo>
                  <a:cubicBezTo>
                    <a:pt x="137" y="105"/>
                    <a:pt x="137" y="0"/>
                    <a:pt x="69" y="0"/>
                  </a:cubicBezTo>
                  <a:cubicBezTo>
                    <a:pt x="1" y="0"/>
                    <a:pt x="1" y="105"/>
                    <a:pt x="69" y="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9"/>
            <p:cNvSpPr/>
            <p:nvPr/>
          </p:nvSpPr>
          <p:spPr>
            <a:xfrm>
              <a:off x="7271781" y="2366698"/>
              <a:ext cx="4800" cy="3703"/>
            </a:xfrm>
            <a:custGeom>
              <a:avLst/>
              <a:gdLst/>
              <a:ahLst/>
              <a:cxnLst/>
              <a:rect l="l" t="t" r="r" b="b"/>
              <a:pathLst>
                <a:path w="162" h="125" extrusionOk="0">
                  <a:moveTo>
                    <a:pt x="87" y="124"/>
                  </a:moveTo>
                  <a:cubicBezTo>
                    <a:pt x="161" y="124"/>
                    <a:pt x="161" y="1"/>
                    <a:pt x="87" y="1"/>
                  </a:cubicBezTo>
                  <a:cubicBezTo>
                    <a:pt x="0" y="1"/>
                    <a:pt x="0" y="124"/>
                    <a:pt x="87" y="1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9"/>
            <p:cNvSpPr/>
            <p:nvPr/>
          </p:nvSpPr>
          <p:spPr>
            <a:xfrm>
              <a:off x="7614245" y="3494587"/>
              <a:ext cx="6992" cy="9747"/>
            </a:xfrm>
            <a:custGeom>
              <a:avLst/>
              <a:gdLst/>
              <a:ahLst/>
              <a:cxnLst/>
              <a:rect l="l" t="t" r="r" b="b"/>
              <a:pathLst>
                <a:path w="236" h="329" extrusionOk="0">
                  <a:moveTo>
                    <a:pt x="32" y="322"/>
                  </a:moveTo>
                  <a:cubicBezTo>
                    <a:pt x="50" y="328"/>
                    <a:pt x="75" y="322"/>
                    <a:pt x="87" y="310"/>
                  </a:cubicBezTo>
                  <a:lnTo>
                    <a:pt x="112" y="291"/>
                  </a:lnTo>
                  <a:cubicBezTo>
                    <a:pt x="118" y="279"/>
                    <a:pt x="124" y="273"/>
                    <a:pt x="124" y="267"/>
                  </a:cubicBezTo>
                  <a:cubicBezTo>
                    <a:pt x="137" y="248"/>
                    <a:pt x="149" y="236"/>
                    <a:pt x="155" y="229"/>
                  </a:cubicBezTo>
                  <a:cubicBezTo>
                    <a:pt x="180" y="199"/>
                    <a:pt x="198" y="174"/>
                    <a:pt x="217" y="143"/>
                  </a:cubicBezTo>
                  <a:cubicBezTo>
                    <a:pt x="235" y="124"/>
                    <a:pt x="235" y="94"/>
                    <a:pt x="229" y="81"/>
                  </a:cubicBezTo>
                  <a:cubicBezTo>
                    <a:pt x="217" y="56"/>
                    <a:pt x="205" y="32"/>
                    <a:pt x="180" y="26"/>
                  </a:cubicBezTo>
                  <a:cubicBezTo>
                    <a:pt x="130" y="1"/>
                    <a:pt x="87" y="32"/>
                    <a:pt x="62" y="81"/>
                  </a:cubicBezTo>
                  <a:cubicBezTo>
                    <a:pt x="56" y="112"/>
                    <a:pt x="44" y="149"/>
                    <a:pt x="32" y="180"/>
                  </a:cubicBezTo>
                  <a:cubicBezTo>
                    <a:pt x="25" y="199"/>
                    <a:pt x="25" y="211"/>
                    <a:pt x="19" y="229"/>
                  </a:cubicBezTo>
                  <a:cubicBezTo>
                    <a:pt x="19" y="236"/>
                    <a:pt x="7" y="242"/>
                    <a:pt x="7" y="248"/>
                  </a:cubicBezTo>
                  <a:cubicBezTo>
                    <a:pt x="7" y="267"/>
                    <a:pt x="7" y="273"/>
                    <a:pt x="1" y="291"/>
                  </a:cubicBezTo>
                  <a:cubicBezTo>
                    <a:pt x="1" y="297"/>
                    <a:pt x="19" y="310"/>
                    <a:pt x="32" y="32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7578366" y="3539088"/>
              <a:ext cx="11940" cy="9362"/>
            </a:xfrm>
            <a:custGeom>
              <a:avLst/>
              <a:gdLst/>
              <a:ahLst/>
              <a:cxnLst/>
              <a:rect l="l" t="t" r="r" b="b"/>
              <a:pathLst>
                <a:path w="403" h="316" extrusionOk="0">
                  <a:moveTo>
                    <a:pt x="32" y="278"/>
                  </a:moveTo>
                  <a:cubicBezTo>
                    <a:pt x="50" y="284"/>
                    <a:pt x="63" y="291"/>
                    <a:pt x="87" y="303"/>
                  </a:cubicBezTo>
                  <a:cubicBezTo>
                    <a:pt x="93" y="303"/>
                    <a:pt x="100" y="309"/>
                    <a:pt x="112" y="309"/>
                  </a:cubicBezTo>
                  <a:lnTo>
                    <a:pt x="124" y="309"/>
                  </a:lnTo>
                  <a:cubicBezTo>
                    <a:pt x="131" y="309"/>
                    <a:pt x="131" y="309"/>
                    <a:pt x="124" y="309"/>
                  </a:cubicBezTo>
                  <a:lnTo>
                    <a:pt x="143" y="309"/>
                  </a:lnTo>
                  <a:cubicBezTo>
                    <a:pt x="180" y="315"/>
                    <a:pt x="236" y="291"/>
                    <a:pt x="273" y="278"/>
                  </a:cubicBezTo>
                  <a:cubicBezTo>
                    <a:pt x="310" y="253"/>
                    <a:pt x="341" y="223"/>
                    <a:pt x="365" y="192"/>
                  </a:cubicBezTo>
                  <a:cubicBezTo>
                    <a:pt x="390" y="155"/>
                    <a:pt x="402" y="105"/>
                    <a:pt x="402" y="68"/>
                  </a:cubicBezTo>
                  <a:cubicBezTo>
                    <a:pt x="402" y="37"/>
                    <a:pt x="371" y="0"/>
                    <a:pt x="341" y="6"/>
                  </a:cubicBezTo>
                  <a:cubicBezTo>
                    <a:pt x="304" y="6"/>
                    <a:pt x="279" y="37"/>
                    <a:pt x="279" y="68"/>
                  </a:cubicBezTo>
                  <a:lnTo>
                    <a:pt x="279" y="74"/>
                  </a:lnTo>
                  <a:lnTo>
                    <a:pt x="279" y="74"/>
                  </a:lnTo>
                  <a:cubicBezTo>
                    <a:pt x="279" y="87"/>
                    <a:pt x="279" y="93"/>
                    <a:pt x="273" y="99"/>
                  </a:cubicBezTo>
                  <a:lnTo>
                    <a:pt x="273" y="105"/>
                  </a:lnTo>
                  <a:lnTo>
                    <a:pt x="273" y="105"/>
                  </a:lnTo>
                  <a:cubicBezTo>
                    <a:pt x="273" y="118"/>
                    <a:pt x="266" y="124"/>
                    <a:pt x="266" y="124"/>
                  </a:cubicBezTo>
                  <a:cubicBezTo>
                    <a:pt x="266" y="130"/>
                    <a:pt x="254" y="136"/>
                    <a:pt x="248" y="136"/>
                  </a:cubicBezTo>
                  <a:lnTo>
                    <a:pt x="248" y="136"/>
                  </a:lnTo>
                  <a:cubicBezTo>
                    <a:pt x="248" y="136"/>
                    <a:pt x="248" y="148"/>
                    <a:pt x="242" y="148"/>
                  </a:cubicBezTo>
                  <a:lnTo>
                    <a:pt x="223" y="161"/>
                  </a:lnTo>
                  <a:lnTo>
                    <a:pt x="217" y="167"/>
                  </a:lnTo>
                  <a:cubicBezTo>
                    <a:pt x="205" y="179"/>
                    <a:pt x="192" y="185"/>
                    <a:pt x="180" y="192"/>
                  </a:cubicBezTo>
                  <a:lnTo>
                    <a:pt x="174" y="192"/>
                  </a:lnTo>
                  <a:cubicBezTo>
                    <a:pt x="161" y="192"/>
                    <a:pt x="149" y="198"/>
                    <a:pt x="143" y="210"/>
                  </a:cubicBezTo>
                  <a:lnTo>
                    <a:pt x="131" y="210"/>
                  </a:lnTo>
                  <a:lnTo>
                    <a:pt x="131" y="210"/>
                  </a:lnTo>
                  <a:lnTo>
                    <a:pt x="124" y="210"/>
                  </a:lnTo>
                  <a:lnTo>
                    <a:pt x="118" y="210"/>
                  </a:lnTo>
                  <a:lnTo>
                    <a:pt x="112" y="210"/>
                  </a:lnTo>
                  <a:lnTo>
                    <a:pt x="87" y="210"/>
                  </a:lnTo>
                  <a:cubicBezTo>
                    <a:pt x="87" y="210"/>
                    <a:pt x="81" y="210"/>
                    <a:pt x="87" y="210"/>
                  </a:cubicBezTo>
                  <a:lnTo>
                    <a:pt x="69" y="210"/>
                  </a:lnTo>
                  <a:cubicBezTo>
                    <a:pt x="25" y="210"/>
                    <a:pt x="1" y="260"/>
                    <a:pt x="32" y="27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7553657" y="3524985"/>
              <a:ext cx="16680" cy="9718"/>
            </a:xfrm>
            <a:custGeom>
              <a:avLst/>
              <a:gdLst/>
              <a:ahLst/>
              <a:cxnLst/>
              <a:rect l="l" t="t" r="r" b="b"/>
              <a:pathLst>
                <a:path w="563" h="328" extrusionOk="0">
                  <a:moveTo>
                    <a:pt x="93" y="291"/>
                  </a:moveTo>
                  <a:cubicBezTo>
                    <a:pt x="100" y="272"/>
                    <a:pt x="118" y="260"/>
                    <a:pt x="124" y="254"/>
                  </a:cubicBezTo>
                  <a:lnTo>
                    <a:pt x="149" y="229"/>
                  </a:lnTo>
                  <a:lnTo>
                    <a:pt x="155" y="223"/>
                  </a:lnTo>
                  <a:lnTo>
                    <a:pt x="155" y="223"/>
                  </a:lnTo>
                  <a:cubicBezTo>
                    <a:pt x="155" y="223"/>
                    <a:pt x="161" y="223"/>
                    <a:pt x="161" y="210"/>
                  </a:cubicBezTo>
                  <a:cubicBezTo>
                    <a:pt x="174" y="204"/>
                    <a:pt x="180" y="204"/>
                    <a:pt x="186" y="198"/>
                  </a:cubicBezTo>
                  <a:cubicBezTo>
                    <a:pt x="192" y="198"/>
                    <a:pt x="192" y="186"/>
                    <a:pt x="205" y="186"/>
                  </a:cubicBezTo>
                  <a:lnTo>
                    <a:pt x="211" y="186"/>
                  </a:lnTo>
                  <a:lnTo>
                    <a:pt x="217" y="186"/>
                  </a:lnTo>
                  <a:cubicBezTo>
                    <a:pt x="223" y="186"/>
                    <a:pt x="223" y="186"/>
                    <a:pt x="236" y="180"/>
                  </a:cubicBezTo>
                  <a:cubicBezTo>
                    <a:pt x="242" y="180"/>
                    <a:pt x="242" y="180"/>
                    <a:pt x="248" y="173"/>
                  </a:cubicBezTo>
                  <a:lnTo>
                    <a:pt x="273" y="173"/>
                  </a:lnTo>
                  <a:lnTo>
                    <a:pt x="297" y="173"/>
                  </a:lnTo>
                  <a:lnTo>
                    <a:pt x="285" y="173"/>
                  </a:lnTo>
                  <a:lnTo>
                    <a:pt x="303" y="173"/>
                  </a:lnTo>
                  <a:lnTo>
                    <a:pt x="334" y="173"/>
                  </a:lnTo>
                  <a:lnTo>
                    <a:pt x="347" y="173"/>
                  </a:lnTo>
                  <a:lnTo>
                    <a:pt x="359" y="173"/>
                  </a:lnTo>
                  <a:lnTo>
                    <a:pt x="359" y="173"/>
                  </a:lnTo>
                  <a:lnTo>
                    <a:pt x="371" y="173"/>
                  </a:lnTo>
                  <a:cubicBezTo>
                    <a:pt x="378" y="173"/>
                    <a:pt x="396" y="173"/>
                    <a:pt x="402" y="180"/>
                  </a:cubicBezTo>
                  <a:lnTo>
                    <a:pt x="402" y="180"/>
                  </a:lnTo>
                  <a:cubicBezTo>
                    <a:pt x="408" y="180"/>
                    <a:pt x="427" y="186"/>
                    <a:pt x="433" y="186"/>
                  </a:cubicBezTo>
                  <a:cubicBezTo>
                    <a:pt x="452" y="198"/>
                    <a:pt x="464" y="198"/>
                    <a:pt x="470" y="186"/>
                  </a:cubicBezTo>
                  <a:lnTo>
                    <a:pt x="483" y="198"/>
                  </a:lnTo>
                  <a:cubicBezTo>
                    <a:pt x="501" y="210"/>
                    <a:pt x="532" y="204"/>
                    <a:pt x="551" y="180"/>
                  </a:cubicBezTo>
                  <a:cubicBezTo>
                    <a:pt x="563" y="161"/>
                    <a:pt x="563" y="136"/>
                    <a:pt x="544" y="112"/>
                  </a:cubicBezTo>
                  <a:lnTo>
                    <a:pt x="526" y="93"/>
                  </a:lnTo>
                  <a:cubicBezTo>
                    <a:pt x="501" y="31"/>
                    <a:pt x="421" y="0"/>
                    <a:pt x="359" y="0"/>
                  </a:cubicBezTo>
                  <a:cubicBezTo>
                    <a:pt x="328" y="0"/>
                    <a:pt x="303" y="0"/>
                    <a:pt x="273" y="13"/>
                  </a:cubicBezTo>
                  <a:cubicBezTo>
                    <a:pt x="266" y="13"/>
                    <a:pt x="248" y="13"/>
                    <a:pt x="242" y="19"/>
                  </a:cubicBezTo>
                  <a:cubicBezTo>
                    <a:pt x="236" y="19"/>
                    <a:pt x="217" y="25"/>
                    <a:pt x="211" y="31"/>
                  </a:cubicBezTo>
                  <a:cubicBezTo>
                    <a:pt x="205" y="31"/>
                    <a:pt x="186" y="56"/>
                    <a:pt x="186" y="50"/>
                  </a:cubicBezTo>
                  <a:lnTo>
                    <a:pt x="186" y="50"/>
                  </a:lnTo>
                  <a:lnTo>
                    <a:pt x="180" y="50"/>
                  </a:lnTo>
                  <a:cubicBezTo>
                    <a:pt x="174" y="50"/>
                    <a:pt x="174" y="56"/>
                    <a:pt x="161" y="56"/>
                  </a:cubicBezTo>
                  <a:cubicBezTo>
                    <a:pt x="155" y="68"/>
                    <a:pt x="149" y="68"/>
                    <a:pt x="130" y="75"/>
                  </a:cubicBezTo>
                  <a:cubicBezTo>
                    <a:pt x="112" y="87"/>
                    <a:pt x="87" y="105"/>
                    <a:pt x="69" y="130"/>
                  </a:cubicBezTo>
                  <a:cubicBezTo>
                    <a:pt x="32" y="167"/>
                    <a:pt x="7" y="210"/>
                    <a:pt x="1" y="260"/>
                  </a:cubicBezTo>
                  <a:cubicBezTo>
                    <a:pt x="25" y="303"/>
                    <a:pt x="69" y="328"/>
                    <a:pt x="93" y="2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7497098" y="3574759"/>
              <a:ext cx="5540" cy="4444"/>
            </a:xfrm>
            <a:custGeom>
              <a:avLst/>
              <a:gdLst/>
              <a:ahLst/>
              <a:cxnLst/>
              <a:rect l="l" t="t" r="r" b="b"/>
              <a:pathLst>
                <a:path w="187" h="150" extrusionOk="0">
                  <a:moveTo>
                    <a:pt x="93" y="149"/>
                  </a:moveTo>
                  <a:cubicBezTo>
                    <a:pt x="186" y="149"/>
                    <a:pt x="186" y="1"/>
                    <a:pt x="93" y="1"/>
                  </a:cubicBezTo>
                  <a:cubicBezTo>
                    <a:pt x="1" y="1"/>
                    <a:pt x="1" y="149"/>
                    <a:pt x="93" y="14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39"/>
          <p:cNvSpPr/>
          <p:nvPr/>
        </p:nvSpPr>
        <p:spPr>
          <a:xfrm>
            <a:off x="6087573" y="3802104"/>
            <a:ext cx="468111" cy="919698"/>
          </a:xfrm>
          <a:custGeom>
            <a:avLst/>
            <a:gdLst/>
            <a:ahLst/>
            <a:cxnLst/>
            <a:rect l="l" t="t" r="r" b="b"/>
            <a:pathLst>
              <a:path w="11474" h="22543" extrusionOk="0">
                <a:moveTo>
                  <a:pt x="6358" y="0"/>
                </a:moveTo>
                <a:lnTo>
                  <a:pt x="6358" y="0"/>
                </a:lnTo>
                <a:cubicBezTo>
                  <a:pt x="6457" y="93"/>
                  <a:pt x="6500" y="247"/>
                  <a:pt x="6457" y="377"/>
                </a:cubicBezTo>
                <a:cubicBezTo>
                  <a:pt x="6284" y="229"/>
                  <a:pt x="6092" y="130"/>
                  <a:pt x="5876" y="87"/>
                </a:cubicBezTo>
                <a:cubicBezTo>
                  <a:pt x="5814" y="155"/>
                  <a:pt x="5783" y="241"/>
                  <a:pt x="5777" y="334"/>
                </a:cubicBezTo>
                <a:cubicBezTo>
                  <a:pt x="5685" y="254"/>
                  <a:pt x="5623" y="136"/>
                  <a:pt x="5604" y="25"/>
                </a:cubicBezTo>
                <a:cubicBezTo>
                  <a:pt x="5481" y="155"/>
                  <a:pt x="5407" y="334"/>
                  <a:pt x="5382" y="519"/>
                </a:cubicBezTo>
                <a:cubicBezTo>
                  <a:pt x="5295" y="470"/>
                  <a:pt x="5227" y="402"/>
                  <a:pt x="5166" y="321"/>
                </a:cubicBezTo>
                <a:cubicBezTo>
                  <a:pt x="5067" y="470"/>
                  <a:pt x="5061" y="674"/>
                  <a:pt x="5135" y="834"/>
                </a:cubicBezTo>
                <a:cubicBezTo>
                  <a:pt x="5073" y="828"/>
                  <a:pt x="5011" y="828"/>
                  <a:pt x="4949" y="816"/>
                </a:cubicBezTo>
                <a:lnTo>
                  <a:pt x="4949" y="816"/>
                </a:lnTo>
                <a:cubicBezTo>
                  <a:pt x="4912" y="908"/>
                  <a:pt x="5011" y="995"/>
                  <a:pt x="5042" y="1094"/>
                </a:cubicBezTo>
                <a:cubicBezTo>
                  <a:pt x="5091" y="1267"/>
                  <a:pt x="4912" y="1452"/>
                  <a:pt x="4968" y="1909"/>
                </a:cubicBezTo>
                <a:cubicBezTo>
                  <a:pt x="4962" y="1885"/>
                  <a:pt x="4931" y="1858"/>
                  <a:pt x="4897" y="1858"/>
                </a:cubicBezTo>
                <a:cubicBezTo>
                  <a:pt x="4817" y="1858"/>
                  <a:pt x="4721" y="2010"/>
                  <a:pt x="4912" y="2719"/>
                </a:cubicBezTo>
                <a:cubicBezTo>
                  <a:pt x="4949" y="2712"/>
                  <a:pt x="4999" y="2694"/>
                  <a:pt x="5036" y="2688"/>
                </a:cubicBezTo>
                <a:lnTo>
                  <a:pt x="5036" y="2688"/>
                </a:lnTo>
                <a:cubicBezTo>
                  <a:pt x="5061" y="2756"/>
                  <a:pt x="5011" y="2824"/>
                  <a:pt x="4956" y="2873"/>
                </a:cubicBezTo>
                <a:cubicBezTo>
                  <a:pt x="4844" y="2972"/>
                  <a:pt x="4690" y="2990"/>
                  <a:pt x="4542" y="3009"/>
                </a:cubicBezTo>
                <a:cubicBezTo>
                  <a:pt x="3847" y="3123"/>
                  <a:pt x="3187" y="3492"/>
                  <a:pt x="2483" y="3492"/>
                </a:cubicBezTo>
                <a:cubicBezTo>
                  <a:pt x="2461" y="3492"/>
                  <a:pt x="2439" y="3492"/>
                  <a:pt x="2416" y="3491"/>
                </a:cubicBezTo>
                <a:lnTo>
                  <a:pt x="2416" y="3491"/>
                </a:lnTo>
                <a:cubicBezTo>
                  <a:pt x="2472" y="4195"/>
                  <a:pt x="1724" y="4350"/>
                  <a:pt x="1434" y="4881"/>
                </a:cubicBezTo>
                <a:cubicBezTo>
                  <a:pt x="1366" y="5011"/>
                  <a:pt x="1335" y="5159"/>
                  <a:pt x="1249" y="5276"/>
                </a:cubicBezTo>
                <a:cubicBezTo>
                  <a:pt x="1088" y="5499"/>
                  <a:pt x="785" y="5598"/>
                  <a:pt x="631" y="5820"/>
                </a:cubicBezTo>
                <a:cubicBezTo>
                  <a:pt x="507" y="5999"/>
                  <a:pt x="495" y="6234"/>
                  <a:pt x="470" y="6450"/>
                </a:cubicBezTo>
                <a:cubicBezTo>
                  <a:pt x="340" y="7568"/>
                  <a:pt x="248" y="7976"/>
                  <a:pt x="1" y="10163"/>
                </a:cubicBezTo>
                <a:cubicBezTo>
                  <a:pt x="149" y="10101"/>
                  <a:pt x="273" y="9990"/>
                  <a:pt x="353" y="9854"/>
                </a:cubicBezTo>
                <a:lnTo>
                  <a:pt x="353" y="9854"/>
                </a:lnTo>
                <a:cubicBezTo>
                  <a:pt x="439" y="9978"/>
                  <a:pt x="353" y="10145"/>
                  <a:pt x="303" y="10287"/>
                </a:cubicBezTo>
                <a:cubicBezTo>
                  <a:pt x="242" y="10423"/>
                  <a:pt x="254" y="10639"/>
                  <a:pt x="402" y="10664"/>
                </a:cubicBezTo>
                <a:cubicBezTo>
                  <a:pt x="285" y="10781"/>
                  <a:pt x="340" y="11022"/>
                  <a:pt x="495" y="11065"/>
                </a:cubicBezTo>
                <a:cubicBezTo>
                  <a:pt x="489" y="11189"/>
                  <a:pt x="520" y="11337"/>
                  <a:pt x="588" y="11436"/>
                </a:cubicBezTo>
                <a:cubicBezTo>
                  <a:pt x="604" y="11452"/>
                  <a:pt x="745" y="11580"/>
                  <a:pt x="806" y="11580"/>
                </a:cubicBezTo>
                <a:cubicBezTo>
                  <a:pt x="839" y="11580"/>
                  <a:pt x="849" y="11542"/>
                  <a:pt x="804" y="11430"/>
                </a:cubicBezTo>
                <a:cubicBezTo>
                  <a:pt x="711" y="11195"/>
                  <a:pt x="773" y="10948"/>
                  <a:pt x="816" y="10911"/>
                </a:cubicBezTo>
                <a:cubicBezTo>
                  <a:pt x="832" y="10899"/>
                  <a:pt x="844" y="10894"/>
                  <a:pt x="854" y="10894"/>
                </a:cubicBezTo>
                <a:cubicBezTo>
                  <a:pt x="947" y="10894"/>
                  <a:pt x="789" y="11386"/>
                  <a:pt x="940" y="11559"/>
                </a:cubicBezTo>
                <a:cubicBezTo>
                  <a:pt x="979" y="11602"/>
                  <a:pt x="1034" y="11629"/>
                  <a:pt x="1079" y="11629"/>
                </a:cubicBezTo>
                <a:cubicBezTo>
                  <a:pt x="1126" y="11629"/>
                  <a:pt x="1162" y="11598"/>
                  <a:pt x="1156" y="11522"/>
                </a:cubicBezTo>
                <a:cubicBezTo>
                  <a:pt x="1150" y="11393"/>
                  <a:pt x="940" y="11226"/>
                  <a:pt x="1422" y="10330"/>
                </a:cubicBezTo>
                <a:cubicBezTo>
                  <a:pt x="1663" y="10410"/>
                  <a:pt x="1836" y="10633"/>
                  <a:pt x="1879" y="10880"/>
                </a:cubicBezTo>
                <a:cubicBezTo>
                  <a:pt x="2033" y="10867"/>
                  <a:pt x="2077" y="10633"/>
                  <a:pt x="2002" y="10497"/>
                </a:cubicBezTo>
                <a:cubicBezTo>
                  <a:pt x="1817" y="10138"/>
                  <a:pt x="1453" y="10349"/>
                  <a:pt x="1539" y="8199"/>
                </a:cubicBezTo>
                <a:lnTo>
                  <a:pt x="1539" y="8199"/>
                </a:lnTo>
                <a:cubicBezTo>
                  <a:pt x="1601" y="8254"/>
                  <a:pt x="1650" y="8304"/>
                  <a:pt x="1706" y="8347"/>
                </a:cubicBezTo>
                <a:cubicBezTo>
                  <a:pt x="1829" y="7982"/>
                  <a:pt x="1693" y="7575"/>
                  <a:pt x="1755" y="7198"/>
                </a:cubicBezTo>
                <a:cubicBezTo>
                  <a:pt x="1823" y="6790"/>
                  <a:pt x="2157" y="6432"/>
                  <a:pt x="2565" y="6339"/>
                </a:cubicBezTo>
                <a:cubicBezTo>
                  <a:pt x="2571" y="6432"/>
                  <a:pt x="2608" y="6425"/>
                  <a:pt x="2602" y="6518"/>
                </a:cubicBezTo>
                <a:cubicBezTo>
                  <a:pt x="1761" y="14253"/>
                  <a:pt x="2546" y="13821"/>
                  <a:pt x="2157" y="15303"/>
                </a:cubicBezTo>
                <a:cubicBezTo>
                  <a:pt x="2373" y="15211"/>
                  <a:pt x="2577" y="15087"/>
                  <a:pt x="2762" y="14945"/>
                </a:cubicBezTo>
                <a:lnTo>
                  <a:pt x="2762" y="14945"/>
                </a:lnTo>
                <a:cubicBezTo>
                  <a:pt x="2731" y="15266"/>
                  <a:pt x="2694" y="15581"/>
                  <a:pt x="2663" y="15903"/>
                </a:cubicBezTo>
                <a:cubicBezTo>
                  <a:pt x="2818" y="15859"/>
                  <a:pt x="2979" y="15816"/>
                  <a:pt x="3133" y="15779"/>
                </a:cubicBezTo>
                <a:lnTo>
                  <a:pt x="3133" y="15779"/>
                </a:lnTo>
                <a:cubicBezTo>
                  <a:pt x="3077" y="16551"/>
                  <a:pt x="2824" y="17305"/>
                  <a:pt x="2410" y="17954"/>
                </a:cubicBezTo>
                <a:cubicBezTo>
                  <a:pt x="2428" y="17961"/>
                  <a:pt x="2447" y="17965"/>
                  <a:pt x="2468" y="17965"/>
                </a:cubicBezTo>
                <a:cubicBezTo>
                  <a:pt x="2533" y="17965"/>
                  <a:pt x="2606" y="17928"/>
                  <a:pt x="2639" y="17867"/>
                </a:cubicBezTo>
                <a:lnTo>
                  <a:pt x="2639" y="17867"/>
                </a:lnTo>
                <a:cubicBezTo>
                  <a:pt x="2534" y="18689"/>
                  <a:pt x="2219" y="19467"/>
                  <a:pt x="1731" y="20135"/>
                </a:cubicBezTo>
                <a:cubicBezTo>
                  <a:pt x="1764" y="20138"/>
                  <a:pt x="1799" y="20140"/>
                  <a:pt x="1834" y="20140"/>
                </a:cubicBezTo>
                <a:cubicBezTo>
                  <a:pt x="1916" y="20140"/>
                  <a:pt x="2001" y="20130"/>
                  <a:pt x="2083" y="20104"/>
                </a:cubicBezTo>
                <a:lnTo>
                  <a:pt x="2083" y="20104"/>
                </a:lnTo>
                <a:cubicBezTo>
                  <a:pt x="1771" y="21062"/>
                  <a:pt x="2514" y="22011"/>
                  <a:pt x="3465" y="22011"/>
                </a:cubicBezTo>
                <a:cubicBezTo>
                  <a:pt x="3569" y="22011"/>
                  <a:pt x="3674" y="21999"/>
                  <a:pt x="3782" y="21976"/>
                </a:cubicBezTo>
                <a:cubicBezTo>
                  <a:pt x="3992" y="21358"/>
                  <a:pt x="3046" y="20765"/>
                  <a:pt x="3275" y="20147"/>
                </a:cubicBezTo>
                <a:cubicBezTo>
                  <a:pt x="3355" y="19918"/>
                  <a:pt x="3460" y="19949"/>
                  <a:pt x="3745" y="19282"/>
                </a:cubicBezTo>
                <a:cubicBezTo>
                  <a:pt x="4202" y="18232"/>
                  <a:pt x="4801" y="17237"/>
                  <a:pt x="4943" y="16100"/>
                </a:cubicBezTo>
                <a:cubicBezTo>
                  <a:pt x="4986" y="15736"/>
                  <a:pt x="5073" y="15384"/>
                  <a:pt x="5203" y="15044"/>
                </a:cubicBezTo>
                <a:cubicBezTo>
                  <a:pt x="5252" y="15087"/>
                  <a:pt x="5289" y="15137"/>
                  <a:pt x="5326" y="15180"/>
                </a:cubicBezTo>
                <a:cubicBezTo>
                  <a:pt x="5414" y="14719"/>
                  <a:pt x="5342" y="14409"/>
                  <a:pt x="5356" y="14409"/>
                </a:cubicBezTo>
                <a:lnTo>
                  <a:pt x="5356" y="14409"/>
                </a:lnTo>
                <a:cubicBezTo>
                  <a:pt x="5366" y="14409"/>
                  <a:pt x="5426" y="14587"/>
                  <a:pt x="5641" y="15013"/>
                </a:cubicBezTo>
                <a:cubicBezTo>
                  <a:pt x="5715" y="14772"/>
                  <a:pt x="5790" y="14531"/>
                  <a:pt x="5864" y="14296"/>
                </a:cubicBezTo>
                <a:cubicBezTo>
                  <a:pt x="7371" y="17917"/>
                  <a:pt x="6877" y="17645"/>
                  <a:pt x="7105" y="18578"/>
                </a:cubicBezTo>
                <a:cubicBezTo>
                  <a:pt x="7346" y="19579"/>
                  <a:pt x="7390" y="18874"/>
                  <a:pt x="7087" y="20573"/>
                </a:cubicBezTo>
                <a:cubicBezTo>
                  <a:pt x="7167" y="20493"/>
                  <a:pt x="7260" y="20444"/>
                  <a:pt x="7359" y="20413"/>
                </a:cubicBezTo>
                <a:lnTo>
                  <a:pt x="7359" y="20413"/>
                </a:lnTo>
                <a:cubicBezTo>
                  <a:pt x="7272" y="20616"/>
                  <a:pt x="7489" y="20820"/>
                  <a:pt x="7569" y="21030"/>
                </a:cubicBezTo>
                <a:cubicBezTo>
                  <a:pt x="7705" y="21401"/>
                  <a:pt x="7384" y="21963"/>
                  <a:pt x="7822" y="22377"/>
                </a:cubicBezTo>
                <a:cubicBezTo>
                  <a:pt x="7944" y="22490"/>
                  <a:pt x="8084" y="22543"/>
                  <a:pt x="8217" y="22543"/>
                </a:cubicBezTo>
                <a:cubicBezTo>
                  <a:pt x="8513" y="22543"/>
                  <a:pt x="8772" y="22278"/>
                  <a:pt x="8712" y="21821"/>
                </a:cubicBezTo>
                <a:cubicBezTo>
                  <a:pt x="8675" y="21512"/>
                  <a:pt x="8372" y="20833"/>
                  <a:pt x="8409" y="20394"/>
                </a:cubicBezTo>
                <a:cubicBezTo>
                  <a:pt x="8421" y="20258"/>
                  <a:pt x="8434" y="20116"/>
                  <a:pt x="8446" y="19980"/>
                </a:cubicBezTo>
                <a:cubicBezTo>
                  <a:pt x="8502" y="20011"/>
                  <a:pt x="8551" y="20030"/>
                  <a:pt x="8601" y="20060"/>
                </a:cubicBezTo>
                <a:cubicBezTo>
                  <a:pt x="8378" y="16786"/>
                  <a:pt x="8075" y="16032"/>
                  <a:pt x="8187" y="15767"/>
                </a:cubicBezTo>
                <a:cubicBezTo>
                  <a:pt x="8220" y="15690"/>
                  <a:pt x="8303" y="15627"/>
                  <a:pt x="8385" y="15627"/>
                </a:cubicBezTo>
                <a:cubicBezTo>
                  <a:pt x="8408" y="15627"/>
                  <a:pt x="8431" y="15632"/>
                  <a:pt x="8452" y="15643"/>
                </a:cubicBezTo>
                <a:cubicBezTo>
                  <a:pt x="8514" y="15097"/>
                  <a:pt x="8518" y="14905"/>
                  <a:pt x="8539" y="14905"/>
                </a:cubicBezTo>
                <a:cubicBezTo>
                  <a:pt x="8553" y="14905"/>
                  <a:pt x="8576" y="14998"/>
                  <a:pt x="8631" y="15130"/>
                </a:cubicBezTo>
                <a:cubicBezTo>
                  <a:pt x="8706" y="14185"/>
                  <a:pt x="8910" y="13277"/>
                  <a:pt x="8934" y="12332"/>
                </a:cubicBezTo>
                <a:cubicBezTo>
                  <a:pt x="8959" y="11578"/>
                  <a:pt x="8990" y="10818"/>
                  <a:pt x="9027" y="10064"/>
                </a:cubicBezTo>
                <a:cubicBezTo>
                  <a:pt x="9076" y="10126"/>
                  <a:pt x="9120" y="10194"/>
                  <a:pt x="9169" y="10256"/>
                </a:cubicBezTo>
                <a:cubicBezTo>
                  <a:pt x="9126" y="9576"/>
                  <a:pt x="9126" y="8872"/>
                  <a:pt x="9095" y="8192"/>
                </a:cubicBezTo>
                <a:lnTo>
                  <a:pt x="9095" y="8192"/>
                </a:lnTo>
                <a:cubicBezTo>
                  <a:pt x="9144" y="8223"/>
                  <a:pt x="9200" y="8254"/>
                  <a:pt x="9243" y="8285"/>
                </a:cubicBezTo>
                <a:cubicBezTo>
                  <a:pt x="9225" y="7717"/>
                  <a:pt x="9218" y="7136"/>
                  <a:pt x="9212" y="6561"/>
                </a:cubicBezTo>
                <a:cubicBezTo>
                  <a:pt x="9214" y="6559"/>
                  <a:pt x="9216" y="6557"/>
                  <a:pt x="9218" y="6556"/>
                </a:cubicBezTo>
                <a:lnTo>
                  <a:pt x="9218" y="6556"/>
                </a:lnTo>
                <a:cubicBezTo>
                  <a:pt x="9225" y="6589"/>
                  <a:pt x="9255" y="6624"/>
                  <a:pt x="9278" y="6624"/>
                </a:cubicBezTo>
                <a:cubicBezTo>
                  <a:pt x="9282" y="6624"/>
                  <a:pt x="9286" y="6623"/>
                  <a:pt x="9290" y="6621"/>
                </a:cubicBezTo>
                <a:lnTo>
                  <a:pt x="9290" y="6621"/>
                </a:lnTo>
                <a:cubicBezTo>
                  <a:pt x="9271" y="6597"/>
                  <a:pt x="9252" y="6573"/>
                  <a:pt x="9233" y="6548"/>
                </a:cubicBezTo>
                <a:lnTo>
                  <a:pt x="9233" y="6548"/>
                </a:lnTo>
                <a:cubicBezTo>
                  <a:pt x="9227" y="6550"/>
                  <a:pt x="9222" y="6552"/>
                  <a:pt x="9218" y="6556"/>
                </a:cubicBezTo>
                <a:lnTo>
                  <a:pt x="9218" y="6556"/>
                </a:lnTo>
                <a:cubicBezTo>
                  <a:pt x="9217" y="6547"/>
                  <a:pt x="9216" y="6538"/>
                  <a:pt x="9218" y="6530"/>
                </a:cubicBezTo>
                <a:lnTo>
                  <a:pt x="9218" y="6530"/>
                </a:lnTo>
                <a:cubicBezTo>
                  <a:pt x="9223" y="6536"/>
                  <a:pt x="9228" y="6542"/>
                  <a:pt x="9233" y="6548"/>
                </a:cubicBezTo>
                <a:lnTo>
                  <a:pt x="9233" y="6548"/>
                </a:lnTo>
                <a:cubicBezTo>
                  <a:pt x="9237" y="6547"/>
                  <a:pt x="9242" y="6546"/>
                  <a:pt x="9247" y="6546"/>
                </a:cubicBezTo>
                <a:cubicBezTo>
                  <a:pt x="9280" y="6546"/>
                  <a:pt x="9316" y="6575"/>
                  <a:pt x="9299" y="6611"/>
                </a:cubicBezTo>
                <a:cubicBezTo>
                  <a:pt x="9296" y="6615"/>
                  <a:pt x="9293" y="6618"/>
                  <a:pt x="9290" y="6621"/>
                </a:cubicBezTo>
                <a:lnTo>
                  <a:pt x="9290" y="6621"/>
                </a:lnTo>
                <a:cubicBezTo>
                  <a:pt x="9702" y="7144"/>
                  <a:pt x="9718" y="7192"/>
                  <a:pt x="9889" y="7192"/>
                </a:cubicBezTo>
                <a:cubicBezTo>
                  <a:pt x="9905" y="7192"/>
                  <a:pt x="9922" y="7192"/>
                  <a:pt x="9941" y="7192"/>
                </a:cubicBezTo>
                <a:cubicBezTo>
                  <a:pt x="10195" y="7179"/>
                  <a:pt x="10460" y="7167"/>
                  <a:pt x="10689" y="7037"/>
                </a:cubicBezTo>
                <a:cubicBezTo>
                  <a:pt x="11473" y="6574"/>
                  <a:pt x="11115" y="5474"/>
                  <a:pt x="10961" y="4998"/>
                </a:cubicBezTo>
                <a:lnTo>
                  <a:pt x="10961" y="4998"/>
                </a:lnTo>
                <a:cubicBezTo>
                  <a:pt x="10905" y="5042"/>
                  <a:pt x="10849" y="5079"/>
                  <a:pt x="10794" y="5122"/>
                </a:cubicBezTo>
                <a:cubicBezTo>
                  <a:pt x="10751" y="4943"/>
                  <a:pt x="10695" y="4770"/>
                  <a:pt x="10652" y="4597"/>
                </a:cubicBezTo>
                <a:cubicBezTo>
                  <a:pt x="10621" y="4726"/>
                  <a:pt x="10590" y="4850"/>
                  <a:pt x="10559" y="4980"/>
                </a:cubicBezTo>
                <a:cubicBezTo>
                  <a:pt x="10188" y="4572"/>
                  <a:pt x="10374" y="4214"/>
                  <a:pt x="10219" y="4059"/>
                </a:cubicBezTo>
                <a:cubicBezTo>
                  <a:pt x="10192" y="4032"/>
                  <a:pt x="10157" y="4021"/>
                  <a:pt x="10121" y="4021"/>
                </a:cubicBezTo>
                <a:cubicBezTo>
                  <a:pt x="10043" y="4021"/>
                  <a:pt x="9967" y="4076"/>
                  <a:pt x="9990" y="4143"/>
                </a:cubicBezTo>
                <a:lnTo>
                  <a:pt x="9990" y="4143"/>
                </a:lnTo>
                <a:cubicBezTo>
                  <a:pt x="9928" y="3971"/>
                  <a:pt x="9879" y="3811"/>
                  <a:pt x="9824" y="3645"/>
                </a:cubicBezTo>
                <a:cubicBezTo>
                  <a:pt x="9744" y="3658"/>
                  <a:pt x="9682" y="3713"/>
                  <a:pt x="9645" y="3775"/>
                </a:cubicBezTo>
                <a:cubicBezTo>
                  <a:pt x="9669" y="3658"/>
                  <a:pt x="9639" y="3534"/>
                  <a:pt x="9552" y="3454"/>
                </a:cubicBezTo>
                <a:cubicBezTo>
                  <a:pt x="9447" y="3559"/>
                  <a:pt x="9175" y="3565"/>
                  <a:pt x="9169" y="3744"/>
                </a:cubicBezTo>
                <a:cubicBezTo>
                  <a:pt x="9169" y="3806"/>
                  <a:pt x="9232" y="3858"/>
                  <a:pt x="9284" y="3858"/>
                </a:cubicBezTo>
                <a:cubicBezTo>
                  <a:pt x="9305" y="3858"/>
                  <a:pt x="9323" y="3850"/>
                  <a:pt x="9336" y="3831"/>
                </a:cubicBezTo>
                <a:lnTo>
                  <a:pt x="9336" y="3831"/>
                </a:lnTo>
                <a:cubicBezTo>
                  <a:pt x="9373" y="3905"/>
                  <a:pt x="9354" y="4004"/>
                  <a:pt x="9293" y="4059"/>
                </a:cubicBezTo>
                <a:cubicBezTo>
                  <a:pt x="9157" y="3923"/>
                  <a:pt x="9052" y="3763"/>
                  <a:pt x="8971" y="3590"/>
                </a:cubicBezTo>
                <a:cubicBezTo>
                  <a:pt x="8566" y="3744"/>
                  <a:pt x="8731" y="3973"/>
                  <a:pt x="8852" y="3973"/>
                </a:cubicBezTo>
                <a:cubicBezTo>
                  <a:pt x="8871" y="3973"/>
                  <a:pt x="8889" y="3967"/>
                  <a:pt x="8903" y="3954"/>
                </a:cubicBezTo>
                <a:cubicBezTo>
                  <a:pt x="9107" y="4164"/>
                  <a:pt x="9163" y="4510"/>
                  <a:pt x="9033" y="4770"/>
                </a:cubicBezTo>
                <a:cubicBezTo>
                  <a:pt x="8953" y="4603"/>
                  <a:pt x="8860" y="4442"/>
                  <a:pt x="8755" y="4288"/>
                </a:cubicBezTo>
                <a:cubicBezTo>
                  <a:pt x="8681" y="4393"/>
                  <a:pt x="8675" y="4541"/>
                  <a:pt x="8743" y="4646"/>
                </a:cubicBezTo>
                <a:cubicBezTo>
                  <a:pt x="8323" y="4516"/>
                  <a:pt x="7853" y="4306"/>
                  <a:pt x="7476" y="4201"/>
                </a:cubicBezTo>
                <a:cubicBezTo>
                  <a:pt x="7390" y="4170"/>
                  <a:pt x="7470" y="4121"/>
                  <a:pt x="7476" y="4102"/>
                </a:cubicBezTo>
                <a:cubicBezTo>
                  <a:pt x="7482" y="4059"/>
                  <a:pt x="7501" y="4102"/>
                  <a:pt x="6778" y="3281"/>
                </a:cubicBezTo>
                <a:cubicBezTo>
                  <a:pt x="6871" y="3095"/>
                  <a:pt x="6951" y="2898"/>
                  <a:pt x="7007" y="2694"/>
                </a:cubicBezTo>
                <a:cubicBezTo>
                  <a:pt x="7028" y="2740"/>
                  <a:pt x="7075" y="2761"/>
                  <a:pt x="7123" y="2761"/>
                </a:cubicBezTo>
                <a:cubicBezTo>
                  <a:pt x="7159" y="2761"/>
                  <a:pt x="7196" y="2749"/>
                  <a:pt x="7223" y="2725"/>
                </a:cubicBezTo>
                <a:cubicBezTo>
                  <a:pt x="7322" y="2651"/>
                  <a:pt x="7377" y="2391"/>
                  <a:pt x="7408" y="2224"/>
                </a:cubicBezTo>
                <a:cubicBezTo>
                  <a:pt x="7447" y="2005"/>
                  <a:pt x="7363" y="1937"/>
                  <a:pt x="7287" y="1937"/>
                </a:cubicBezTo>
                <a:cubicBezTo>
                  <a:pt x="7246" y="1937"/>
                  <a:pt x="7208" y="1958"/>
                  <a:pt x="7194" y="1985"/>
                </a:cubicBezTo>
                <a:lnTo>
                  <a:pt x="7194" y="1985"/>
                </a:lnTo>
                <a:cubicBezTo>
                  <a:pt x="7387" y="1548"/>
                  <a:pt x="7013" y="1104"/>
                  <a:pt x="7013" y="643"/>
                </a:cubicBezTo>
                <a:cubicBezTo>
                  <a:pt x="7013" y="408"/>
                  <a:pt x="7021" y="312"/>
                  <a:pt x="6995" y="312"/>
                </a:cubicBezTo>
                <a:cubicBezTo>
                  <a:pt x="6975" y="312"/>
                  <a:pt x="6934" y="372"/>
                  <a:pt x="6852" y="470"/>
                </a:cubicBezTo>
                <a:cubicBezTo>
                  <a:pt x="6790" y="241"/>
                  <a:pt x="6587" y="43"/>
                  <a:pt x="63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39"/>
          <p:cNvSpPr/>
          <p:nvPr/>
        </p:nvSpPr>
        <p:spPr>
          <a:xfrm>
            <a:off x="8004128" y="3960573"/>
            <a:ext cx="287419" cy="525082"/>
          </a:xfrm>
          <a:custGeom>
            <a:avLst/>
            <a:gdLst/>
            <a:ahLst/>
            <a:cxnLst/>
            <a:rect l="l" t="t" r="r" b="b"/>
            <a:pathLst>
              <a:path w="12870" h="23512" extrusionOk="0">
                <a:moveTo>
                  <a:pt x="8786" y="779"/>
                </a:moveTo>
                <a:cubicBezTo>
                  <a:pt x="8785" y="780"/>
                  <a:pt x="8785" y="780"/>
                  <a:pt x="8785" y="780"/>
                </a:cubicBezTo>
                <a:lnTo>
                  <a:pt x="8785" y="780"/>
                </a:lnTo>
                <a:cubicBezTo>
                  <a:pt x="8785" y="780"/>
                  <a:pt x="8785" y="780"/>
                  <a:pt x="8786" y="779"/>
                </a:cubicBezTo>
                <a:close/>
                <a:moveTo>
                  <a:pt x="7983" y="1243"/>
                </a:moveTo>
                <a:lnTo>
                  <a:pt x="7983" y="1243"/>
                </a:lnTo>
                <a:cubicBezTo>
                  <a:pt x="7983" y="1243"/>
                  <a:pt x="7983" y="1244"/>
                  <a:pt x="7983" y="1245"/>
                </a:cubicBezTo>
                <a:lnTo>
                  <a:pt x="7983" y="1245"/>
                </a:lnTo>
                <a:cubicBezTo>
                  <a:pt x="7983" y="1244"/>
                  <a:pt x="7983" y="1243"/>
                  <a:pt x="7983" y="1243"/>
                </a:cubicBezTo>
                <a:close/>
                <a:moveTo>
                  <a:pt x="10503" y="1472"/>
                </a:moveTo>
                <a:cubicBezTo>
                  <a:pt x="10502" y="1472"/>
                  <a:pt x="10500" y="1474"/>
                  <a:pt x="10497" y="1478"/>
                </a:cubicBezTo>
                <a:lnTo>
                  <a:pt x="10497" y="1478"/>
                </a:lnTo>
                <a:cubicBezTo>
                  <a:pt x="10501" y="1474"/>
                  <a:pt x="10503" y="1472"/>
                  <a:pt x="10503" y="1472"/>
                </a:cubicBezTo>
                <a:close/>
                <a:moveTo>
                  <a:pt x="1567" y="1"/>
                </a:moveTo>
                <a:cubicBezTo>
                  <a:pt x="1504" y="1"/>
                  <a:pt x="1427" y="16"/>
                  <a:pt x="1335" y="50"/>
                </a:cubicBezTo>
                <a:cubicBezTo>
                  <a:pt x="1162" y="112"/>
                  <a:pt x="1193" y="112"/>
                  <a:pt x="1100" y="711"/>
                </a:cubicBezTo>
                <a:cubicBezTo>
                  <a:pt x="1090" y="676"/>
                  <a:pt x="1050" y="659"/>
                  <a:pt x="1011" y="659"/>
                </a:cubicBezTo>
                <a:cubicBezTo>
                  <a:pt x="981" y="659"/>
                  <a:pt x="952" y="668"/>
                  <a:pt x="933" y="687"/>
                </a:cubicBezTo>
                <a:cubicBezTo>
                  <a:pt x="834" y="779"/>
                  <a:pt x="878" y="965"/>
                  <a:pt x="779" y="1057"/>
                </a:cubicBezTo>
                <a:cubicBezTo>
                  <a:pt x="748" y="1088"/>
                  <a:pt x="569" y="1162"/>
                  <a:pt x="618" y="1329"/>
                </a:cubicBezTo>
                <a:cubicBezTo>
                  <a:pt x="569" y="1471"/>
                  <a:pt x="482" y="1879"/>
                  <a:pt x="544" y="1978"/>
                </a:cubicBezTo>
                <a:cubicBezTo>
                  <a:pt x="600" y="2058"/>
                  <a:pt x="711" y="2046"/>
                  <a:pt x="661" y="2194"/>
                </a:cubicBezTo>
                <a:cubicBezTo>
                  <a:pt x="353" y="3152"/>
                  <a:pt x="328" y="3207"/>
                  <a:pt x="316" y="3343"/>
                </a:cubicBezTo>
                <a:cubicBezTo>
                  <a:pt x="254" y="3739"/>
                  <a:pt x="390" y="3788"/>
                  <a:pt x="0" y="4603"/>
                </a:cubicBezTo>
                <a:cubicBezTo>
                  <a:pt x="482" y="4381"/>
                  <a:pt x="810" y="3831"/>
                  <a:pt x="754" y="3294"/>
                </a:cubicBezTo>
                <a:cubicBezTo>
                  <a:pt x="804" y="3269"/>
                  <a:pt x="847" y="3250"/>
                  <a:pt x="884" y="3232"/>
                </a:cubicBezTo>
                <a:cubicBezTo>
                  <a:pt x="822" y="2942"/>
                  <a:pt x="699" y="3022"/>
                  <a:pt x="964" y="2966"/>
                </a:cubicBezTo>
                <a:cubicBezTo>
                  <a:pt x="918" y="2781"/>
                  <a:pt x="868" y="2761"/>
                  <a:pt x="872" y="2761"/>
                </a:cubicBezTo>
                <a:lnTo>
                  <a:pt x="872" y="2761"/>
                </a:lnTo>
                <a:cubicBezTo>
                  <a:pt x="873" y="2761"/>
                  <a:pt x="878" y="2762"/>
                  <a:pt x="889" y="2762"/>
                </a:cubicBezTo>
                <a:cubicBezTo>
                  <a:pt x="912" y="2762"/>
                  <a:pt x="958" y="2755"/>
                  <a:pt x="1038" y="2713"/>
                </a:cubicBezTo>
                <a:cubicBezTo>
                  <a:pt x="977" y="2565"/>
                  <a:pt x="995" y="2398"/>
                  <a:pt x="1069" y="2262"/>
                </a:cubicBezTo>
                <a:cubicBezTo>
                  <a:pt x="1093" y="2281"/>
                  <a:pt x="1127" y="2289"/>
                  <a:pt x="1159" y="2289"/>
                </a:cubicBezTo>
                <a:cubicBezTo>
                  <a:pt x="1168" y="2289"/>
                  <a:pt x="1178" y="2288"/>
                  <a:pt x="1187" y="2287"/>
                </a:cubicBezTo>
                <a:cubicBezTo>
                  <a:pt x="1285" y="2651"/>
                  <a:pt x="1360" y="3028"/>
                  <a:pt x="1391" y="3399"/>
                </a:cubicBezTo>
                <a:cubicBezTo>
                  <a:pt x="1248" y="3479"/>
                  <a:pt x="1131" y="3609"/>
                  <a:pt x="1069" y="3757"/>
                </a:cubicBezTo>
                <a:cubicBezTo>
                  <a:pt x="1128" y="3728"/>
                  <a:pt x="1192" y="3714"/>
                  <a:pt x="1257" y="3714"/>
                </a:cubicBezTo>
                <a:cubicBezTo>
                  <a:pt x="1328" y="3714"/>
                  <a:pt x="1400" y="3731"/>
                  <a:pt x="1465" y="3763"/>
                </a:cubicBezTo>
                <a:cubicBezTo>
                  <a:pt x="1248" y="4047"/>
                  <a:pt x="1496" y="4387"/>
                  <a:pt x="1718" y="4634"/>
                </a:cubicBezTo>
                <a:cubicBezTo>
                  <a:pt x="1693" y="4465"/>
                  <a:pt x="1765" y="4186"/>
                  <a:pt x="1884" y="4186"/>
                </a:cubicBezTo>
                <a:cubicBezTo>
                  <a:pt x="1913" y="4186"/>
                  <a:pt x="1944" y="4202"/>
                  <a:pt x="1977" y="4239"/>
                </a:cubicBezTo>
                <a:cubicBezTo>
                  <a:pt x="2410" y="4746"/>
                  <a:pt x="2453" y="4888"/>
                  <a:pt x="3170" y="4912"/>
                </a:cubicBezTo>
                <a:cubicBezTo>
                  <a:pt x="4040" y="4947"/>
                  <a:pt x="4397" y="4965"/>
                  <a:pt x="4541" y="4965"/>
                </a:cubicBezTo>
                <a:cubicBezTo>
                  <a:pt x="4729" y="4965"/>
                  <a:pt x="4551" y="4935"/>
                  <a:pt x="4677" y="4875"/>
                </a:cubicBezTo>
                <a:lnTo>
                  <a:pt x="4677" y="4875"/>
                </a:lnTo>
                <a:cubicBezTo>
                  <a:pt x="4918" y="5932"/>
                  <a:pt x="4591" y="7662"/>
                  <a:pt x="4158" y="8798"/>
                </a:cubicBezTo>
                <a:cubicBezTo>
                  <a:pt x="4263" y="8792"/>
                  <a:pt x="4356" y="8761"/>
                  <a:pt x="4436" y="8706"/>
                </a:cubicBezTo>
                <a:lnTo>
                  <a:pt x="4436" y="8706"/>
                </a:lnTo>
                <a:cubicBezTo>
                  <a:pt x="4517" y="8916"/>
                  <a:pt x="4356" y="9113"/>
                  <a:pt x="4245" y="9305"/>
                </a:cubicBezTo>
                <a:cubicBezTo>
                  <a:pt x="4109" y="9564"/>
                  <a:pt x="4059" y="9892"/>
                  <a:pt x="4109" y="9929"/>
                </a:cubicBezTo>
                <a:cubicBezTo>
                  <a:pt x="4117" y="9939"/>
                  <a:pt x="4125" y="9943"/>
                  <a:pt x="4136" y="9943"/>
                </a:cubicBezTo>
                <a:cubicBezTo>
                  <a:pt x="4169" y="9943"/>
                  <a:pt x="4230" y="9905"/>
                  <a:pt x="4399" y="9836"/>
                </a:cubicBezTo>
                <a:lnTo>
                  <a:pt x="4399" y="9836"/>
                </a:lnTo>
                <a:cubicBezTo>
                  <a:pt x="3559" y="11474"/>
                  <a:pt x="3096" y="14087"/>
                  <a:pt x="3219" y="15668"/>
                </a:cubicBezTo>
                <a:cubicBezTo>
                  <a:pt x="3386" y="17800"/>
                  <a:pt x="4467" y="20494"/>
                  <a:pt x="4918" y="22365"/>
                </a:cubicBezTo>
                <a:cubicBezTo>
                  <a:pt x="5098" y="21857"/>
                  <a:pt x="5099" y="21626"/>
                  <a:pt x="5128" y="21626"/>
                </a:cubicBezTo>
                <a:cubicBezTo>
                  <a:pt x="5148" y="21626"/>
                  <a:pt x="5182" y="21735"/>
                  <a:pt x="5295" y="21939"/>
                </a:cubicBezTo>
                <a:cubicBezTo>
                  <a:pt x="5332" y="21803"/>
                  <a:pt x="5363" y="21661"/>
                  <a:pt x="5406" y="21525"/>
                </a:cubicBezTo>
                <a:lnTo>
                  <a:pt x="5406" y="21525"/>
                </a:lnTo>
                <a:cubicBezTo>
                  <a:pt x="5592" y="21562"/>
                  <a:pt x="5511" y="22174"/>
                  <a:pt x="5357" y="22489"/>
                </a:cubicBezTo>
                <a:cubicBezTo>
                  <a:pt x="5326" y="22545"/>
                  <a:pt x="5295" y="22606"/>
                  <a:pt x="5301" y="22656"/>
                </a:cubicBezTo>
                <a:cubicBezTo>
                  <a:pt x="5320" y="22792"/>
                  <a:pt x="5487" y="22823"/>
                  <a:pt x="5623" y="22823"/>
                </a:cubicBezTo>
                <a:cubicBezTo>
                  <a:pt x="6840" y="22810"/>
                  <a:pt x="6104" y="21785"/>
                  <a:pt x="6586" y="21068"/>
                </a:cubicBezTo>
                <a:cubicBezTo>
                  <a:pt x="6796" y="20765"/>
                  <a:pt x="7050" y="20568"/>
                  <a:pt x="6494" y="20018"/>
                </a:cubicBezTo>
                <a:cubicBezTo>
                  <a:pt x="6228" y="19752"/>
                  <a:pt x="6043" y="19425"/>
                  <a:pt x="5950" y="19066"/>
                </a:cubicBezTo>
                <a:lnTo>
                  <a:pt x="5950" y="19066"/>
                </a:lnTo>
                <a:cubicBezTo>
                  <a:pt x="6036" y="19103"/>
                  <a:pt x="6123" y="19141"/>
                  <a:pt x="6216" y="19178"/>
                </a:cubicBezTo>
                <a:cubicBezTo>
                  <a:pt x="6092" y="19122"/>
                  <a:pt x="4924" y="16224"/>
                  <a:pt x="5480" y="15007"/>
                </a:cubicBezTo>
                <a:cubicBezTo>
                  <a:pt x="6117" y="13623"/>
                  <a:pt x="6098" y="13630"/>
                  <a:pt x="6179" y="13586"/>
                </a:cubicBezTo>
                <a:cubicBezTo>
                  <a:pt x="6179" y="13586"/>
                  <a:pt x="6180" y="13586"/>
                  <a:pt x="6180" y="13586"/>
                </a:cubicBezTo>
                <a:cubicBezTo>
                  <a:pt x="6221" y="13586"/>
                  <a:pt x="6551" y="14132"/>
                  <a:pt x="6679" y="14970"/>
                </a:cubicBezTo>
                <a:cubicBezTo>
                  <a:pt x="6938" y="16645"/>
                  <a:pt x="6988" y="18356"/>
                  <a:pt x="6809" y="20043"/>
                </a:cubicBezTo>
                <a:cubicBezTo>
                  <a:pt x="6889" y="20005"/>
                  <a:pt x="6957" y="19962"/>
                  <a:pt x="7031" y="19925"/>
                </a:cubicBezTo>
                <a:lnTo>
                  <a:pt x="7031" y="19925"/>
                </a:lnTo>
                <a:cubicBezTo>
                  <a:pt x="6971" y="22034"/>
                  <a:pt x="6686" y="22508"/>
                  <a:pt x="6805" y="22508"/>
                </a:cubicBezTo>
                <a:cubicBezTo>
                  <a:pt x="6844" y="22508"/>
                  <a:pt x="6927" y="22457"/>
                  <a:pt x="7074" y="22396"/>
                </a:cubicBezTo>
                <a:lnTo>
                  <a:pt x="7074" y="22396"/>
                </a:lnTo>
                <a:cubicBezTo>
                  <a:pt x="7155" y="22823"/>
                  <a:pt x="6500" y="23107"/>
                  <a:pt x="6531" y="23385"/>
                </a:cubicBezTo>
                <a:cubicBezTo>
                  <a:pt x="6546" y="23489"/>
                  <a:pt x="6652" y="23508"/>
                  <a:pt x="6758" y="23508"/>
                </a:cubicBezTo>
                <a:cubicBezTo>
                  <a:pt x="6819" y="23508"/>
                  <a:pt x="6879" y="23502"/>
                  <a:pt x="6921" y="23502"/>
                </a:cubicBezTo>
                <a:cubicBezTo>
                  <a:pt x="6927" y="23502"/>
                  <a:pt x="6933" y="23502"/>
                  <a:pt x="6938" y="23502"/>
                </a:cubicBezTo>
                <a:cubicBezTo>
                  <a:pt x="7042" y="23507"/>
                  <a:pt x="7148" y="23512"/>
                  <a:pt x="7253" y="23512"/>
                </a:cubicBezTo>
                <a:cubicBezTo>
                  <a:pt x="7447" y="23512"/>
                  <a:pt x="7639" y="23494"/>
                  <a:pt x="7816" y="23422"/>
                </a:cubicBezTo>
                <a:cubicBezTo>
                  <a:pt x="8081" y="23311"/>
                  <a:pt x="8310" y="23020"/>
                  <a:pt x="8236" y="22730"/>
                </a:cubicBezTo>
                <a:lnTo>
                  <a:pt x="8236" y="22730"/>
                </a:lnTo>
                <a:cubicBezTo>
                  <a:pt x="8298" y="22773"/>
                  <a:pt x="8353" y="22823"/>
                  <a:pt x="8415" y="22866"/>
                </a:cubicBezTo>
                <a:cubicBezTo>
                  <a:pt x="8662" y="21136"/>
                  <a:pt x="8724" y="19388"/>
                  <a:pt x="8607" y="17645"/>
                </a:cubicBezTo>
                <a:lnTo>
                  <a:pt x="8607" y="17645"/>
                </a:lnTo>
                <a:cubicBezTo>
                  <a:pt x="8656" y="17720"/>
                  <a:pt x="8699" y="17781"/>
                  <a:pt x="8749" y="17849"/>
                </a:cubicBezTo>
                <a:cubicBezTo>
                  <a:pt x="8607" y="13222"/>
                  <a:pt x="9082" y="12697"/>
                  <a:pt x="8891" y="11467"/>
                </a:cubicBezTo>
                <a:lnTo>
                  <a:pt x="8891" y="11467"/>
                </a:lnTo>
                <a:cubicBezTo>
                  <a:pt x="8996" y="11541"/>
                  <a:pt x="9088" y="11628"/>
                  <a:pt x="9169" y="11733"/>
                </a:cubicBezTo>
                <a:cubicBezTo>
                  <a:pt x="9119" y="11424"/>
                  <a:pt x="9002" y="11090"/>
                  <a:pt x="9014" y="10782"/>
                </a:cubicBezTo>
                <a:cubicBezTo>
                  <a:pt x="9027" y="10677"/>
                  <a:pt x="9138" y="9904"/>
                  <a:pt x="9014" y="9830"/>
                </a:cubicBezTo>
                <a:lnTo>
                  <a:pt x="9014" y="9830"/>
                </a:lnTo>
                <a:cubicBezTo>
                  <a:pt x="9113" y="9886"/>
                  <a:pt x="9200" y="9954"/>
                  <a:pt x="9261" y="10046"/>
                </a:cubicBezTo>
                <a:cubicBezTo>
                  <a:pt x="9181" y="9768"/>
                  <a:pt x="9169" y="9478"/>
                  <a:pt x="9218" y="9194"/>
                </a:cubicBezTo>
                <a:lnTo>
                  <a:pt x="9218" y="9194"/>
                </a:lnTo>
                <a:cubicBezTo>
                  <a:pt x="9274" y="9231"/>
                  <a:pt x="9329" y="9262"/>
                  <a:pt x="9379" y="9299"/>
                </a:cubicBezTo>
                <a:cubicBezTo>
                  <a:pt x="9212" y="8438"/>
                  <a:pt x="9248" y="6915"/>
                  <a:pt x="9708" y="6915"/>
                </a:cubicBezTo>
                <a:cubicBezTo>
                  <a:pt x="9809" y="6915"/>
                  <a:pt x="9932" y="6989"/>
                  <a:pt x="10077" y="7161"/>
                </a:cubicBezTo>
                <a:cubicBezTo>
                  <a:pt x="10596" y="7773"/>
                  <a:pt x="10979" y="8144"/>
                  <a:pt x="10905" y="8564"/>
                </a:cubicBezTo>
                <a:cubicBezTo>
                  <a:pt x="10973" y="8483"/>
                  <a:pt x="11041" y="8403"/>
                  <a:pt x="11103" y="8317"/>
                </a:cubicBezTo>
                <a:cubicBezTo>
                  <a:pt x="11158" y="8545"/>
                  <a:pt x="11183" y="8774"/>
                  <a:pt x="11170" y="9008"/>
                </a:cubicBezTo>
                <a:cubicBezTo>
                  <a:pt x="11259" y="8903"/>
                  <a:pt x="11332" y="8867"/>
                  <a:pt x="11386" y="8867"/>
                </a:cubicBezTo>
                <a:cubicBezTo>
                  <a:pt x="11490" y="8867"/>
                  <a:pt x="11524" y="9003"/>
                  <a:pt x="11467" y="9039"/>
                </a:cubicBezTo>
                <a:cubicBezTo>
                  <a:pt x="11424" y="9058"/>
                  <a:pt x="11059" y="9120"/>
                  <a:pt x="10553" y="9392"/>
                </a:cubicBezTo>
                <a:cubicBezTo>
                  <a:pt x="10618" y="9471"/>
                  <a:pt x="10703" y="9496"/>
                  <a:pt x="10796" y="9496"/>
                </a:cubicBezTo>
                <a:cubicBezTo>
                  <a:pt x="10963" y="9496"/>
                  <a:pt x="11152" y="9412"/>
                  <a:pt x="11282" y="9412"/>
                </a:cubicBezTo>
                <a:cubicBezTo>
                  <a:pt x="11338" y="9412"/>
                  <a:pt x="11383" y="9428"/>
                  <a:pt x="11411" y="9472"/>
                </a:cubicBezTo>
                <a:cubicBezTo>
                  <a:pt x="11615" y="9787"/>
                  <a:pt x="10738" y="10287"/>
                  <a:pt x="11028" y="10399"/>
                </a:cubicBezTo>
                <a:cubicBezTo>
                  <a:pt x="11033" y="10400"/>
                  <a:pt x="11038" y="10401"/>
                  <a:pt x="11043" y="10401"/>
                </a:cubicBezTo>
                <a:cubicBezTo>
                  <a:pt x="11168" y="10401"/>
                  <a:pt x="11557" y="10005"/>
                  <a:pt x="11628" y="9917"/>
                </a:cubicBezTo>
                <a:lnTo>
                  <a:pt x="11628" y="9917"/>
                </a:lnTo>
                <a:cubicBezTo>
                  <a:pt x="11566" y="10182"/>
                  <a:pt x="11337" y="10355"/>
                  <a:pt x="11121" y="10528"/>
                </a:cubicBezTo>
                <a:cubicBezTo>
                  <a:pt x="11004" y="10621"/>
                  <a:pt x="11078" y="10714"/>
                  <a:pt x="11158" y="10726"/>
                </a:cubicBezTo>
                <a:cubicBezTo>
                  <a:pt x="11166" y="10727"/>
                  <a:pt x="11174" y="10728"/>
                  <a:pt x="11182" y="10728"/>
                </a:cubicBezTo>
                <a:cubicBezTo>
                  <a:pt x="11372" y="10728"/>
                  <a:pt x="11570" y="10383"/>
                  <a:pt x="11813" y="10306"/>
                </a:cubicBezTo>
                <a:lnTo>
                  <a:pt x="11813" y="10306"/>
                </a:lnTo>
                <a:cubicBezTo>
                  <a:pt x="11288" y="10837"/>
                  <a:pt x="11300" y="10819"/>
                  <a:pt x="11288" y="10850"/>
                </a:cubicBezTo>
                <a:cubicBezTo>
                  <a:pt x="11284" y="10882"/>
                  <a:pt x="11306" y="10930"/>
                  <a:pt x="11362" y="10930"/>
                </a:cubicBezTo>
                <a:cubicBezTo>
                  <a:pt x="11392" y="10930"/>
                  <a:pt x="11430" y="10917"/>
                  <a:pt x="11479" y="10880"/>
                </a:cubicBezTo>
                <a:cubicBezTo>
                  <a:pt x="11652" y="10769"/>
                  <a:pt x="11807" y="10633"/>
                  <a:pt x="11955" y="10491"/>
                </a:cubicBezTo>
                <a:lnTo>
                  <a:pt x="11955" y="10491"/>
                </a:lnTo>
                <a:cubicBezTo>
                  <a:pt x="11881" y="10751"/>
                  <a:pt x="11523" y="10924"/>
                  <a:pt x="11714" y="10973"/>
                </a:cubicBezTo>
                <a:cubicBezTo>
                  <a:pt x="11730" y="10977"/>
                  <a:pt x="11746" y="10979"/>
                  <a:pt x="11762" y="10979"/>
                </a:cubicBezTo>
                <a:cubicBezTo>
                  <a:pt x="12201" y="10979"/>
                  <a:pt x="12530" y="9453"/>
                  <a:pt x="12530" y="9453"/>
                </a:cubicBezTo>
                <a:cubicBezTo>
                  <a:pt x="12572" y="9591"/>
                  <a:pt x="12701" y="9694"/>
                  <a:pt x="12839" y="9694"/>
                </a:cubicBezTo>
                <a:cubicBezTo>
                  <a:pt x="12843" y="9694"/>
                  <a:pt x="12847" y="9694"/>
                  <a:pt x="12851" y="9694"/>
                </a:cubicBezTo>
                <a:cubicBezTo>
                  <a:pt x="12684" y="9422"/>
                  <a:pt x="12591" y="9113"/>
                  <a:pt x="12573" y="8798"/>
                </a:cubicBezTo>
                <a:lnTo>
                  <a:pt x="12573" y="8798"/>
                </a:lnTo>
                <a:cubicBezTo>
                  <a:pt x="12653" y="8897"/>
                  <a:pt x="12758" y="8984"/>
                  <a:pt x="12869" y="9039"/>
                </a:cubicBezTo>
                <a:cubicBezTo>
                  <a:pt x="12530" y="8527"/>
                  <a:pt x="12610" y="8193"/>
                  <a:pt x="12468" y="7878"/>
                </a:cubicBezTo>
                <a:cubicBezTo>
                  <a:pt x="12332" y="7569"/>
                  <a:pt x="12029" y="7415"/>
                  <a:pt x="11819" y="7167"/>
                </a:cubicBezTo>
                <a:cubicBezTo>
                  <a:pt x="11603" y="6914"/>
                  <a:pt x="11492" y="6568"/>
                  <a:pt x="11275" y="6296"/>
                </a:cubicBezTo>
                <a:lnTo>
                  <a:pt x="11275" y="6296"/>
                </a:lnTo>
                <a:cubicBezTo>
                  <a:pt x="11356" y="6327"/>
                  <a:pt x="11455" y="6358"/>
                  <a:pt x="11535" y="6395"/>
                </a:cubicBezTo>
                <a:cubicBezTo>
                  <a:pt x="11072" y="5956"/>
                  <a:pt x="11078" y="5876"/>
                  <a:pt x="10886" y="5505"/>
                </a:cubicBezTo>
                <a:cubicBezTo>
                  <a:pt x="10361" y="4498"/>
                  <a:pt x="9682" y="4356"/>
                  <a:pt x="9348" y="3912"/>
                </a:cubicBezTo>
                <a:cubicBezTo>
                  <a:pt x="9502" y="3671"/>
                  <a:pt x="9496" y="3671"/>
                  <a:pt x="9521" y="3652"/>
                </a:cubicBezTo>
                <a:cubicBezTo>
                  <a:pt x="9583" y="3609"/>
                  <a:pt x="9719" y="3664"/>
                  <a:pt x="9960" y="3232"/>
                </a:cubicBezTo>
                <a:cubicBezTo>
                  <a:pt x="10163" y="2861"/>
                  <a:pt x="9558" y="3189"/>
                  <a:pt x="10441" y="2657"/>
                </a:cubicBezTo>
                <a:cubicBezTo>
                  <a:pt x="10386" y="2633"/>
                  <a:pt x="10330" y="2626"/>
                  <a:pt x="10275" y="2620"/>
                </a:cubicBezTo>
                <a:cubicBezTo>
                  <a:pt x="10423" y="2552"/>
                  <a:pt x="10546" y="2441"/>
                  <a:pt x="10627" y="2305"/>
                </a:cubicBezTo>
                <a:lnTo>
                  <a:pt x="10627" y="2305"/>
                </a:lnTo>
                <a:cubicBezTo>
                  <a:pt x="10568" y="2335"/>
                  <a:pt x="10509" y="2376"/>
                  <a:pt x="10447" y="2376"/>
                </a:cubicBezTo>
                <a:cubicBezTo>
                  <a:pt x="10431" y="2376"/>
                  <a:pt x="10415" y="2373"/>
                  <a:pt x="10398" y="2367"/>
                </a:cubicBezTo>
                <a:cubicBezTo>
                  <a:pt x="10577" y="2126"/>
                  <a:pt x="10509" y="1854"/>
                  <a:pt x="10540" y="1595"/>
                </a:cubicBezTo>
                <a:lnTo>
                  <a:pt x="10540" y="1595"/>
                </a:lnTo>
                <a:cubicBezTo>
                  <a:pt x="10522" y="1694"/>
                  <a:pt x="10448" y="1780"/>
                  <a:pt x="10355" y="1792"/>
                </a:cubicBezTo>
                <a:cubicBezTo>
                  <a:pt x="10423" y="1581"/>
                  <a:pt x="10479" y="1500"/>
                  <a:pt x="10497" y="1478"/>
                </a:cubicBezTo>
                <a:lnTo>
                  <a:pt x="10497" y="1478"/>
                </a:lnTo>
                <a:cubicBezTo>
                  <a:pt x="10478" y="1494"/>
                  <a:pt x="10418" y="1536"/>
                  <a:pt x="10293" y="1545"/>
                </a:cubicBezTo>
                <a:cubicBezTo>
                  <a:pt x="10324" y="1502"/>
                  <a:pt x="10349" y="1434"/>
                  <a:pt x="10336" y="1385"/>
                </a:cubicBezTo>
                <a:lnTo>
                  <a:pt x="10336" y="1385"/>
                </a:lnTo>
                <a:lnTo>
                  <a:pt x="10083" y="1409"/>
                </a:lnTo>
                <a:cubicBezTo>
                  <a:pt x="10139" y="1304"/>
                  <a:pt x="10182" y="1212"/>
                  <a:pt x="10238" y="1113"/>
                </a:cubicBezTo>
                <a:cubicBezTo>
                  <a:pt x="10062" y="1052"/>
                  <a:pt x="9939" y="1043"/>
                  <a:pt x="9861" y="1043"/>
                </a:cubicBezTo>
                <a:cubicBezTo>
                  <a:pt x="9828" y="1043"/>
                  <a:pt x="9802" y="1045"/>
                  <a:pt x="9785" y="1045"/>
                </a:cubicBezTo>
                <a:cubicBezTo>
                  <a:pt x="9722" y="1045"/>
                  <a:pt x="9758" y="1024"/>
                  <a:pt x="9867" y="829"/>
                </a:cubicBezTo>
                <a:lnTo>
                  <a:pt x="9867" y="829"/>
                </a:lnTo>
                <a:cubicBezTo>
                  <a:pt x="9712" y="884"/>
                  <a:pt x="9564" y="928"/>
                  <a:pt x="9410" y="983"/>
                </a:cubicBezTo>
                <a:cubicBezTo>
                  <a:pt x="9510" y="834"/>
                  <a:pt x="9576" y="765"/>
                  <a:pt x="9550" y="765"/>
                </a:cubicBezTo>
                <a:cubicBezTo>
                  <a:pt x="9523" y="765"/>
                  <a:pt x="9399" y="839"/>
                  <a:pt x="9113" y="977"/>
                </a:cubicBezTo>
                <a:cubicBezTo>
                  <a:pt x="9150" y="872"/>
                  <a:pt x="9187" y="767"/>
                  <a:pt x="9224" y="668"/>
                </a:cubicBezTo>
                <a:lnTo>
                  <a:pt x="9224" y="668"/>
                </a:lnTo>
                <a:cubicBezTo>
                  <a:pt x="8901" y="681"/>
                  <a:pt x="8673" y="917"/>
                  <a:pt x="8672" y="917"/>
                </a:cubicBezTo>
                <a:cubicBezTo>
                  <a:pt x="8672" y="917"/>
                  <a:pt x="8707" y="881"/>
                  <a:pt x="8785" y="780"/>
                </a:cubicBezTo>
                <a:lnTo>
                  <a:pt x="8785" y="780"/>
                </a:lnTo>
                <a:cubicBezTo>
                  <a:pt x="8722" y="860"/>
                  <a:pt x="8544" y="915"/>
                  <a:pt x="8471" y="983"/>
                </a:cubicBezTo>
                <a:cubicBezTo>
                  <a:pt x="8420" y="1024"/>
                  <a:pt x="8347" y="1140"/>
                  <a:pt x="8281" y="1140"/>
                </a:cubicBezTo>
                <a:cubicBezTo>
                  <a:pt x="8259" y="1140"/>
                  <a:pt x="8237" y="1125"/>
                  <a:pt x="8217" y="1088"/>
                </a:cubicBezTo>
                <a:cubicBezTo>
                  <a:pt x="8199" y="1070"/>
                  <a:pt x="8193" y="1045"/>
                  <a:pt x="8162" y="1039"/>
                </a:cubicBezTo>
                <a:cubicBezTo>
                  <a:pt x="8106" y="1168"/>
                  <a:pt x="8081" y="1304"/>
                  <a:pt x="8100" y="1446"/>
                </a:cubicBezTo>
                <a:cubicBezTo>
                  <a:pt x="8045" y="1391"/>
                  <a:pt x="8008" y="1324"/>
                  <a:pt x="7983" y="1245"/>
                </a:cubicBezTo>
                <a:lnTo>
                  <a:pt x="7983" y="1245"/>
                </a:lnTo>
                <a:cubicBezTo>
                  <a:pt x="8007" y="1327"/>
                  <a:pt x="7987" y="1788"/>
                  <a:pt x="7865" y="1953"/>
                </a:cubicBezTo>
                <a:cubicBezTo>
                  <a:pt x="7865" y="1916"/>
                  <a:pt x="7859" y="1879"/>
                  <a:pt x="7834" y="1848"/>
                </a:cubicBezTo>
                <a:cubicBezTo>
                  <a:pt x="7420" y="2311"/>
                  <a:pt x="7785" y="2750"/>
                  <a:pt x="7538" y="2929"/>
                </a:cubicBezTo>
                <a:cubicBezTo>
                  <a:pt x="7414" y="2858"/>
                  <a:pt x="7277" y="2839"/>
                  <a:pt x="7134" y="2839"/>
                </a:cubicBezTo>
                <a:cubicBezTo>
                  <a:pt x="6971" y="2839"/>
                  <a:pt x="6800" y="2864"/>
                  <a:pt x="6634" y="2864"/>
                </a:cubicBezTo>
                <a:cubicBezTo>
                  <a:pt x="6557" y="2864"/>
                  <a:pt x="6481" y="2859"/>
                  <a:pt x="6407" y="2843"/>
                </a:cubicBezTo>
                <a:cubicBezTo>
                  <a:pt x="6171" y="2793"/>
                  <a:pt x="6033" y="2701"/>
                  <a:pt x="5803" y="2701"/>
                </a:cubicBezTo>
                <a:cubicBezTo>
                  <a:pt x="5545" y="2701"/>
                  <a:pt x="5172" y="2817"/>
                  <a:pt x="4418" y="3238"/>
                </a:cubicBezTo>
                <a:cubicBezTo>
                  <a:pt x="4486" y="3250"/>
                  <a:pt x="4548" y="3263"/>
                  <a:pt x="4615" y="3275"/>
                </a:cubicBezTo>
                <a:cubicBezTo>
                  <a:pt x="4403" y="3438"/>
                  <a:pt x="3851" y="3554"/>
                  <a:pt x="3533" y="3554"/>
                </a:cubicBezTo>
                <a:cubicBezTo>
                  <a:pt x="3489" y="3554"/>
                  <a:pt x="3450" y="3551"/>
                  <a:pt x="3417" y="3547"/>
                </a:cubicBezTo>
                <a:cubicBezTo>
                  <a:pt x="2830" y="3461"/>
                  <a:pt x="2336" y="2781"/>
                  <a:pt x="2021" y="2287"/>
                </a:cubicBezTo>
                <a:cubicBezTo>
                  <a:pt x="1712" y="1811"/>
                  <a:pt x="1947" y="1663"/>
                  <a:pt x="1829" y="1329"/>
                </a:cubicBezTo>
                <a:cubicBezTo>
                  <a:pt x="1730" y="1045"/>
                  <a:pt x="1804" y="983"/>
                  <a:pt x="1681" y="705"/>
                </a:cubicBezTo>
                <a:cubicBezTo>
                  <a:pt x="1863" y="430"/>
                  <a:pt x="1905" y="1"/>
                  <a:pt x="15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2" name="Google Shape;552;p39"/>
          <p:cNvGrpSpPr/>
          <p:nvPr/>
        </p:nvGrpSpPr>
        <p:grpSpPr>
          <a:xfrm>
            <a:off x="6868498" y="4193474"/>
            <a:ext cx="2673663" cy="749702"/>
            <a:chOff x="6868498" y="4287099"/>
            <a:chExt cx="2673663" cy="749702"/>
          </a:xfrm>
        </p:grpSpPr>
        <p:sp>
          <p:nvSpPr>
            <p:cNvPr id="553" name="Google Shape;553;p39"/>
            <p:cNvSpPr/>
            <p:nvPr/>
          </p:nvSpPr>
          <p:spPr>
            <a:xfrm>
              <a:off x="6868498" y="4426412"/>
              <a:ext cx="1005597" cy="176499"/>
            </a:xfrm>
            <a:custGeom>
              <a:avLst/>
              <a:gdLst/>
              <a:ahLst/>
              <a:cxnLst/>
              <a:rect l="l" t="t" r="r" b="b"/>
              <a:pathLst>
                <a:path w="11412" h="2003" extrusionOk="0">
                  <a:moveTo>
                    <a:pt x="10936" y="514"/>
                  </a:moveTo>
                  <a:lnTo>
                    <a:pt x="964" y="514"/>
                  </a:lnTo>
                  <a:lnTo>
                    <a:pt x="62" y="1"/>
                  </a:lnTo>
                  <a:lnTo>
                    <a:pt x="0" y="112"/>
                  </a:lnTo>
                  <a:lnTo>
                    <a:pt x="933" y="637"/>
                  </a:lnTo>
                  <a:lnTo>
                    <a:pt x="2991" y="637"/>
                  </a:lnTo>
                  <a:lnTo>
                    <a:pt x="2991" y="2002"/>
                  </a:lnTo>
                  <a:lnTo>
                    <a:pt x="3114" y="2002"/>
                  </a:lnTo>
                  <a:lnTo>
                    <a:pt x="3114" y="637"/>
                  </a:lnTo>
                  <a:lnTo>
                    <a:pt x="4232" y="637"/>
                  </a:lnTo>
                  <a:lnTo>
                    <a:pt x="4232" y="2002"/>
                  </a:lnTo>
                  <a:lnTo>
                    <a:pt x="4356" y="2002"/>
                  </a:lnTo>
                  <a:lnTo>
                    <a:pt x="4356" y="637"/>
                  </a:lnTo>
                  <a:lnTo>
                    <a:pt x="5474" y="637"/>
                  </a:lnTo>
                  <a:lnTo>
                    <a:pt x="5474" y="2002"/>
                  </a:lnTo>
                  <a:lnTo>
                    <a:pt x="5598" y="2002"/>
                  </a:lnTo>
                  <a:lnTo>
                    <a:pt x="5598" y="637"/>
                  </a:lnTo>
                  <a:lnTo>
                    <a:pt x="6716" y="637"/>
                  </a:lnTo>
                  <a:lnTo>
                    <a:pt x="6716" y="2002"/>
                  </a:lnTo>
                  <a:lnTo>
                    <a:pt x="6840" y="2002"/>
                  </a:lnTo>
                  <a:lnTo>
                    <a:pt x="6840" y="637"/>
                  </a:lnTo>
                  <a:lnTo>
                    <a:pt x="7964" y="637"/>
                  </a:lnTo>
                  <a:lnTo>
                    <a:pt x="7964" y="2002"/>
                  </a:lnTo>
                  <a:lnTo>
                    <a:pt x="8088" y="2002"/>
                  </a:lnTo>
                  <a:lnTo>
                    <a:pt x="8088" y="637"/>
                  </a:lnTo>
                  <a:lnTo>
                    <a:pt x="10929" y="637"/>
                  </a:lnTo>
                  <a:lnTo>
                    <a:pt x="11362" y="866"/>
                  </a:lnTo>
                  <a:lnTo>
                    <a:pt x="11411" y="761"/>
                  </a:lnTo>
                  <a:close/>
                  <a:moveTo>
                    <a:pt x="9403" y="1107"/>
                  </a:moveTo>
                  <a:lnTo>
                    <a:pt x="9181" y="1298"/>
                  </a:lnTo>
                  <a:lnTo>
                    <a:pt x="9181" y="2002"/>
                  </a:lnTo>
                  <a:lnTo>
                    <a:pt x="9305" y="2002"/>
                  </a:lnTo>
                  <a:lnTo>
                    <a:pt x="9305" y="1354"/>
                  </a:lnTo>
                  <a:lnTo>
                    <a:pt x="9490" y="1199"/>
                  </a:lnTo>
                  <a:lnTo>
                    <a:pt x="9663" y="1026"/>
                  </a:lnTo>
                  <a:lnTo>
                    <a:pt x="9576" y="946"/>
                  </a:lnTo>
                  <a:close/>
                </a:path>
              </a:pathLst>
            </a:custGeom>
            <a:solidFill>
              <a:srgbClr val="2B0A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9"/>
            <p:cNvSpPr/>
            <p:nvPr/>
          </p:nvSpPr>
          <p:spPr>
            <a:xfrm>
              <a:off x="6985518" y="4598505"/>
              <a:ext cx="737191" cy="265146"/>
            </a:xfrm>
            <a:custGeom>
              <a:avLst/>
              <a:gdLst/>
              <a:ahLst/>
              <a:cxnLst/>
              <a:rect l="l" t="t" r="r" b="b"/>
              <a:pathLst>
                <a:path w="8366" h="3009" extrusionOk="0">
                  <a:moveTo>
                    <a:pt x="8366" y="0"/>
                  </a:moveTo>
                  <a:lnTo>
                    <a:pt x="1150" y="0"/>
                  </a:lnTo>
                  <a:lnTo>
                    <a:pt x="724" y="383"/>
                  </a:lnTo>
                  <a:lnTo>
                    <a:pt x="612" y="1446"/>
                  </a:lnTo>
                  <a:lnTo>
                    <a:pt x="1" y="1668"/>
                  </a:lnTo>
                  <a:lnTo>
                    <a:pt x="1" y="3009"/>
                  </a:lnTo>
                  <a:lnTo>
                    <a:pt x="6580" y="3009"/>
                  </a:lnTo>
                  <a:lnTo>
                    <a:pt x="7519" y="2743"/>
                  </a:lnTo>
                  <a:lnTo>
                    <a:pt x="7797" y="2335"/>
                  </a:lnTo>
                  <a:lnTo>
                    <a:pt x="7705" y="1501"/>
                  </a:lnTo>
                  <a:lnTo>
                    <a:pt x="7099" y="1137"/>
                  </a:lnTo>
                  <a:lnTo>
                    <a:pt x="8075" y="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9"/>
            <p:cNvSpPr/>
            <p:nvPr/>
          </p:nvSpPr>
          <p:spPr>
            <a:xfrm>
              <a:off x="7121660" y="4598505"/>
              <a:ext cx="310879" cy="266291"/>
            </a:xfrm>
            <a:custGeom>
              <a:avLst/>
              <a:gdLst/>
              <a:ahLst/>
              <a:cxnLst/>
              <a:rect l="l" t="t" r="r" b="b"/>
              <a:pathLst>
                <a:path w="3528" h="3022" extrusionOk="0">
                  <a:moveTo>
                    <a:pt x="3071" y="154"/>
                  </a:moveTo>
                  <a:lnTo>
                    <a:pt x="3238" y="0"/>
                  </a:lnTo>
                  <a:lnTo>
                    <a:pt x="3058" y="0"/>
                  </a:lnTo>
                  <a:lnTo>
                    <a:pt x="2947" y="204"/>
                  </a:lnTo>
                  <a:lnTo>
                    <a:pt x="3528" y="939"/>
                  </a:lnTo>
                  <a:close/>
                  <a:moveTo>
                    <a:pt x="2935" y="2064"/>
                  </a:moveTo>
                  <a:lnTo>
                    <a:pt x="2762" y="1625"/>
                  </a:lnTo>
                  <a:lnTo>
                    <a:pt x="1885" y="1909"/>
                  </a:lnTo>
                  <a:lnTo>
                    <a:pt x="1835" y="1946"/>
                  </a:lnTo>
                  <a:lnTo>
                    <a:pt x="1458" y="2255"/>
                  </a:lnTo>
                  <a:lnTo>
                    <a:pt x="1063" y="2131"/>
                  </a:lnTo>
                  <a:lnTo>
                    <a:pt x="593" y="1724"/>
                  </a:lnTo>
                  <a:lnTo>
                    <a:pt x="0" y="1477"/>
                  </a:lnTo>
                  <a:cubicBezTo>
                    <a:pt x="0" y="1477"/>
                    <a:pt x="377" y="1742"/>
                    <a:pt x="501" y="1779"/>
                  </a:cubicBezTo>
                  <a:cubicBezTo>
                    <a:pt x="624" y="1810"/>
                    <a:pt x="939" y="2156"/>
                    <a:pt x="939" y="2156"/>
                  </a:cubicBezTo>
                  <a:lnTo>
                    <a:pt x="1539" y="2582"/>
                  </a:lnTo>
                  <a:lnTo>
                    <a:pt x="1804" y="3021"/>
                  </a:lnTo>
                  <a:lnTo>
                    <a:pt x="1878" y="3021"/>
                  </a:lnTo>
                  <a:lnTo>
                    <a:pt x="1823" y="2836"/>
                  </a:lnTo>
                  <a:lnTo>
                    <a:pt x="1637" y="2471"/>
                  </a:lnTo>
                  <a:lnTo>
                    <a:pt x="2515" y="2793"/>
                  </a:lnTo>
                  <a:lnTo>
                    <a:pt x="2576" y="3021"/>
                  </a:lnTo>
                  <a:lnTo>
                    <a:pt x="2749" y="3021"/>
                  </a:lnTo>
                  <a:lnTo>
                    <a:pt x="2626" y="2657"/>
                  </a:lnTo>
                  <a:lnTo>
                    <a:pt x="1983" y="2502"/>
                  </a:lnTo>
                  <a:lnTo>
                    <a:pt x="1650" y="2317"/>
                  </a:lnTo>
                  <a:lnTo>
                    <a:pt x="2638" y="178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9"/>
            <p:cNvSpPr/>
            <p:nvPr/>
          </p:nvSpPr>
          <p:spPr>
            <a:xfrm>
              <a:off x="7928466" y="4287099"/>
              <a:ext cx="1235319" cy="270609"/>
            </a:xfrm>
            <a:custGeom>
              <a:avLst/>
              <a:gdLst/>
              <a:ahLst/>
              <a:cxnLst/>
              <a:rect l="l" t="t" r="r" b="b"/>
              <a:pathLst>
                <a:path w="14019" h="3071" extrusionOk="0">
                  <a:moveTo>
                    <a:pt x="8402" y="1013"/>
                  </a:moveTo>
                  <a:lnTo>
                    <a:pt x="7995" y="797"/>
                  </a:lnTo>
                  <a:lnTo>
                    <a:pt x="1600" y="1693"/>
                  </a:lnTo>
                  <a:lnTo>
                    <a:pt x="847" y="1619"/>
                  </a:lnTo>
                  <a:lnTo>
                    <a:pt x="494" y="1718"/>
                  </a:lnTo>
                  <a:lnTo>
                    <a:pt x="0" y="1909"/>
                  </a:lnTo>
                  <a:lnTo>
                    <a:pt x="50" y="2020"/>
                  </a:lnTo>
                  <a:lnTo>
                    <a:pt x="538" y="1835"/>
                  </a:lnTo>
                  <a:lnTo>
                    <a:pt x="853" y="1742"/>
                  </a:lnTo>
                  <a:lnTo>
                    <a:pt x="1600" y="1810"/>
                  </a:lnTo>
                  <a:lnTo>
                    <a:pt x="1804" y="1779"/>
                  </a:lnTo>
                  <a:lnTo>
                    <a:pt x="1965" y="3071"/>
                  </a:lnTo>
                  <a:lnTo>
                    <a:pt x="2088" y="3058"/>
                  </a:lnTo>
                  <a:lnTo>
                    <a:pt x="1928" y="1767"/>
                  </a:lnTo>
                  <a:lnTo>
                    <a:pt x="3293" y="1576"/>
                  </a:lnTo>
                  <a:lnTo>
                    <a:pt x="3448" y="2842"/>
                  </a:lnTo>
                  <a:lnTo>
                    <a:pt x="3571" y="2824"/>
                  </a:lnTo>
                  <a:lnTo>
                    <a:pt x="3417" y="1557"/>
                  </a:lnTo>
                  <a:lnTo>
                    <a:pt x="4603" y="1390"/>
                  </a:lnTo>
                  <a:lnTo>
                    <a:pt x="4930" y="2607"/>
                  </a:lnTo>
                  <a:lnTo>
                    <a:pt x="5048" y="2576"/>
                  </a:lnTo>
                  <a:lnTo>
                    <a:pt x="4720" y="1372"/>
                  </a:lnTo>
                  <a:lnTo>
                    <a:pt x="6240" y="1155"/>
                  </a:lnTo>
                  <a:lnTo>
                    <a:pt x="6407" y="2366"/>
                  </a:lnTo>
                  <a:lnTo>
                    <a:pt x="6530" y="2354"/>
                  </a:lnTo>
                  <a:lnTo>
                    <a:pt x="6364" y="1143"/>
                  </a:lnTo>
                  <a:lnTo>
                    <a:pt x="7704" y="958"/>
                  </a:lnTo>
                  <a:lnTo>
                    <a:pt x="7890" y="2138"/>
                  </a:lnTo>
                  <a:lnTo>
                    <a:pt x="8013" y="2119"/>
                  </a:lnTo>
                  <a:lnTo>
                    <a:pt x="7822" y="939"/>
                  </a:lnTo>
                  <a:lnTo>
                    <a:pt x="7976" y="915"/>
                  </a:lnTo>
                  <a:lnTo>
                    <a:pt x="8390" y="1131"/>
                  </a:lnTo>
                  <a:lnTo>
                    <a:pt x="8717" y="1088"/>
                  </a:lnTo>
                  <a:lnTo>
                    <a:pt x="9014" y="1193"/>
                  </a:lnTo>
                  <a:lnTo>
                    <a:pt x="9057" y="1081"/>
                  </a:lnTo>
                  <a:lnTo>
                    <a:pt x="8742" y="958"/>
                  </a:lnTo>
                  <a:close/>
                  <a:moveTo>
                    <a:pt x="13672" y="0"/>
                  </a:moveTo>
                  <a:lnTo>
                    <a:pt x="9564" y="575"/>
                  </a:lnTo>
                  <a:lnTo>
                    <a:pt x="9576" y="698"/>
                  </a:lnTo>
                  <a:lnTo>
                    <a:pt x="10688" y="544"/>
                  </a:lnTo>
                  <a:lnTo>
                    <a:pt x="10867" y="1773"/>
                  </a:lnTo>
                  <a:lnTo>
                    <a:pt x="10991" y="1761"/>
                  </a:lnTo>
                  <a:lnTo>
                    <a:pt x="10812" y="531"/>
                  </a:lnTo>
                  <a:lnTo>
                    <a:pt x="13648" y="130"/>
                  </a:lnTo>
                  <a:lnTo>
                    <a:pt x="13957" y="309"/>
                  </a:lnTo>
                  <a:lnTo>
                    <a:pt x="14018" y="198"/>
                  </a:lnTo>
                  <a:close/>
                  <a:moveTo>
                    <a:pt x="9199" y="674"/>
                  </a:moveTo>
                  <a:lnTo>
                    <a:pt x="9403" y="2002"/>
                  </a:lnTo>
                  <a:lnTo>
                    <a:pt x="9521" y="1983"/>
                  </a:lnTo>
                  <a:lnTo>
                    <a:pt x="9323" y="655"/>
                  </a:lnTo>
                  <a:close/>
                  <a:moveTo>
                    <a:pt x="12326" y="525"/>
                  </a:moveTo>
                  <a:lnTo>
                    <a:pt x="12344" y="1576"/>
                  </a:lnTo>
                  <a:lnTo>
                    <a:pt x="12468" y="1576"/>
                  </a:lnTo>
                  <a:lnTo>
                    <a:pt x="12449" y="525"/>
                  </a:lnTo>
                  <a:close/>
                </a:path>
              </a:pathLst>
            </a:custGeom>
            <a:solidFill>
              <a:srgbClr val="2B0A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9"/>
            <p:cNvSpPr/>
            <p:nvPr/>
          </p:nvSpPr>
          <p:spPr>
            <a:xfrm>
              <a:off x="8020989" y="4393192"/>
              <a:ext cx="1342030" cy="421995"/>
            </a:xfrm>
            <a:custGeom>
              <a:avLst/>
              <a:gdLst/>
              <a:ahLst/>
              <a:cxnLst/>
              <a:rect l="l" t="t" r="r" b="b"/>
              <a:pathLst>
                <a:path w="15230" h="4789" extrusionOk="0">
                  <a:moveTo>
                    <a:pt x="14235" y="1416"/>
                  </a:moveTo>
                  <a:lnTo>
                    <a:pt x="13481" y="1156"/>
                  </a:lnTo>
                  <a:lnTo>
                    <a:pt x="13568" y="477"/>
                  </a:lnTo>
                  <a:lnTo>
                    <a:pt x="13524" y="1"/>
                  </a:lnTo>
                  <a:lnTo>
                    <a:pt x="0" y="1805"/>
                  </a:lnTo>
                  <a:lnTo>
                    <a:pt x="402" y="4789"/>
                  </a:lnTo>
                  <a:lnTo>
                    <a:pt x="15229" y="2905"/>
                  </a:lnTo>
                  <a:lnTo>
                    <a:pt x="14420" y="21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9"/>
            <p:cNvSpPr/>
            <p:nvPr/>
          </p:nvSpPr>
          <p:spPr>
            <a:xfrm>
              <a:off x="8023721" y="4424297"/>
              <a:ext cx="1021370" cy="389303"/>
            </a:xfrm>
            <a:custGeom>
              <a:avLst/>
              <a:gdLst/>
              <a:ahLst/>
              <a:cxnLst/>
              <a:rect l="l" t="t" r="r" b="b"/>
              <a:pathLst>
                <a:path w="11591" h="4418" extrusionOk="0">
                  <a:moveTo>
                    <a:pt x="8125" y="2193"/>
                  </a:moveTo>
                  <a:lnTo>
                    <a:pt x="7340" y="1297"/>
                  </a:lnTo>
                  <a:lnTo>
                    <a:pt x="7445" y="451"/>
                  </a:lnTo>
                  <a:lnTo>
                    <a:pt x="5338" y="729"/>
                  </a:lnTo>
                  <a:lnTo>
                    <a:pt x="5419" y="1291"/>
                  </a:lnTo>
                  <a:lnTo>
                    <a:pt x="5839" y="2440"/>
                  </a:lnTo>
                  <a:lnTo>
                    <a:pt x="5116" y="1477"/>
                  </a:lnTo>
                  <a:lnTo>
                    <a:pt x="4529" y="1285"/>
                  </a:lnTo>
                  <a:lnTo>
                    <a:pt x="3596" y="951"/>
                  </a:lnTo>
                  <a:lnTo>
                    <a:pt x="309" y="1390"/>
                  </a:lnTo>
                  <a:lnTo>
                    <a:pt x="0" y="1532"/>
                  </a:lnTo>
                  <a:lnTo>
                    <a:pt x="390" y="4417"/>
                  </a:lnTo>
                  <a:lnTo>
                    <a:pt x="9719" y="3237"/>
                  </a:lnTo>
                  <a:lnTo>
                    <a:pt x="8909" y="2793"/>
                  </a:lnTo>
                  <a:close/>
                  <a:moveTo>
                    <a:pt x="10837" y="124"/>
                  </a:moveTo>
                  <a:lnTo>
                    <a:pt x="10855" y="0"/>
                  </a:lnTo>
                  <a:lnTo>
                    <a:pt x="8304" y="340"/>
                  </a:lnTo>
                  <a:lnTo>
                    <a:pt x="8847" y="908"/>
                  </a:lnTo>
                  <a:lnTo>
                    <a:pt x="9595" y="1699"/>
                  </a:lnTo>
                  <a:lnTo>
                    <a:pt x="9410" y="365"/>
                  </a:lnTo>
                  <a:lnTo>
                    <a:pt x="9879" y="599"/>
                  </a:lnTo>
                  <a:lnTo>
                    <a:pt x="10398" y="618"/>
                  </a:lnTo>
                  <a:lnTo>
                    <a:pt x="11590" y="127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9"/>
            <p:cNvSpPr/>
            <p:nvPr/>
          </p:nvSpPr>
          <p:spPr>
            <a:xfrm>
              <a:off x="8420074" y="4432933"/>
              <a:ext cx="666961" cy="332732"/>
            </a:xfrm>
            <a:custGeom>
              <a:avLst/>
              <a:gdLst/>
              <a:ahLst/>
              <a:cxnLst/>
              <a:rect l="l" t="t" r="r" b="b"/>
              <a:pathLst>
                <a:path w="7569" h="3776" extrusionOk="0">
                  <a:moveTo>
                    <a:pt x="772" y="2429"/>
                  </a:moveTo>
                  <a:lnTo>
                    <a:pt x="43" y="2738"/>
                  </a:lnTo>
                  <a:lnTo>
                    <a:pt x="0" y="3590"/>
                  </a:lnTo>
                  <a:lnTo>
                    <a:pt x="161" y="3776"/>
                  </a:lnTo>
                  <a:lnTo>
                    <a:pt x="253" y="2806"/>
                  </a:lnTo>
                  <a:lnTo>
                    <a:pt x="890" y="2552"/>
                  </a:lnTo>
                  <a:lnTo>
                    <a:pt x="1921" y="2083"/>
                  </a:lnTo>
                  <a:lnTo>
                    <a:pt x="2817" y="1045"/>
                  </a:lnTo>
                  <a:lnTo>
                    <a:pt x="1804" y="1990"/>
                  </a:lnTo>
                  <a:close/>
                  <a:moveTo>
                    <a:pt x="7117" y="705"/>
                  </a:moveTo>
                  <a:lnTo>
                    <a:pt x="6462" y="520"/>
                  </a:lnTo>
                  <a:lnTo>
                    <a:pt x="5758" y="427"/>
                  </a:lnTo>
                  <a:lnTo>
                    <a:pt x="5597" y="1"/>
                  </a:lnTo>
                  <a:lnTo>
                    <a:pt x="5066" y="75"/>
                  </a:lnTo>
                  <a:lnTo>
                    <a:pt x="5103" y="520"/>
                  </a:lnTo>
                  <a:lnTo>
                    <a:pt x="5832" y="680"/>
                  </a:lnTo>
                  <a:lnTo>
                    <a:pt x="5900" y="1953"/>
                  </a:lnTo>
                  <a:lnTo>
                    <a:pt x="5968" y="680"/>
                  </a:lnTo>
                  <a:lnTo>
                    <a:pt x="6438" y="705"/>
                  </a:lnTo>
                  <a:lnTo>
                    <a:pt x="7025" y="847"/>
                  </a:lnTo>
                  <a:lnTo>
                    <a:pt x="7568" y="13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9"/>
            <p:cNvSpPr/>
            <p:nvPr/>
          </p:nvSpPr>
          <p:spPr>
            <a:xfrm>
              <a:off x="7731875" y="4539643"/>
              <a:ext cx="1810286" cy="497159"/>
            </a:xfrm>
            <a:custGeom>
              <a:avLst/>
              <a:gdLst/>
              <a:ahLst/>
              <a:cxnLst/>
              <a:rect l="l" t="t" r="r" b="b"/>
              <a:pathLst>
                <a:path w="20544" h="5642" extrusionOk="0">
                  <a:moveTo>
                    <a:pt x="1" y="3473"/>
                  </a:moveTo>
                  <a:cubicBezTo>
                    <a:pt x="1" y="3473"/>
                    <a:pt x="427" y="2725"/>
                    <a:pt x="427" y="2577"/>
                  </a:cubicBezTo>
                  <a:cubicBezTo>
                    <a:pt x="427" y="2441"/>
                    <a:pt x="520" y="1830"/>
                    <a:pt x="520" y="1830"/>
                  </a:cubicBezTo>
                  <a:lnTo>
                    <a:pt x="748" y="1033"/>
                  </a:lnTo>
                  <a:lnTo>
                    <a:pt x="1972" y="93"/>
                  </a:lnTo>
                  <a:lnTo>
                    <a:pt x="3053" y="1"/>
                  </a:lnTo>
                  <a:lnTo>
                    <a:pt x="3850" y="186"/>
                  </a:lnTo>
                  <a:lnTo>
                    <a:pt x="5308" y="514"/>
                  </a:lnTo>
                  <a:lnTo>
                    <a:pt x="6055" y="1175"/>
                  </a:lnTo>
                  <a:lnTo>
                    <a:pt x="6908" y="470"/>
                  </a:lnTo>
                  <a:lnTo>
                    <a:pt x="7699" y="1595"/>
                  </a:lnTo>
                  <a:lnTo>
                    <a:pt x="8737" y="2299"/>
                  </a:lnTo>
                  <a:lnTo>
                    <a:pt x="10152" y="2348"/>
                  </a:lnTo>
                  <a:lnTo>
                    <a:pt x="11134" y="2058"/>
                  </a:lnTo>
                  <a:lnTo>
                    <a:pt x="12172" y="2108"/>
                  </a:lnTo>
                  <a:lnTo>
                    <a:pt x="13537" y="2954"/>
                  </a:lnTo>
                  <a:lnTo>
                    <a:pt x="14149" y="3609"/>
                  </a:lnTo>
                  <a:lnTo>
                    <a:pt x="14853" y="3473"/>
                  </a:lnTo>
                  <a:lnTo>
                    <a:pt x="14668" y="2299"/>
                  </a:lnTo>
                  <a:lnTo>
                    <a:pt x="16688" y="2064"/>
                  </a:lnTo>
                  <a:lnTo>
                    <a:pt x="16978" y="1168"/>
                  </a:lnTo>
                  <a:lnTo>
                    <a:pt x="19141" y="1552"/>
                  </a:lnTo>
                  <a:cubicBezTo>
                    <a:pt x="19141" y="1552"/>
                    <a:pt x="19141" y="3010"/>
                    <a:pt x="19369" y="3059"/>
                  </a:cubicBezTo>
                  <a:cubicBezTo>
                    <a:pt x="19604" y="3102"/>
                    <a:pt x="20074" y="3714"/>
                    <a:pt x="20074" y="3714"/>
                  </a:cubicBezTo>
                  <a:lnTo>
                    <a:pt x="20543" y="5221"/>
                  </a:lnTo>
                  <a:lnTo>
                    <a:pt x="15045" y="5641"/>
                  </a:lnTo>
                  <a:lnTo>
                    <a:pt x="10436" y="5505"/>
                  </a:lnTo>
                  <a:lnTo>
                    <a:pt x="5499" y="53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9"/>
            <p:cNvSpPr/>
            <p:nvPr/>
          </p:nvSpPr>
          <p:spPr>
            <a:xfrm>
              <a:off x="7929523" y="4753062"/>
              <a:ext cx="1449269" cy="279332"/>
            </a:xfrm>
            <a:custGeom>
              <a:avLst/>
              <a:gdLst/>
              <a:ahLst/>
              <a:cxnLst/>
              <a:rect l="l" t="t" r="r" b="b"/>
              <a:pathLst>
                <a:path w="16447" h="3170" extrusionOk="0">
                  <a:moveTo>
                    <a:pt x="15637" y="1131"/>
                  </a:moveTo>
                  <a:lnTo>
                    <a:pt x="14099" y="1477"/>
                  </a:lnTo>
                  <a:lnTo>
                    <a:pt x="13475" y="3170"/>
                  </a:lnTo>
                  <a:lnTo>
                    <a:pt x="16447" y="2935"/>
                  </a:lnTo>
                  <a:close/>
                  <a:moveTo>
                    <a:pt x="2163" y="1755"/>
                  </a:moveTo>
                  <a:lnTo>
                    <a:pt x="2379" y="1"/>
                  </a:lnTo>
                  <a:lnTo>
                    <a:pt x="1" y="625"/>
                  </a:lnTo>
                  <a:close/>
                  <a:moveTo>
                    <a:pt x="8174" y="1971"/>
                  </a:moveTo>
                  <a:lnTo>
                    <a:pt x="6197" y="1588"/>
                  </a:lnTo>
                  <a:lnTo>
                    <a:pt x="3318" y="464"/>
                  </a:lnTo>
                  <a:lnTo>
                    <a:pt x="3256" y="2873"/>
                  </a:lnTo>
                  <a:lnTo>
                    <a:pt x="8193" y="3059"/>
                  </a:lnTo>
                  <a:lnTo>
                    <a:pt x="11072" y="3145"/>
                  </a:lnTo>
                  <a:lnTo>
                    <a:pt x="9620" y="20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2" name="Google Shape;562;p39"/>
          <p:cNvSpPr txBox="1">
            <a:spLocks noGrp="1"/>
          </p:cNvSpPr>
          <p:nvPr>
            <p:ph type="ctrTitle"/>
          </p:nvPr>
        </p:nvSpPr>
        <p:spPr>
          <a:xfrm>
            <a:off x="713225" y="906675"/>
            <a:ext cx="4930800" cy="19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0"/>
              <a:t>Games 2025</a:t>
            </a:r>
            <a:endParaRPr sz="5300"/>
          </a:p>
        </p:txBody>
      </p:sp>
      <p:sp>
        <p:nvSpPr>
          <p:cNvPr id="563" name="Google Shape;563;p39"/>
          <p:cNvSpPr txBox="1">
            <a:spLocks noGrp="1"/>
          </p:cNvSpPr>
          <p:nvPr>
            <p:ph type="subTitle" idx="1"/>
          </p:nvPr>
        </p:nvSpPr>
        <p:spPr>
          <a:xfrm>
            <a:off x="713225" y="2850450"/>
            <a:ext cx="44211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Robin D | Karim G | Nils  B | Dominik N | Michael S</a:t>
            </a:r>
          </a:p>
          <a:p>
            <a:pPr marL="0" indent="0"/>
            <a:r>
              <a:rPr lang="en"/>
              <a:t>02. Mai 2025</a:t>
            </a:r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1"/>
          <p:cNvSpPr txBox="1">
            <a:spLocks noGrp="1"/>
          </p:cNvSpPr>
          <p:nvPr>
            <p:ph type="title"/>
          </p:nvPr>
        </p:nvSpPr>
        <p:spPr>
          <a:xfrm>
            <a:off x="720000" y="100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Inhalte</a:t>
            </a:r>
            <a:endParaRPr/>
          </a:p>
        </p:txBody>
      </p:sp>
      <p:sp>
        <p:nvSpPr>
          <p:cNvPr id="582" name="Google Shape;582;p41"/>
          <p:cNvSpPr txBox="1">
            <a:spLocks noGrp="1"/>
          </p:cNvSpPr>
          <p:nvPr>
            <p:ph type="title" idx="5"/>
          </p:nvPr>
        </p:nvSpPr>
        <p:spPr>
          <a:xfrm>
            <a:off x="1286431" y="1430501"/>
            <a:ext cx="783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83" name="Google Shape;583;p41"/>
          <p:cNvSpPr txBox="1">
            <a:spLocks noGrp="1"/>
          </p:cNvSpPr>
          <p:nvPr>
            <p:ph type="title" idx="6"/>
          </p:nvPr>
        </p:nvSpPr>
        <p:spPr>
          <a:xfrm>
            <a:off x="1286459" y="2532230"/>
            <a:ext cx="783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4" name="Google Shape;584;p41"/>
          <p:cNvSpPr txBox="1">
            <a:spLocks noGrp="1"/>
          </p:cNvSpPr>
          <p:nvPr>
            <p:ph type="title" idx="7"/>
          </p:nvPr>
        </p:nvSpPr>
        <p:spPr>
          <a:xfrm>
            <a:off x="4793159" y="1430501"/>
            <a:ext cx="783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85" name="Google Shape;585;p41"/>
          <p:cNvSpPr txBox="1">
            <a:spLocks noGrp="1"/>
          </p:cNvSpPr>
          <p:nvPr>
            <p:ph type="title" idx="8"/>
          </p:nvPr>
        </p:nvSpPr>
        <p:spPr>
          <a:xfrm>
            <a:off x="4793187" y="2532230"/>
            <a:ext cx="783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86" name="Google Shape;586;p41"/>
          <p:cNvSpPr txBox="1">
            <a:spLocks noGrp="1"/>
          </p:cNvSpPr>
          <p:nvPr>
            <p:ph type="subTitle" idx="9"/>
          </p:nvPr>
        </p:nvSpPr>
        <p:spPr>
          <a:xfrm>
            <a:off x="2069434" y="1097201"/>
            <a:ext cx="2529300" cy="9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nton"/>
                <a:ea typeface="Anton"/>
                <a:cs typeface="Anton"/>
                <a:sym typeface="Anton"/>
              </a:rPr>
              <a:t>Engagement Loop</a:t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587" name="Google Shape;587;p41"/>
          <p:cNvSpPr txBox="1">
            <a:spLocks noGrp="1"/>
          </p:cNvSpPr>
          <p:nvPr>
            <p:ph type="subTitle" idx="13"/>
          </p:nvPr>
        </p:nvSpPr>
        <p:spPr>
          <a:xfrm>
            <a:off x="5576187" y="1097201"/>
            <a:ext cx="2529300" cy="9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Architecture</a:t>
            </a:r>
            <a:endParaRPr lang="de-DE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588" name="Google Shape;588;p41"/>
          <p:cNvSpPr txBox="1">
            <a:spLocks noGrp="1"/>
          </p:cNvSpPr>
          <p:nvPr>
            <p:ph type="subTitle" idx="14"/>
          </p:nvPr>
        </p:nvSpPr>
        <p:spPr>
          <a:xfrm>
            <a:off x="2069462" y="2109978"/>
            <a:ext cx="2529300" cy="9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Analytics</a:t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589" name="Google Shape;589;p41"/>
          <p:cNvSpPr txBox="1">
            <a:spLocks noGrp="1"/>
          </p:cNvSpPr>
          <p:nvPr>
            <p:ph type="subTitle" idx="15"/>
          </p:nvPr>
        </p:nvSpPr>
        <p:spPr>
          <a:xfrm>
            <a:off x="5576215" y="2118105"/>
            <a:ext cx="2529300" cy="9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nton"/>
                <a:ea typeface="Anton"/>
                <a:cs typeface="Anton"/>
                <a:sym typeface="Anton"/>
              </a:rPr>
              <a:t>Features</a:t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" name="Google Shape;583;p41">
            <a:extLst>
              <a:ext uri="{FF2B5EF4-FFF2-40B4-BE49-F238E27FC236}">
                <a16:creationId xmlns:a16="http://schemas.microsoft.com/office/drawing/2014/main" id="{B1BED163-900F-2FC8-0DC6-927336901B89}"/>
              </a:ext>
            </a:extLst>
          </p:cNvPr>
          <p:cNvSpPr txBox="1">
            <a:spLocks/>
          </p:cNvSpPr>
          <p:nvPr/>
        </p:nvSpPr>
        <p:spPr>
          <a:xfrm>
            <a:off x="1286431" y="3669371"/>
            <a:ext cx="7830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41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/>
              <a:t>05</a:t>
            </a:r>
          </a:p>
        </p:txBody>
      </p:sp>
      <p:sp>
        <p:nvSpPr>
          <p:cNvPr id="5" name="Google Shape;585;p41">
            <a:extLst>
              <a:ext uri="{FF2B5EF4-FFF2-40B4-BE49-F238E27FC236}">
                <a16:creationId xmlns:a16="http://schemas.microsoft.com/office/drawing/2014/main" id="{8DE136F9-C7B0-1A17-A24D-DF89F7C1FEC8}"/>
              </a:ext>
            </a:extLst>
          </p:cNvPr>
          <p:cNvSpPr txBox="1">
            <a:spLocks/>
          </p:cNvSpPr>
          <p:nvPr/>
        </p:nvSpPr>
        <p:spPr>
          <a:xfrm>
            <a:off x="4793159" y="3669371"/>
            <a:ext cx="7830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41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/>
              <a:t>06</a:t>
            </a:r>
          </a:p>
        </p:txBody>
      </p:sp>
      <p:sp>
        <p:nvSpPr>
          <p:cNvPr id="6" name="Google Shape;588;p41">
            <a:extLst>
              <a:ext uri="{FF2B5EF4-FFF2-40B4-BE49-F238E27FC236}">
                <a16:creationId xmlns:a16="http://schemas.microsoft.com/office/drawing/2014/main" id="{01A330E0-A951-DD27-AF49-499FB0B2D057}"/>
              </a:ext>
            </a:extLst>
          </p:cNvPr>
          <p:cNvSpPr txBox="1">
            <a:spLocks/>
          </p:cNvSpPr>
          <p:nvPr/>
        </p:nvSpPr>
        <p:spPr>
          <a:xfrm>
            <a:off x="2069434" y="3269871"/>
            <a:ext cx="2529300" cy="906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indent="0"/>
            <a:r>
              <a:rPr lang="de-DE"/>
              <a:t>Demo</a:t>
            </a:r>
          </a:p>
        </p:txBody>
      </p:sp>
      <p:sp>
        <p:nvSpPr>
          <p:cNvPr id="7" name="Google Shape;589;p41">
            <a:extLst>
              <a:ext uri="{FF2B5EF4-FFF2-40B4-BE49-F238E27FC236}">
                <a16:creationId xmlns:a16="http://schemas.microsoft.com/office/drawing/2014/main" id="{20C87D43-2214-C247-9BB2-2F0A2B811C5B}"/>
              </a:ext>
            </a:extLst>
          </p:cNvPr>
          <p:cNvSpPr txBox="1">
            <a:spLocks/>
          </p:cNvSpPr>
          <p:nvPr/>
        </p:nvSpPr>
        <p:spPr>
          <a:xfrm>
            <a:off x="5576187" y="3255246"/>
            <a:ext cx="2529300" cy="906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indent="0"/>
            <a:r>
              <a:rPr lang="de-DE" err="1"/>
              <a:t>Lessons</a:t>
            </a:r>
            <a:r>
              <a:rPr lang="de-DE"/>
              <a:t> </a:t>
            </a:r>
            <a:r>
              <a:rPr lang="de-DE" err="1"/>
              <a:t>Learned</a:t>
            </a:r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2"/>
          <p:cNvSpPr txBox="1">
            <a:spLocks noGrp="1"/>
          </p:cNvSpPr>
          <p:nvPr>
            <p:ph type="title"/>
          </p:nvPr>
        </p:nvSpPr>
        <p:spPr>
          <a:xfrm>
            <a:off x="3821941" y="1525450"/>
            <a:ext cx="4608834" cy="16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Outbreak</a:t>
            </a:r>
            <a:endParaRPr err="1"/>
          </a:p>
        </p:txBody>
      </p:sp>
      <p:sp>
        <p:nvSpPr>
          <p:cNvPr id="595" name="Google Shape;595;p42"/>
          <p:cNvSpPr txBox="1">
            <a:spLocks noGrp="1"/>
          </p:cNvSpPr>
          <p:nvPr>
            <p:ph type="subTitle" idx="1"/>
          </p:nvPr>
        </p:nvSpPr>
        <p:spPr>
          <a:xfrm>
            <a:off x="4186475" y="2946950"/>
            <a:ext cx="42444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endParaRPr lang="en"/>
          </a:p>
        </p:txBody>
      </p:sp>
      <p:grpSp>
        <p:nvGrpSpPr>
          <p:cNvPr id="596" name="Google Shape;596;p42"/>
          <p:cNvGrpSpPr/>
          <p:nvPr/>
        </p:nvGrpSpPr>
        <p:grpSpPr>
          <a:xfrm flipH="1">
            <a:off x="-648677" y="231566"/>
            <a:ext cx="4673724" cy="4572530"/>
            <a:chOff x="2156673" y="683793"/>
            <a:chExt cx="3153660" cy="3085378"/>
          </a:xfrm>
        </p:grpSpPr>
        <p:sp>
          <p:nvSpPr>
            <p:cNvPr id="597" name="Google Shape;597;p42"/>
            <p:cNvSpPr/>
            <p:nvPr/>
          </p:nvSpPr>
          <p:spPr>
            <a:xfrm>
              <a:off x="2427325" y="2466583"/>
              <a:ext cx="97300" cy="1093822"/>
            </a:xfrm>
            <a:custGeom>
              <a:avLst/>
              <a:gdLst/>
              <a:ahLst/>
              <a:cxnLst/>
              <a:rect l="l" t="t" r="r" b="b"/>
              <a:pathLst>
                <a:path w="1268" h="4647" extrusionOk="0">
                  <a:moveTo>
                    <a:pt x="1" y="4554"/>
                  </a:moveTo>
                  <a:lnTo>
                    <a:pt x="1" y="1"/>
                  </a:lnTo>
                  <a:lnTo>
                    <a:pt x="1267" y="1"/>
                  </a:lnTo>
                  <a:lnTo>
                    <a:pt x="1267" y="464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2"/>
            <p:cNvSpPr/>
            <p:nvPr/>
          </p:nvSpPr>
          <p:spPr>
            <a:xfrm>
              <a:off x="2985354" y="911316"/>
              <a:ext cx="347621" cy="1967089"/>
            </a:xfrm>
            <a:custGeom>
              <a:avLst/>
              <a:gdLst/>
              <a:ahLst/>
              <a:cxnLst/>
              <a:rect l="l" t="t" r="r" b="b"/>
              <a:pathLst>
                <a:path w="4530" h="25634" extrusionOk="0">
                  <a:moveTo>
                    <a:pt x="2929" y="0"/>
                  </a:moveTo>
                  <a:lnTo>
                    <a:pt x="3022" y="8273"/>
                  </a:lnTo>
                  <a:lnTo>
                    <a:pt x="2886" y="7204"/>
                  </a:lnTo>
                  <a:lnTo>
                    <a:pt x="2144" y="7810"/>
                  </a:lnTo>
                  <a:lnTo>
                    <a:pt x="1743" y="8094"/>
                  </a:lnTo>
                  <a:cubicBezTo>
                    <a:pt x="1743" y="7884"/>
                    <a:pt x="1749" y="7667"/>
                    <a:pt x="1749" y="7464"/>
                  </a:cubicBezTo>
                  <a:lnTo>
                    <a:pt x="1749" y="7464"/>
                  </a:lnTo>
                  <a:cubicBezTo>
                    <a:pt x="1786" y="7451"/>
                    <a:pt x="1792" y="7383"/>
                    <a:pt x="1749" y="7377"/>
                  </a:cubicBezTo>
                  <a:lnTo>
                    <a:pt x="1749" y="7377"/>
                  </a:lnTo>
                  <a:lnTo>
                    <a:pt x="1749" y="7099"/>
                  </a:lnTo>
                  <a:cubicBezTo>
                    <a:pt x="1749" y="6809"/>
                    <a:pt x="1755" y="6518"/>
                    <a:pt x="1755" y="6234"/>
                  </a:cubicBezTo>
                  <a:cubicBezTo>
                    <a:pt x="1755" y="5956"/>
                    <a:pt x="1780" y="5666"/>
                    <a:pt x="1743" y="5388"/>
                  </a:cubicBezTo>
                  <a:cubicBezTo>
                    <a:pt x="1730" y="5363"/>
                    <a:pt x="1687" y="5363"/>
                    <a:pt x="1687" y="5388"/>
                  </a:cubicBezTo>
                  <a:cubicBezTo>
                    <a:pt x="1650" y="5672"/>
                    <a:pt x="1662" y="5956"/>
                    <a:pt x="1669" y="6234"/>
                  </a:cubicBezTo>
                  <a:lnTo>
                    <a:pt x="1669" y="6469"/>
                  </a:lnTo>
                  <a:cubicBezTo>
                    <a:pt x="1477" y="6420"/>
                    <a:pt x="1304" y="6444"/>
                    <a:pt x="1131" y="6494"/>
                  </a:cubicBezTo>
                  <a:cubicBezTo>
                    <a:pt x="1119" y="6389"/>
                    <a:pt x="1119" y="6290"/>
                    <a:pt x="1113" y="6179"/>
                  </a:cubicBezTo>
                  <a:cubicBezTo>
                    <a:pt x="1106" y="6024"/>
                    <a:pt x="1094" y="5863"/>
                    <a:pt x="1082" y="5709"/>
                  </a:cubicBezTo>
                  <a:cubicBezTo>
                    <a:pt x="1075" y="5567"/>
                    <a:pt x="1075" y="5419"/>
                    <a:pt x="1038" y="5283"/>
                  </a:cubicBezTo>
                  <a:cubicBezTo>
                    <a:pt x="1020" y="5233"/>
                    <a:pt x="964" y="5252"/>
                    <a:pt x="958" y="5289"/>
                  </a:cubicBezTo>
                  <a:cubicBezTo>
                    <a:pt x="946" y="5443"/>
                    <a:pt x="977" y="5610"/>
                    <a:pt x="989" y="5765"/>
                  </a:cubicBezTo>
                  <a:cubicBezTo>
                    <a:pt x="1008" y="5919"/>
                    <a:pt x="1014" y="6080"/>
                    <a:pt x="1026" y="6234"/>
                  </a:cubicBezTo>
                  <a:cubicBezTo>
                    <a:pt x="1038" y="6327"/>
                    <a:pt x="1045" y="6426"/>
                    <a:pt x="1045" y="6518"/>
                  </a:cubicBezTo>
                  <a:cubicBezTo>
                    <a:pt x="711" y="6660"/>
                    <a:pt x="390" y="6908"/>
                    <a:pt x="25" y="6908"/>
                  </a:cubicBezTo>
                  <a:cubicBezTo>
                    <a:pt x="0" y="6908"/>
                    <a:pt x="0" y="6945"/>
                    <a:pt x="25" y="6945"/>
                  </a:cubicBezTo>
                  <a:cubicBezTo>
                    <a:pt x="309" y="6957"/>
                    <a:pt x="581" y="6833"/>
                    <a:pt x="828" y="6704"/>
                  </a:cubicBezTo>
                  <a:cubicBezTo>
                    <a:pt x="896" y="6667"/>
                    <a:pt x="977" y="6636"/>
                    <a:pt x="1051" y="6605"/>
                  </a:cubicBezTo>
                  <a:cubicBezTo>
                    <a:pt x="1069" y="6778"/>
                    <a:pt x="1075" y="6957"/>
                    <a:pt x="1088" y="7142"/>
                  </a:cubicBezTo>
                  <a:cubicBezTo>
                    <a:pt x="1100" y="7235"/>
                    <a:pt x="1100" y="7334"/>
                    <a:pt x="1106" y="7427"/>
                  </a:cubicBezTo>
                  <a:cubicBezTo>
                    <a:pt x="1088" y="7427"/>
                    <a:pt x="1082" y="7439"/>
                    <a:pt x="1069" y="7439"/>
                  </a:cubicBezTo>
                  <a:cubicBezTo>
                    <a:pt x="835" y="7488"/>
                    <a:pt x="612" y="7569"/>
                    <a:pt x="396" y="7667"/>
                  </a:cubicBezTo>
                  <a:cubicBezTo>
                    <a:pt x="371" y="7686"/>
                    <a:pt x="390" y="7723"/>
                    <a:pt x="421" y="7717"/>
                  </a:cubicBezTo>
                  <a:cubicBezTo>
                    <a:pt x="637" y="7630"/>
                    <a:pt x="859" y="7569"/>
                    <a:pt x="1082" y="7525"/>
                  </a:cubicBezTo>
                  <a:cubicBezTo>
                    <a:pt x="1088" y="7525"/>
                    <a:pt x="1100" y="7525"/>
                    <a:pt x="1113" y="7513"/>
                  </a:cubicBezTo>
                  <a:cubicBezTo>
                    <a:pt x="1131" y="7847"/>
                    <a:pt x="1137" y="8168"/>
                    <a:pt x="1150" y="8502"/>
                  </a:cubicBezTo>
                  <a:lnTo>
                    <a:pt x="1045" y="8582"/>
                  </a:lnTo>
                  <a:lnTo>
                    <a:pt x="1045" y="25633"/>
                  </a:lnTo>
                  <a:lnTo>
                    <a:pt x="4529" y="25077"/>
                  </a:lnTo>
                  <a:lnTo>
                    <a:pt x="4529" y="0"/>
                  </a:lnTo>
                  <a:close/>
                  <a:moveTo>
                    <a:pt x="1162" y="7130"/>
                  </a:moveTo>
                  <a:cubicBezTo>
                    <a:pt x="1156" y="6951"/>
                    <a:pt x="1137" y="6765"/>
                    <a:pt x="1131" y="6586"/>
                  </a:cubicBezTo>
                  <a:cubicBezTo>
                    <a:pt x="1298" y="6525"/>
                    <a:pt x="1483" y="6500"/>
                    <a:pt x="1662" y="6555"/>
                  </a:cubicBezTo>
                  <a:lnTo>
                    <a:pt x="1662" y="7099"/>
                  </a:lnTo>
                  <a:lnTo>
                    <a:pt x="1662" y="7371"/>
                  </a:lnTo>
                  <a:cubicBezTo>
                    <a:pt x="1570" y="7371"/>
                    <a:pt x="1477" y="7383"/>
                    <a:pt x="1384" y="7389"/>
                  </a:cubicBezTo>
                  <a:cubicBezTo>
                    <a:pt x="1310" y="7402"/>
                    <a:pt x="1236" y="7414"/>
                    <a:pt x="1162" y="7433"/>
                  </a:cubicBezTo>
                  <a:cubicBezTo>
                    <a:pt x="1168" y="7328"/>
                    <a:pt x="1162" y="7229"/>
                    <a:pt x="1162" y="7130"/>
                  </a:cubicBezTo>
                  <a:close/>
                  <a:moveTo>
                    <a:pt x="1174" y="7513"/>
                  </a:moveTo>
                  <a:cubicBezTo>
                    <a:pt x="1261" y="7501"/>
                    <a:pt x="1341" y="7488"/>
                    <a:pt x="1421" y="7476"/>
                  </a:cubicBezTo>
                  <a:cubicBezTo>
                    <a:pt x="1508" y="7470"/>
                    <a:pt x="1594" y="7470"/>
                    <a:pt x="1681" y="7464"/>
                  </a:cubicBezTo>
                  <a:cubicBezTo>
                    <a:pt x="1681" y="7686"/>
                    <a:pt x="1687" y="7908"/>
                    <a:pt x="1687" y="8131"/>
                  </a:cubicBezTo>
                  <a:lnTo>
                    <a:pt x="1205" y="8471"/>
                  </a:lnTo>
                  <a:cubicBezTo>
                    <a:pt x="1199" y="8156"/>
                    <a:pt x="1193" y="7840"/>
                    <a:pt x="1174" y="7513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2"/>
            <p:cNvSpPr/>
            <p:nvPr/>
          </p:nvSpPr>
          <p:spPr>
            <a:xfrm>
              <a:off x="3662864" y="1470263"/>
              <a:ext cx="1250668" cy="1656072"/>
            </a:xfrm>
            <a:custGeom>
              <a:avLst/>
              <a:gdLst/>
              <a:ahLst/>
              <a:cxnLst/>
              <a:rect l="l" t="t" r="r" b="b"/>
              <a:pathLst>
                <a:path w="16298" h="21581" extrusionOk="0">
                  <a:moveTo>
                    <a:pt x="0" y="0"/>
                  </a:moveTo>
                  <a:lnTo>
                    <a:pt x="16298" y="0"/>
                  </a:lnTo>
                  <a:lnTo>
                    <a:pt x="16298" y="21581"/>
                  </a:lnTo>
                  <a:lnTo>
                    <a:pt x="0" y="21581"/>
                  </a:lnTo>
                  <a:close/>
                </a:path>
              </a:pathLst>
            </a:custGeom>
            <a:solidFill>
              <a:srgbClr val="000000">
                <a:alpha val="262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2"/>
            <p:cNvSpPr/>
            <p:nvPr/>
          </p:nvSpPr>
          <p:spPr>
            <a:xfrm>
              <a:off x="3463731" y="1444173"/>
              <a:ext cx="1689683" cy="2022110"/>
            </a:xfrm>
            <a:custGeom>
              <a:avLst/>
              <a:gdLst/>
              <a:ahLst/>
              <a:cxnLst/>
              <a:rect l="l" t="t" r="r" b="b"/>
              <a:pathLst>
                <a:path w="22019" h="26351" extrusionOk="0">
                  <a:moveTo>
                    <a:pt x="5289" y="1"/>
                  </a:moveTo>
                  <a:lnTo>
                    <a:pt x="7896" y="279"/>
                  </a:lnTo>
                  <a:lnTo>
                    <a:pt x="8390" y="1860"/>
                  </a:lnTo>
                  <a:lnTo>
                    <a:pt x="10095" y="2602"/>
                  </a:lnTo>
                  <a:lnTo>
                    <a:pt x="12449" y="2324"/>
                  </a:lnTo>
                  <a:lnTo>
                    <a:pt x="13561" y="2818"/>
                  </a:lnTo>
                  <a:lnTo>
                    <a:pt x="15050" y="3189"/>
                  </a:lnTo>
                  <a:lnTo>
                    <a:pt x="15050" y="8551"/>
                  </a:lnTo>
                  <a:lnTo>
                    <a:pt x="7154" y="8551"/>
                  </a:lnTo>
                  <a:lnTo>
                    <a:pt x="7124" y="5635"/>
                  </a:lnTo>
                  <a:lnTo>
                    <a:pt x="6846" y="5017"/>
                  </a:lnTo>
                  <a:lnTo>
                    <a:pt x="5579" y="4770"/>
                  </a:lnTo>
                  <a:lnTo>
                    <a:pt x="5313" y="4029"/>
                  </a:lnTo>
                  <a:lnTo>
                    <a:pt x="2632" y="4029"/>
                  </a:lnTo>
                  <a:lnTo>
                    <a:pt x="2632" y="2355"/>
                  </a:lnTo>
                  <a:lnTo>
                    <a:pt x="4980" y="2355"/>
                  </a:lnTo>
                  <a:cubicBezTo>
                    <a:pt x="4949" y="2200"/>
                    <a:pt x="4918" y="2064"/>
                    <a:pt x="4887" y="1984"/>
                  </a:cubicBezTo>
                  <a:cubicBezTo>
                    <a:pt x="4764" y="1644"/>
                    <a:pt x="4547" y="1212"/>
                    <a:pt x="4547" y="1212"/>
                  </a:cubicBezTo>
                  <a:cubicBezTo>
                    <a:pt x="4547" y="1212"/>
                    <a:pt x="3343" y="470"/>
                    <a:pt x="3219" y="347"/>
                  </a:cubicBezTo>
                  <a:lnTo>
                    <a:pt x="4170" y="7"/>
                  </a:lnTo>
                  <a:lnTo>
                    <a:pt x="0" y="7"/>
                  </a:lnTo>
                  <a:lnTo>
                    <a:pt x="0" y="26350"/>
                  </a:lnTo>
                  <a:lnTo>
                    <a:pt x="22019" y="26350"/>
                  </a:lnTo>
                  <a:lnTo>
                    <a:pt x="220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2"/>
            <p:cNvSpPr/>
            <p:nvPr/>
          </p:nvSpPr>
          <p:spPr>
            <a:xfrm>
              <a:off x="4278677" y="2532677"/>
              <a:ext cx="225225" cy="334806"/>
            </a:xfrm>
            <a:custGeom>
              <a:avLst/>
              <a:gdLst/>
              <a:ahLst/>
              <a:cxnLst/>
              <a:rect l="l" t="t" r="r" b="b"/>
              <a:pathLst>
                <a:path w="2935" h="4363" extrusionOk="0">
                  <a:moveTo>
                    <a:pt x="0" y="4239"/>
                  </a:moveTo>
                  <a:cubicBezTo>
                    <a:pt x="93" y="4208"/>
                    <a:pt x="1205" y="3405"/>
                    <a:pt x="1205" y="3405"/>
                  </a:cubicBezTo>
                  <a:cubicBezTo>
                    <a:pt x="1205" y="3405"/>
                    <a:pt x="1668" y="3096"/>
                    <a:pt x="1668" y="2818"/>
                  </a:cubicBezTo>
                  <a:cubicBezTo>
                    <a:pt x="1668" y="2540"/>
                    <a:pt x="1946" y="2293"/>
                    <a:pt x="1946" y="2293"/>
                  </a:cubicBezTo>
                  <a:lnTo>
                    <a:pt x="2503" y="1984"/>
                  </a:lnTo>
                  <a:lnTo>
                    <a:pt x="2935" y="1"/>
                  </a:lnTo>
                  <a:lnTo>
                    <a:pt x="2688" y="2169"/>
                  </a:lnTo>
                  <a:lnTo>
                    <a:pt x="2039" y="2571"/>
                  </a:lnTo>
                  <a:lnTo>
                    <a:pt x="1854" y="3096"/>
                  </a:lnTo>
                  <a:lnTo>
                    <a:pt x="1607" y="3466"/>
                  </a:lnTo>
                  <a:lnTo>
                    <a:pt x="2564" y="3374"/>
                  </a:lnTo>
                  <a:lnTo>
                    <a:pt x="1854" y="3714"/>
                  </a:lnTo>
                  <a:cubicBezTo>
                    <a:pt x="1854" y="3714"/>
                    <a:pt x="1174" y="3683"/>
                    <a:pt x="1082" y="3714"/>
                  </a:cubicBezTo>
                  <a:cubicBezTo>
                    <a:pt x="989" y="3744"/>
                    <a:pt x="186" y="4362"/>
                    <a:pt x="186" y="4362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2"/>
            <p:cNvSpPr/>
            <p:nvPr/>
          </p:nvSpPr>
          <p:spPr>
            <a:xfrm>
              <a:off x="4348354" y="2968385"/>
              <a:ext cx="238040" cy="429577"/>
            </a:xfrm>
            <a:custGeom>
              <a:avLst/>
              <a:gdLst/>
              <a:ahLst/>
              <a:cxnLst/>
              <a:rect l="l" t="t" r="r" b="b"/>
              <a:pathLst>
                <a:path w="3102" h="5598" extrusionOk="0">
                  <a:moveTo>
                    <a:pt x="3015" y="5598"/>
                  </a:moveTo>
                  <a:cubicBezTo>
                    <a:pt x="2991" y="5462"/>
                    <a:pt x="2595" y="3689"/>
                    <a:pt x="2595" y="3689"/>
                  </a:cubicBezTo>
                  <a:lnTo>
                    <a:pt x="1761" y="2997"/>
                  </a:lnTo>
                  <a:lnTo>
                    <a:pt x="1508" y="2070"/>
                  </a:lnTo>
                  <a:lnTo>
                    <a:pt x="1205" y="1489"/>
                  </a:lnTo>
                  <a:lnTo>
                    <a:pt x="1" y="0"/>
                  </a:lnTo>
                  <a:lnTo>
                    <a:pt x="371" y="25"/>
                  </a:lnTo>
                  <a:lnTo>
                    <a:pt x="1415" y="1539"/>
                  </a:lnTo>
                  <a:lnTo>
                    <a:pt x="1669" y="2163"/>
                  </a:lnTo>
                  <a:lnTo>
                    <a:pt x="1854" y="2904"/>
                  </a:lnTo>
                  <a:lnTo>
                    <a:pt x="2737" y="3485"/>
                  </a:lnTo>
                  <a:lnTo>
                    <a:pt x="3102" y="556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2"/>
            <p:cNvSpPr/>
            <p:nvPr/>
          </p:nvSpPr>
          <p:spPr>
            <a:xfrm>
              <a:off x="3665166" y="2591917"/>
              <a:ext cx="238116" cy="128612"/>
            </a:xfrm>
            <a:custGeom>
              <a:avLst/>
              <a:gdLst/>
              <a:ahLst/>
              <a:cxnLst/>
              <a:rect l="l" t="t" r="r" b="b"/>
              <a:pathLst>
                <a:path w="3103" h="1676" extrusionOk="0">
                  <a:moveTo>
                    <a:pt x="1" y="1"/>
                  </a:moveTo>
                  <a:lnTo>
                    <a:pt x="3102" y="1"/>
                  </a:lnTo>
                  <a:lnTo>
                    <a:pt x="3102" y="1675"/>
                  </a:lnTo>
                  <a:lnTo>
                    <a:pt x="1" y="167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2"/>
            <p:cNvSpPr/>
            <p:nvPr/>
          </p:nvSpPr>
          <p:spPr>
            <a:xfrm>
              <a:off x="3712129" y="2591917"/>
              <a:ext cx="138511" cy="128075"/>
            </a:xfrm>
            <a:custGeom>
              <a:avLst/>
              <a:gdLst/>
              <a:ahLst/>
              <a:cxnLst/>
              <a:rect l="l" t="t" r="r" b="b"/>
              <a:pathLst>
                <a:path w="1805" h="1669" extrusionOk="0">
                  <a:moveTo>
                    <a:pt x="785" y="1669"/>
                  </a:moveTo>
                  <a:lnTo>
                    <a:pt x="1805" y="1669"/>
                  </a:lnTo>
                  <a:lnTo>
                    <a:pt x="1557" y="1206"/>
                  </a:lnTo>
                  <a:lnTo>
                    <a:pt x="1360" y="1082"/>
                  </a:lnTo>
                  <a:lnTo>
                    <a:pt x="1372" y="662"/>
                  </a:lnTo>
                  <a:lnTo>
                    <a:pt x="1125" y="1"/>
                  </a:lnTo>
                  <a:lnTo>
                    <a:pt x="1088" y="1"/>
                  </a:lnTo>
                  <a:lnTo>
                    <a:pt x="1249" y="724"/>
                  </a:lnTo>
                  <a:lnTo>
                    <a:pt x="1156" y="1094"/>
                  </a:lnTo>
                  <a:close/>
                  <a:moveTo>
                    <a:pt x="75" y="761"/>
                  </a:moveTo>
                  <a:lnTo>
                    <a:pt x="316" y="1"/>
                  </a:lnTo>
                  <a:lnTo>
                    <a:pt x="1" y="1"/>
                  </a:lnTo>
                  <a:cubicBezTo>
                    <a:pt x="25" y="273"/>
                    <a:pt x="75" y="761"/>
                    <a:pt x="75" y="761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2"/>
            <p:cNvSpPr/>
            <p:nvPr/>
          </p:nvSpPr>
          <p:spPr>
            <a:xfrm>
              <a:off x="4089060" y="3136207"/>
              <a:ext cx="238040" cy="128535"/>
            </a:xfrm>
            <a:custGeom>
              <a:avLst/>
              <a:gdLst/>
              <a:ahLst/>
              <a:cxnLst/>
              <a:rect l="l" t="t" r="r" b="b"/>
              <a:pathLst>
                <a:path w="3102" h="1675" extrusionOk="0">
                  <a:moveTo>
                    <a:pt x="0" y="0"/>
                  </a:moveTo>
                  <a:lnTo>
                    <a:pt x="3102" y="0"/>
                  </a:lnTo>
                  <a:lnTo>
                    <a:pt x="3102" y="1675"/>
                  </a:lnTo>
                  <a:lnTo>
                    <a:pt x="0" y="167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2"/>
            <p:cNvSpPr/>
            <p:nvPr/>
          </p:nvSpPr>
          <p:spPr>
            <a:xfrm>
              <a:off x="3463725" y="1439425"/>
              <a:ext cx="347629" cy="139500"/>
            </a:xfrm>
            <a:custGeom>
              <a:avLst/>
              <a:gdLst/>
              <a:ahLst/>
              <a:cxnLst/>
              <a:rect l="l" t="t" r="r" b="b"/>
              <a:pathLst>
                <a:path w="4826" h="1818" extrusionOk="0">
                  <a:moveTo>
                    <a:pt x="4548" y="1206"/>
                  </a:moveTo>
                  <a:cubicBezTo>
                    <a:pt x="4548" y="1206"/>
                    <a:pt x="3343" y="464"/>
                    <a:pt x="3220" y="341"/>
                  </a:cubicBezTo>
                  <a:lnTo>
                    <a:pt x="4171" y="1"/>
                  </a:lnTo>
                  <a:lnTo>
                    <a:pt x="1" y="1"/>
                  </a:lnTo>
                  <a:lnTo>
                    <a:pt x="1" y="1817"/>
                  </a:lnTo>
                  <a:lnTo>
                    <a:pt x="4826" y="1817"/>
                  </a:lnTo>
                  <a:cubicBezTo>
                    <a:pt x="4702" y="1508"/>
                    <a:pt x="4548" y="1206"/>
                    <a:pt x="4548" y="120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2"/>
            <p:cNvSpPr/>
            <p:nvPr/>
          </p:nvSpPr>
          <p:spPr>
            <a:xfrm>
              <a:off x="3470791" y="1289166"/>
              <a:ext cx="1689760" cy="2176659"/>
            </a:xfrm>
            <a:custGeom>
              <a:avLst/>
              <a:gdLst/>
              <a:ahLst/>
              <a:cxnLst/>
              <a:rect l="l" t="t" r="r" b="b"/>
              <a:pathLst>
                <a:path w="22020" h="28365" extrusionOk="0">
                  <a:moveTo>
                    <a:pt x="22020" y="3763"/>
                  </a:moveTo>
                  <a:lnTo>
                    <a:pt x="22020" y="1959"/>
                  </a:lnTo>
                  <a:lnTo>
                    <a:pt x="20352" y="1959"/>
                  </a:lnTo>
                  <a:lnTo>
                    <a:pt x="20352" y="0"/>
                  </a:lnTo>
                  <a:lnTo>
                    <a:pt x="14637" y="0"/>
                  </a:lnTo>
                  <a:lnTo>
                    <a:pt x="14637" y="1959"/>
                  </a:lnTo>
                  <a:lnTo>
                    <a:pt x="5289" y="1959"/>
                  </a:lnTo>
                  <a:lnTo>
                    <a:pt x="7897" y="2237"/>
                  </a:lnTo>
                  <a:lnTo>
                    <a:pt x="8378" y="3763"/>
                  </a:lnTo>
                  <a:lnTo>
                    <a:pt x="14637" y="3763"/>
                  </a:lnTo>
                  <a:lnTo>
                    <a:pt x="14637" y="5122"/>
                  </a:lnTo>
                  <a:lnTo>
                    <a:pt x="14958" y="5209"/>
                  </a:lnTo>
                  <a:lnTo>
                    <a:pt x="14958" y="10083"/>
                  </a:lnTo>
                  <a:lnTo>
                    <a:pt x="14637" y="10083"/>
                  </a:lnTo>
                  <a:lnTo>
                    <a:pt x="14637" y="11109"/>
                  </a:lnTo>
                  <a:lnTo>
                    <a:pt x="1" y="11109"/>
                  </a:lnTo>
                  <a:lnTo>
                    <a:pt x="1" y="13852"/>
                  </a:lnTo>
                  <a:lnTo>
                    <a:pt x="14637" y="13852"/>
                  </a:lnTo>
                  <a:lnTo>
                    <a:pt x="14637" y="21185"/>
                  </a:lnTo>
                  <a:lnTo>
                    <a:pt x="1" y="21185"/>
                  </a:lnTo>
                  <a:lnTo>
                    <a:pt x="1" y="23928"/>
                  </a:lnTo>
                  <a:lnTo>
                    <a:pt x="14637" y="23928"/>
                  </a:lnTo>
                  <a:lnTo>
                    <a:pt x="14637" y="28364"/>
                  </a:lnTo>
                  <a:lnTo>
                    <a:pt x="20352" y="28364"/>
                  </a:lnTo>
                  <a:lnTo>
                    <a:pt x="20352" y="23928"/>
                  </a:lnTo>
                  <a:lnTo>
                    <a:pt x="22020" y="23928"/>
                  </a:lnTo>
                  <a:lnTo>
                    <a:pt x="22020" y="21185"/>
                  </a:lnTo>
                  <a:lnTo>
                    <a:pt x="20352" y="21185"/>
                  </a:lnTo>
                  <a:lnTo>
                    <a:pt x="20352" y="13852"/>
                  </a:lnTo>
                  <a:lnTo>
                    <a:pt x="22020" y="13852"/>
                  </a:lnTo>
                  <a:lnTo>
                    <a:pt x="22020" y="11109"/>
                  </a:lnTo>
                  <a:lnTo>
                    <a:pt x="20352" y="11109"/>
                  </a:lnTo>
                  <a:lnTo>
                    <a:pt x="20352" y="376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2"/>
            <p:cNvSpPr/>
            <p:nvPr/>
          </p:nvSpPr>
          <p:spPr>
            <a:xfrm>
              <a:off x="3855320" y="1322853"/>
              <a:ext cx="601699" cy="166444"/>
            </a:xfrm>
            <a:custGeom>
              <a:avLst/>
              <a:gdLst/>
              <a:ahLst/>
              <a:cxnLst/>
              <a:rect l="l" t="t" r="r" b="b"/>
              <a:pathLst>
                <a:path w="7841" h="2169" extrusionOk="0">
                  <a:moveTo>
                    <a:pt x="0" y="587"/>
                  </a:moveTo>
                  <a:lnTo>
                    <a:pt x="2978" y="680"/>
                  </a:lnTo>
                  <a:lnTo>
                    <a:pt x="4869" y="155"/>
                  </a:lnTo>
                  <a:lnTo>
                    <a:pt x="7840" y="0"/>
                  </a:lnTo>
                  <a:lnTo>
                    <a:pt x="6883" y="1829"/>
                  </a:lnTo>
                  <a:lnTo>
                    <a:pt x="5548" y="2169"/>
                  </a:lnTo>
                  <a:lnTo>
                    <a:pt x="1495" y="173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2"/>
            <p:cNvSpPr/>
            <p:nvPr/>
          </p:nvSpPr>
          <p:spPr>
            <a:xfrm>
              <a:off x="4031200" y="2063358"/>
              <a:ext cx="445231" cy="198213"/>
            </a:xfrm>
            <a:custGeom>
              <a:avLst/>
              <a:gdLst/>
              <a:ahLst/>
              <a:cxnLst/>
              <a:rect l="l" t="t" r="r" b="b"/>
              <a:pathLst>
                <a:path w="5802" h="2583" extrusionOk="0">
                  <a:moveTo>
                    <a:pt x="0" y="1131"/>
                  </a:moveTo>
                  <a:lnTo>
                    <a:pt x="371" y="606"/>
                  </a:lnTo>
                  <a:lnTo>
                    <a:pt x="2546" y="389"/>
                  </a:lnTo>
                  <a:lnTo>
                    <a:pt x="4498" y="19"/>
                  </a:lnTo>
                  <a:lnTo>
                    <a:pt x="5802" y="0"/>
                  </a:lnTo>
                  <a:lnTo>
                    <a:pt x="4931" y="1409"/>
                  </a:lnTo>
                  <a:cubicBezTo>
                    <a:pt x="4931" y="1409"/>
                    <a:pt x="3225" y="2336"/>
                    <a:pt x="3040" y="2336"/>
                  </a:cubicBezTo>
                  <a:cubicBezTo>
                    <a:pt x="2855" y="2336"/>
                    <a:pt x="1681" y="2583"/>
                    <a:pt x="1681" y="25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2"/>
            <p:cNvSpPr/>
            <p:nvPr/>
          </p:nvSpPr>
          <p:spPr>
            <a:xfrm>
              <a:off x="3392136" y="1238443"/>
              <a:ext cx="1861345" cy="1808703"/>
            </a:xfrm>
            <a:custGeom>
              <a:avLst/>
              <a:gdLst/>
              <a:ahLst/>
              <a:cxnLst/>
              <a:rect l="l" t="t" r="r" b="b"/>
              <a:pathLst>
                <a:path w="24256" h="23570" extrusionOk="0">
                  <a:moveTo>
                    <a:pt x="13957" y="661"/>
                  </a:moveTo>
                  <a:lnTo>
                    <a:pt x="13259" y="1038"/>
                  </a:lnTo>
                  <a:lnTo>
                    <a:pt x="12672" y="1990"/>
                  </a:lnTo>
                  <a:lnTo>
                    <a:pt x="11590" y="3071"/>
                  </a:lnTo>
                  <a:lnTo>
                    <a:pt x="10633" y="2947"/>
                  </a:lnTo>
                  <a:lnTo>
                    <a:pt x="9366" y="2478"/>
                  </a:lnTo>
                  <a:lnTo>
                    <a:pt x="9459" y="2157"/>
                  </a:lnTo>
                  <a:cubicBezTo>
                    <a:pt x="9478" y="2157"/>
                    <a:pt x="9490" y="2163"/>
                    <a:pt x="9508" y="2163"/>
                  </a:cubicBezTo>
                  <a:cubicBezTo>
                    <a:pt x="9854" y="2224"/>
                    <a:pt x="10200" y="2311"/>
                    <a:pt x="10546" y="2354"/>
                  </a:cubicBezTo>
                  <a:cubicBezTo>
                    <a:pt x="10590" y="2360"/>
                    <a:pt x="10596" y="2292"/>
                    <a:pt x="10553" y="2286"/>
                  </a:cubicBezTo>
                  <a:cubicBezTo>
                    <a:pt x="10213" y="2187"/>
                    <a:pt x="9854" y="2132"/>
                    <a:pt x="9496" y="2070"/>
                  </a:cubicBezTo>
                  <a:lnTo>
                    <a:pt x="9484" y="2070"/>
                  </a:lnTo>
                  <a:cubicBezTo>
                    <a:pt x="9515" y="1971"/>
                    <a:pt x="9552" y="1879"/>
                    <a:pt x="9583" y="1773"/>
                  </a:cubicBezTo>
                  <a:lnTo>
                    <a:pt x="9904" y="1848"/>
                  </a:lnTo>
                  <a:cubicBezTo>
                    <a:pt x="10108" y="1891"/>
                    <a:pt x="10318" y="1940"/>
                    <a:pt x="10515" y="1990"/>
                  </a:cubicBezTo>
                  <a:cubicBezTo>
                    <a:pt x="10732" y="2045"/>
                    <a:pt x="10954" y="2138"/>
                    <a:pt x="11183" y="2169"/>
                  </a:cubicBezTo>
                  <a:cubicBezTo>
                    <a:pt x="11214" y="2175"/>
                    <a:pt x="11232" y="2132"/>
                    <a:pt x="11201" y="2113"/>
                  </a:cubicBezTo>
                  <a:cubicBezTo>
                    <a:pt x="11016" y="2033"/>
                    <a:pt x="10793" y="1984"/>
                    <a:pt x="10596" y="1928"/>
                  </a:cubicBezTo>
                  <a:cubicBezTo>
                    <a:pt x="10392" y="1879"/>
                    <a:pt x="10182" y="1823"/>
                    <a:pt x="9984" y="1773"/>
                  </a:cubicBezTo>
                  <a:cubicBezTo>
                    <a:pt x="9861" y="1743"/>
                    <a:pt x="9737" y="1724"/>
                    <a:pt x="9613" y="1699"/>
                  </a:cubicBezTo>
                  <a:cubicBezTo>
                    <a:pt x="9644" y="1631"/>
                    <a:pt x="9669" y="1551"/>
                    <a:pt x="9700" y="1483"/>
                  </a:cubicBezTo>
                  <a:cubicBezTo>
                    <a:pt x="9805" y="1242"/>
                    <a:pt x="9922" y="1001"/>
                    <a:pt x="10052" y="779"/>
                  </a:cubicBezTo>
                  <a:cubicBezTo>
                    <a:pt x="10194" y="550"/>
                    <a:pt x="10355" y="334"/>
                    <a:pt x="10491" y="93"/>
                  </a:cubicBezTo>
                  <a:cubicBezTo>
                    <a:pt x="10515" y="44"/>
                    <a:pt x="10454" y="0"/>
                    <a:pt x="10423" y="37"/>
                  </a:cubicBezTo>
                  <a:cubicBezTo>
                    <a:pt x="10244" y="229"/>
                    <a:pt x="10108" y="470"/>
                    <a:pt x="9978" y="705"/>
                  </a:cubicBezTo>
                  <a:cubicBezTo>
                    <a:pt x="9836" y="946"/>
                    <a:pt x="9712" y="1199"/>
                    <a:pt x="9607" y="1452"/>
                  </a:cubicBezTo>
                  <a:cubicBezTo>
                    <a:pt x="9576" y="1520"/>
                    <a:pt x="9552" y="1600"/>
                    <a:pt x="9521" y="1675"/>
                  </a:cubicBezTo>
                  <a:cubicBezTo>
                    <a:pt x="9237" y="1619"/>
                    <a:pt x="8946" y="1570"/>
                    <a:pt x="8662" y="1520"/>
                  </a:cubicBezTo>
                  <a:cubicBezTo>
                    <a:pt x="8631" y="1514"/>
                    <a:pt x="8600" y="1514"/>
                    <a:pt x="8576" y="1514"/>
                  </a:cubicBezTo>
                  <a:cubicBezTo>
                    <a:pt x="8588" y="1477"/>
                    <a:pt x="8594" y="1434"/>
                    <a:pt x="8606" y="1397"/>
                  </a:cubicBezTo>
                  <a:cubicBezTo>
                    <a:pt x="8650" y="1248"/>
                    <a:pt x="8711" y="1094"/>
                    <a:pt x="8724" y="952"/>
                  </a:cubicBezTo>
                  <a:cubicBezTo>
                    <a:pt x="8724" y="909"/>
                    <a:pt x="8668" y="902"/>
                    <a:pt x="8656" y="933"/>
                  </a:cubicBezTo>
                  <a:cubicBezTo>
                    <a:pt x="8588" y="1063"/>
                    <a:pt x="8563" y="1236"/>
                    <a:pt x="8526" y="1384"/>
                  </a:cubicBezTo>
                  <a:cubicBezTo>
                    <a:pt x="8514" y="1421"/>
                    <a:pt x="8508" y="1465"/>
                    <a:pt x="8495" y="1508"/>
                  </a:cubicBezTo>
                  <a:cubicBezTo>
                    <a:pt x="7982" y="1434"/>
                    <a:pt x="7463" y="1390"/>
                    <a:pt x="6957" y="1360"/>
                  </a:cubicBezTo>
                  <a:lnTo>
                    <a:pt x="6907" y="1236"/>
                  </a:lnTo>
                  <a:lnTo>
                    <a:pt x="6351" y="649"/>
                  </a:lnTo>
                  <a:lnTo>
                    <a:pt x="6" y="649"/>
                  </a:lnTo>
                  <a:lnTo>
                    <a:pt x="6" y="3392"/>
                  </a:lnTo>
                  <a:lnTo>
                    <a:pt x="24256" y="3392"/>
                  </a:lnTo>
                  <a:lnTo>
                    <a:pt x="24256" y="649"/>
                  </a:lnTo>
                  <a:lnTo>
                    <a:pt x="13957" y="649"/>
                  </a:lnTo>
                  <a:close/>
                  <a:moveTo>
                    <a:pt x="8501" y="1854"/>
                  </a:moveTo>
                  <a:cubicBezTo>
                    <a:pt x="8520" y="1767"/>
                    <a:pt x="8538" y="1675"/>
                    <a:pt x="8563" y="1594"/>
                  </a:cubicBezTo>
                  <a:cubicBezTo>
                    <a:pt x="8600" y="1600"/>
                    <a:pt x="8637" y="1600"/>
                    <a:pt x="8681" y="1607"/>
                  </a:cubicBezTo>
                  <a:cubicBezTo>
                    <a:pt x="8946" y="1656"/>
                    <a:pt x="9224" y="1699"/>
                    <a:pt x="9496" y="1761"/>
                  </a:cubicBezTo>
                  <a:cubicBezTo>
                    <a:pt x="9459" y="1860"/>
                    <a:pt x="9428" y="1953"/>
                    <a:pt x="9397" y="2058"/>
                  </a:cubicBezTo>
                  <a:cubicBezTo>
                    <a:pt x="9094" y="2008"/>
                    <a:pt x="8792" y="1965"/>
                    <a:pt x="8495" y="1922"/>
                  </a:cubicBezTo>
                  <a:cubicBezTo>
                    <a:pt x="8495" y="1897"/>
                    <a:pt x="8495" y="1879"/>
                    <a:pt x="8501" y="1854"/>
                  </a:cubicBezTo>
                  <a:close/>
                  <a:moveTo>
                    <a:pt x="8347" y="2224"/>
                  </a:moveTo>
                  <a:lnTo>
                    <a:pt x="7192" y="1934"/>
                  </a:lnTo>
                  <a:lnTo>
                    <a:pt x="7155" y="1854"/>
                  </a:lnTo>
                  <a:cubicBezTo>
                    <a:pt x="7569" y="1891"/>
                    <a:pt x="7982" y="1940"/>
                    <a:pt x="8390" y="1996"/>
                  </a:cubicBezTo>
                  <a:cubicBezTo>
                    <a:pt x="8372" y="2070"/>
                    <a:pt x="8365" y="2150"/>
                    <a:pt x="8347" y="2224"/>
                  </a:cubicBezTo>
                  <a:close/>
                  <a:moveTo>
                    <a:pt x="8409" y="1909"/>
                  </a:moveTo>
                  <a:cubicBezTo>
                    <a:pt x="7982" y="1854"/>
                    <a:pt x="7556" y="1817"/>
                    <a:pt x="7130" y="1780"/>
                  </a:cubicBezTo>
                  <a:lnTo>
                    <a:pt x="6982" y="1415"/>
                  </a:lnTo>
                  <a:cubicBezTo>
                    <a:pt x="7482" y="1452"/>
                    <a:pt x="7982" y="1508"/>
                    <a:pt x="8483" y="1576"/>
                  </a:cubicBezTo>
                  <a:cubicBezTo>
                    <a:pt x="8464" y="1662"/>
                    <a:pt x="8446" y="1749"/>
                    <a:pt x="8427" y="1829"/>
                  </a:cubicBezTo>
                  <a:cubicBezTo>
                    <a:pt x="8415" y="1860"/>
                    <a:pt x="8409" y="1885"/>
                    <a:pt x="8409" y="1909"/>
                  </a:cubicBezTo>
                  <a:close/>
                  <a:moveTo>
                    <a:pt x="8427" y="2243"/>
                  </a:moveTo>
                  <a:cubicBezTo>
                    <a:pt x="8440" y="2163"/>
                    <a:pt x="8458" y="2089"/>
                    <a:pt x="8471" y="2002"/>
                  </a:cubicBezTo>
                  <a:cubicBezTo>
                    <a:pt x="8773" y="2039"/>
                    <a:pt x="9064" y="2089"/>
                    <a:pt x="9366" y="2138"/>
                  </a:cubicBezTo>
                  <a:cubicBezTo>
                    <a:pt x="9335" y="2243"/>
                    <a:pt x="9305" y="2348"/>
                    <a:pt x="9280" y="2447"/>
                  </a:cubicBezTo>
                  <a:close/>
                  <a:moveTo>
                    <a:pt x="14123" y="10787"/>
                  </a:moveTo>
                  <a:cubicBezTo>
                    <a:pt x="14123" y="10787"/>
                    <a:pt x="13259" y="10880"/>
                    <a:pt x="13104" y="10911"/>
                  </a:cubicBezTo>
                  <a:cubicBezTo>
                    <a:pt x="12981" y="10936"/>
                    <a:pt x="12455" y="11078"/>
                    <a:pt x="12239" y="11139"/>
                  </a:cubicBezTo>
                  <a:cubicBezTo>
                    <a:pt x="12004" y="11139"/>
                    <a:pt x="11776" y="11146"/>
                    <a:pt x="11541" y="11152"/>
                  </a:cubicBezTo>
                  <a:cubicBezTo>
                    <a:pt x="11541" y="11053"/>
                    <a:pt x="11553" y="10960"/>
                    <a:pt x="11560" y="10861"/>
                  </a:cubicBezTo>
                  <a:cubicBezTo>
                    <a:pt x="11560" y="10806"/>
                    <a:pt x="11479" y="10812"/>
                    <a:pt x="11479" y="10861"/>
                  </a:cubicBezTo>
                  <a:cubicBezTo>
                    <a:pt x="11473" y="10960"/>
                    <a:pt x="11467" y="11053"/>
                    <a:pt x="11467" y="11152"/>
                  </a:cubicBezTo>
                  <a:cubicBezTo>
                    <a:pt x="11257" y="11158"/>
                    <a:pt x="11047" y="11170"/>
                    <a:pt x="10831" y="11177"/>
                  </a:cubicBezTo>
                  <a:cubicBezTo>
                    <a:pt x="10831" y="11158"/>
                    <a:pt x="10831" y="11139"/>
                    <a:pt x="10843" y="11121"/>
                  </a:cubicBezTo>
                  <a:cubicBezTo>
                    <a:pt x="10855" y="11034"/>
                    <a:pt x="10874" y="10966"/>
                    <a:pt x="10874" y="10880"/>
                  </a:cubicBezTo>
                  <a:cubicBezTo>
                    <a:pt x="10874" y="10861"/>
                    <a:pt x="10843" y="10849"/>
                    <a:pt x="10831" y="10874"/>
                  </a:cubicBezTo>
                  <a:cubicBezTo>
                    <a:pt x="10787" y="10960"/>
                    <a:pt x="10763" y="11078"/>
                    <a:pt x="10756" y="11183"/>
                  </a:cubicBezTo>
                  <a:cubicBezTo>
                    <a:pt x="10553" y="11189"/>
                    <a:pt x="10361" y="11195"/>
                    <a:pt x="10169" y="11207"/>
                  </a:cubicBezTo>
                  <a:cubicBezTo>
                    <a:pt x="10132" y="11207"/>
                    <a:pt x="10132" y="11269"/>
                    <a:pt x="10169" y="11269"/>
                  </a:cubicBezTo>
                  <a:lnTo>
                    <a:pt x="10756" y="11269"/>
                  </a:lnTo>
                  <a:cubicBezTo>
                    <a:pt x="10756" y="11312"/>
                    <a:pt x="10756" y="11356"/>
                    <a:pt x="10750" y="11393"/>
                  </a:cubicBezTo>
                  <a:lnTo>
                    <a:pt x="10750" y="11572"/>
                  </a:lnTo>
                  <a:cubicBezTo>
                    <a:pt x="10336" y="11615"/>
                    <a:pt x="9935" y="11671"/>
                    <a:pt x="9527" y="11739"/>
                  </a:cubicBezTo>
                  <a:cubicBezTo>
                    <a:pt x="9496" y="11745"/>
                    <a:pt x="9515" y="11794"/>
                    <a:pt x="9546" y="11788"/>
                  </a:cubicBezTo>
                  <a:cubicBezTo>
                    <a:pt x="9947" y="11714"/>
                    <a:pt x="10349" y="11665"/>
                    <a:pt x="10750" y="11621"/>
                  </a:cubicBezTo>
                  <a:cubicBezTo>
                    <a:pt x="10756" y="11733"/>
                    <a:pt x="10763" y="11831"/>
                    <a:pt x="10781" y="11943"/>
                  </a:cubicBezTo>
                  <a:cubicBezTo>
                    <a:pt x="10793" y="12048"/>
                    <a:pt x="10824" y="12146"/>
                    <a:pt x="10855" y="12252"/>
                  </a:cubicBezTo>
                  <a:cubicBezTo>
                    <a:pt x="10620" y="12282"/>
                    <a:pt x="10380" y="12301"/>
                    <a:pt x="10139" y="12332"/>
                  </a:cubicBezTo>
                  <a:cubicBezTo>
                    <a:pt x="10102" y="12344"/>
                    <a:pt x="10102" y="12394"/>
                    <a:pt x="10139" y="12387"/>
                  </a:cubicBezTo>
                  <a:cubicBezTo>
                    <a:pt x="10386" y="12363"/>
                    <a:pt x="10633" y="12344"/>
                    <a:pt x="10880" y="12326"/>
                  </a:cubicBezTo>
                  <a:cubicBezTo>
                    <a:pt x="10936" y="12486"/>
                    <a:pt x="11004" y="12635"/>
                    <a:pt x="11090" y="12783"/>
                  </a:cubicBezTo>
                  <a:lnTo>
                    <a:pt x="10392" y="13160"/>
                  </a:lnTo>
                  <a:lnTo>
                    <a:pt x="9651" y="12480"/>
                  </a:lnTo>
                  <a:lnTo>
                    <a:pt x="8353" y="11893"/>
                  </a:lnTo>
                  <a:lnTo>
                    <a:pt x="8322" y="10936"/>
                  </a:lnTo>
                  <a:lnTo>
                    <a:pt x="8242" y="10769"/>
                  </a:lnTo>
                  <a:lnTo>
                    <a:pt x="0" y="10769"/>
                  </a:lnTo>
                  <a:lnTo>
                    <a:pt x="0" y="13506"/>
                  </a:lnTo>
                  <a:lnTo>
                    <a:pt x="24249" y="13506"/>
                  </a:lnTo>
                  <a:lnTo>
                    <a:pt x="24249" y="10769"/>
                  </a:lnTo>
                  <a:lnTo>
                    <a:pt x="14123" y="10769"/>
                  </a:lnTo>
                  <a:close/>
                  <a:moveTo>
                    <a:pt x="12153" y="11244"/>
                  </a:moveTo>
                  <a:lnTo>
                    <a:pt x="12184" y="11461"/>
                  </a:lnTo>
                  <a:lnTo>
                    <a:pt x="12085" y="11461"/>
                  </a:lnTo>
                  <a:lnTo>
                    <a:pt x="11553" y="11485"/>
                  </a:lnTo>
                  <a:cubicBezTo>
                    <a:pt x="11553" y="11405"/>
                    <a:pt x="11547" y="11331"/>
                    <a:pt x="11547" y="11251"/>
                  </a:cubicBezTo>
                  <a:cubicBezTo>
                    <a:pt x="11745" y="11251"/>
                    <a:pt x="11949" y="11251"/>
                    <a:pt x="12153" y="11244"/>
                  </a:cubicBezTo>
                  <a:close/>
                  <a:moveTo>
                    <a:pt x="10812" y="11417"/>
                  </a:moveTo>
                  <a:cubicBezTo>
                    <a:pt x="10812" y="11362"/>
                    <a:pt x="10818" y="11306"/>
                    <a:pt x="10818" y="11263"/>
                  </a:cubicBezTo>
                  <a:lnTo>
                    <a:pt x="11461" y="11263"/>
                  </a:lnTo>
                  <a:lnTo>
                    <a:pt x="11461" y="11498"/>
                  </a:lnTo>
                  <a:cubicBezTo>
                    <a:pt x="11374" y="11510"/>
                    <a:pt x="11288" y="11510"/>
                    <a:pt x="11207" y="11516"/>
                  </a:cubicBezTo>
                  <a:cubicBezTo>
                    <a:pt x="11071" y="11522"/>
                    <a:pt x="10942" y="11541"/>
                    <a:pt x="10812" y="11553"/>
                  </a:cubicBezTo>
                  <a:close/>
                  <a:moveTo>
                    <a:pt x="10849" y="11943"/>
                  </a:moveTo>
                  <a:cubicBezTo>
                    <a:pt x="10824" y="11831"/>
                    <a:pt x="10818" y="11714"/>
                    <a:pt x="10812" y="11603"/>
                  </a:cubicBezTo>
                  <a:cubicBezTo>
                    <a:pt x="10966" y="11584"/>
                    <a:pt x="11115" y="11578"/>
                    <a:pt x="11269" y="11572"/>
                  </a:cubicBezTo>
                  <a:cubicBezTo>
                    <a:pt x="11337" y="11572"/>
                    <a:pt x="11399" y="11560"/>
                    <a:pt x="11467" y="11560"/>
                  </a:cubicBezTo>
                  <a:cubicBezTo>
                    <a:pt x="11473" y="11708"/>
                    <a:pt x="11485" y="11856"/>
                    <a:pt x="11504" y="12004"/>
                  </a:cubicBezTo>
                  <a:lnTo>
                    <a:pt x="11529" y="12165"/>
                  </a:lnTo>
                  <a:lnTo>
                    <a:pt x="11343" y="12190"/>
                  </a:lnTo>
                  <a:lnTo>
                    <a:pt x="10923" y="12233"/>
                  </a:lnTo>
                  <a:cubicBezTo>
                    <a:pt x="10886" y="12134"/>
                    <a:pt x="10868" y="12035"/>
                    <a:pt x="10849" y="11943"/>
                  </a:cubicBezTo>
                  <a:close/>
                  <a:moveTo>
                    <a:pt x="11133" y="12733"/>
                  </a:moveTo>
                  <a:cubicBezTo>
                    <a:pt x="11059" y="12597"/>
                    <a:pt x="10997" y="12449"/>
                    <a:pt x="10948" y="12301"/>
                  </a:cubicBezTo>
                  <a:cubicBezTo>
                    <a:pt x="11090" y="12289"/>
                    <a:pt x="11226" y="12276"/>
                    <a:pt x="11368" y="12264"/>
                  </a:cubicBezTo>
                  <a:cubicBezTo>
                    <a:pt x="11430" y="12258"/>
                    <a:pt x="11485" y="12252"/>
                    <a:pt x="11547" y="12252"/>
                  </a:cubicBezTo>
                  <a:cubicBezTo>
                    <a:pt x="11560" y="12332"/>
                    <a:pt x="11578" y="12412"/>
                    <a:pt x="11590" y="12486"/>
                  </a:cubicBezTo>
                  <a:close/>
                  <a:moveTo>
                    <a:pt x="11683" y="12443"/>
                  </a:moveTo>
                  <a:cubicBezTo>
                    <a:pt x="11671" y="12375"/>
                    <a:pt x="11652" y="12313"/>
                    <a:pt x="11640" y="12239"/>
                  </a:cubicBezTo>
                  <a:cubicBezTo>
                    <a:pt x="11751" y="12233"/>
                    <a:pt x="11862" y="12214"/>
                    <a:pt x="11980" y="12208"/>
                  </a:cubicBezTo>
                  <a:cubicBezTo>
                    <a:pt x="12029" y="12202"/>
                    <a:pt x="12085" y="12202"/>
                    <a:pt x="12140" y="12196"/>
                  </a:cubicBezTo>
                  <a:close/>
                  <a:moveTo>
                    <a:pt x="11930" y="12109"/>
                  </a:moveTo>
                  <a:cubicBezTo>
                    <a:pt x="11831" y="12116"/>
                    <a:pt x="11720" y="12134"/>
                    <a:pt x="11621" y="12140"/>
                  </a:cubicBezTo>
                  <a:cubicBezTo>
                    <a:pt x="11615" y="12085"/>
                    <a:pt x="11597" y="12035"/>
                    <a:pt x="11590" y="11980"/>
                  </a:cubicBezTo>
                  <a:cubicBezTo>
                    <a:pt x="11566" y="11838"/>
                    <a:pt x="11560" y="11695"/>
                    <a:pt x="11553" y="11547"/>
                  </a:cubicBezTo>
                  <a:cubicBezTo>
                    <a:pt x="11726" y="11535"/>
                    <a:pt x="11906" y="11529"/>
                    <a:pt x="12085" y="11529"/>
                  </a:cubicBezTo>
                  <a:lnTo>
                    <a:pt x="12196" y="11529"/>
                  </a:lnTo>
                  <a:lnTo>
                    <a:pt x="12264" y="12054"/>
                  </a:lnTo>
                  <a:cubicBezTo>
                    <a:pt x="12146" y="12079"/>
                    <a:pt x="12029" y="12103"/>
                    <a:pt x="11930" y="12109"/>
                  </a:cubicBezTo>
                  <a:close/>
                  <a:moveTo>
                    <a:pt x="21766" y="21197"/>
                  </a:moveTo>
                  <a:lnTo>
                    <a:pt x="21185" y="20827"/>
                  </a:lnTo>
                  <a:lnTo>
                    <a:pt x="18084" y="20827"/>
                  </a:lnTo>
                  <a:lnTo>
                    <a:pt x="17756" y="20969"/>
                  </a:lnTo>
                  <a:lnTo>
                    <a:pt x="17083" y="21012"/>
                  </a:lnTo>
                  <a:lnTo>
                    <a:pt x="16199" y="20901"/>
                  </a:lnTo>
                  <a:lnTo>
                    <a:pt x="16026" y="20827"/>
                  </a:lnTo>
                  <a:lnTo>
                    <a:pt x="0" y="20827"/>
                  </a:lnTo>
                  <a:lnTo>
                    <a:pt x="0" y="23570"/>
                  </a:lnTo>
                  <a:lnTo>
                    <a:pt x="24249" y="23570"/>
                  </a:lnTo>
                  <a:lnTo>
                    <a:pt x="24249" y="20827"/>
                  </a:lnTo>
                  <a:lnTo>
                    <a:pt x="22031" y="208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2"/>
            <p:cNvSpPr/>
            <p:nvPr/>
          </p:nvSpPr>
          <p:spPr>
            <a:xfrm>
              <a:off x="3665166" y="1847192"/>
              <a:ext cx="238116" cy="128535"/>
            </a:xfrm>
            <a:custGeom>
              <a:avLst/>
              <a:gdLst/>
              <a:ahLst/>
              <a:cxnLst/>
              <a:rect l="l" t="t" r="r" b="b"/>
              <a:pathLst>
                <a:path w="3103" h="1675" extrusionOk="0">
                  <a:moveTo>
                    <a:pt x="1" y="0"/>
                  </a:moveTo>
                  <a:lnTo>
                    <a:pt x="3102" y="0"/>
                  </a:lnTo>
                  <a:lnTo>
                    <a:pt x="3102" y="1674"/>
                  </a:lnTo>
                  <a:lnTo>
                    <a:pt x="1" y="16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2"/>
            <p:cNvSpPr/>
            <p:nvPr/>
          </p:nvSpPr>
          <p:spPr>
            <a:xfrm>
              <a:off x="4089060" y="2591917"/>
              <a:ext cx="238040" cy="128612"/>
            </a:xfrm>
            <a:custGeom>
              <a:avLst/>
              <a:gdLst/>
              <a:ahLst/>
              <a:cxnLst/>
              <a:rect l="l" t="t" r="r" b="b"/>
              <a:pathLst>
                <a:path w="3102" h="1676" extrusionOk="0">
                  <a:moveTo>
                    <a:pt x="0" y="1"/>
                  </a:moveTo>
                  <a:lnTo>
                    <a:pt x="3102" y="1"/>
                  </a:lnTo>
                  <a:lnTo>
                    <a:pt x="3102" y="1675"/>
                  </a:lnTo>
                  <a:lnTo>
                    <a:pt x="0" y="167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2"/>
            <p:cNvSpPr/>
            <p:nvPr/>
          </p:nvSpPr>
          <p:spPr>
            <a:xfrm>
              <a:off x="3665166" y="2405141"/>
              <a:ext cx="238116" cy="129072"/>
            </a:xfrm>
            <a:custGeom>
              <a:avLst/>
              <a:gdLst/>
              <a:ahLst/>
              <a:cxnLst/>
              <a:rect l="l" t="t" r="r" b="b"/>
              <a:pathLst>
                <a:path w="3103" h="1682" extrusionOk="0">
                  <a:moveTo>
                    <a:pt x="1" y="1"/>
                  </a:moveTo>
                  <a:lnTo>
                    <a:pt x="3102" y="1"/>
                  </a:lnTo>
                  <a:lnTo>
                    <a:pt x="3102" y="1681"/>
                  </a:lnTo>
                  <a:lnTo>
                    <a:pt x="1" y="16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2"/>
            <p:cNvSpPr/>
            <p:nvPr/>
          </p:nvSpPr>
          <p:spPr>
            <a:xfrm>
              <a:off x="4089060" y="2405141"/>
              <a:ext cx="238040" cy="129072"/>
            </a:xfrm>
            <a:custGeom>
              <a:avLst/>
              <a:gdLst/>
              <a:ahLst/>
              <a:cxnLst/>
              <a:rect l="l" t="t" r="r" b="b"/>
              <a:pathLst>
                <a:path w="3102" h="1682" extrusionOk="0">
                  <a:moveTo>
                    <a:pt x="0" y="1"/>
                  </a:moveTo>
                  <a:lnTo>
                    <a:pt x="3102" y="1"/>
                  </a:lnTo>
                  <a:lnTo>
                    <a:pt x="3102" y="1681"/>
                  </a:lnTo>
                  <a:lnTo>
                    <a:pt x="0" y="16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2"/>
            <p:cNvSpPr/>
            <p:nvPr/>
          </p:nvSpPr>
          <p:spPr>
            <a:xfrm>
              <a:off x="3392596" y="1312417"/>
              <a:ext cx="1135024" cy="871431"/>
            </a:xfrm>
            <a:custGeom>
              <a:avLst/>
              <a:gdLst/>
              <a:ahLst/>
              <a:cxnLst/>
              <a:rect l="l" t="t" r="r" b="b"/>
              <a:pathLst>
                <a:path w="14791" h="11356" extrusionOk="0">
                  <a:moveTo>
                    <a:pt x="835" y="11077"/>
                  </a:moveTo>
                  <a:lnTo>
                    <a:pt x="581" y="10583"/>
                  </a:lnTo>
                  <a:lnTo>
                    <a:pt x="0" y="10089"/>
                  </a:lnTo>
                  <a:lnTo>
                    <a:pt x="0" y="10318"/>
                  </a:lnTo>
                  <a:lnTo>
                    <a:pt x="421" y="10577"/>
                  </a:lnTo>
                  <a:lnTo>
                    <a:pt x="699" y="11226"/>
                  </a:lnTo>
                  <a:lnTo>
                    <a:pt x="1459" y="11040"/>
                  </a:lnTo>
                  <a:lnTo>
                    <a:pt x="2181" y="11355"/>
                  </a:lnTo>
                  <a:lnTo>
                    <a:pt x="1576" y="10929"/>
                  </a:lnTo>
                  <a:close/>
                  <a:moveTo>
                    <a:pt x="2163" y="2440"/>
                  </a:moveTo>
                  <a:lnTo>
                    <a:pt x="2428" y="2440"/>
                  </a:lnTo>
                  <a:lnTo>
                    <a:pt x="2527" y="2280"/>
                  </a:lnTo>
                  <a:lnTo>
                    <a:pt x="3590" y="1934"/>
                  </a:lnTo>
                  <a:lnTo>
                    <a:pt x="2361" y="2138"/>
                  </a:lnTo>
                  <a:close/>
                  <a:moveTo>
                    <a:pt x="1113" y="1186"/>
                  </a:moveTo>
                  <a:lnTo>
                    <a:pt x="1230" y="1440"/>
                  </a:lnTo>
                  <a:lnTo>
                    <a:pt x="1947" y="1625"/>
                  </a:lnTo>
                  <a:lnTo>
                    <a:pt x="1459" y="1298"/>
                  </a:lnTo>
                  <a:lnTo>
                    <a:pt x="995" y="884"/>
                  </a:lnTo>
                  <a:lnTo>
                    <a:pt x="699" y="1094"/>
                  </a:lnTo>
                  <a:lnTo>
                    <a:pt x="279" y="606"/>
                  </a:lnTo>
                  <a:lnTo>
                    <a:pt x="0" y="581"/>
                  </a:lnTo>
                  <a:lnTo>
                    <a:pt x="0" y="834"/>
                  </a:lnTo>
                  <a:cubicBezTo>
                    <a:pt x="130" y="859"/>
                    <a:pt x="279" y="884"/>
                    <a:pt x="279" y="884"/>
                  </a:cubicBezTo>
                  <a:lnTo>
                    <a:pt x="557" y="1186"/>
                  </a:lnTo>
                  <a:lnTo>
                    <a:pt x="0" y="1433"/>
                  </a:lnTo>
                  <a:lnTo>
                    <a:pt x="0" y="1650"/>
                  </a:lnTo>
                  <a:lnTo>
                    <a:pt x="649" y="1403"/>
                  </a:lnTo>
                  <a:close/>
                  <a:moveTo>
                    <a:pt x="13864" y="10435"/>
                  </a:moveTo>
                  <a:lnTo>
                    <a:pt x="13444" y="10806"/>
                  </a:lnTo>
                  <a:lnTo>
                    <a:pt x="14328" y="11108"/>
                  </a:lnTo>
                  <a:lnTo>
                    <a:pt x="13747" y="10738"/>
                  </a:lnTo>
                  <a:close/>
                  <a:moveTo>
                    <a:pt x="14766" y="278"/>
                  </a:moveTo>
                  <a:lnTo>
                    <a:pt x="14581" y="0"/>
                  </a:lnTo>
                  <a:cubicBezTo>
                    <a:pt x="14581" y="0"/>
                    <a:pt x="14562" y="1606"/>
                    <a:pt x="14575" y="2440"/>
                  </a:cubicBezTo>
                  <a:lnTo>
                    <a:pt x="14791" y="244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2"/>
            <p:cNvSpPr/>
            <p:nvPr/>
          </p:nvSpPr>
          <p:spPr>
            <a:xfrm>
              <a:off x="4672183" y="1442792"/>
              <a:ext cx="581287" cy="2007376"/>
            </a:xfrm>
            <a:custGeom>
              <a:avLst/>
              <a:gdLst/>
              <a:ahLst/>
              <a:cxnLst/>
              <a:rect l="l" t="t" r="r" b="b"/>
              <a:pathLst>
                <a:path w="7575" h="26159" extrusionOk="0">
                  <a:moveTo>
                    <a:pt x="0" y="0"/>
                  </a:moveTo>
                  <a:lnTo>
                    <a:pt x="7575" y="0"/>
                  </a:lnTo>
                  <a:lnTo>
                    <a:pt x="7575" y="26158"/>
                  </a:lnTo>
                  <a:lnTo>
                    <a:pt x="0" y="2615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2"/>
            <p:cNvSpPr/>
            <p:nvPr/>
          </p:nvSpPr>
          <p:spPr>
            <a:xfrm>
              <a:off x="4711012" y="1536640"/>
              <a:ext cx="542457" cy="1912989"/>
            </a:xfrm>
            <a:custGeom>
              <a:avLst/>
              <a:gdLst/>
              <a:ahLst/>
              <a:cxnLst/>
              <a:rect l="l" t="t" r="r" b="b"/>
              <a:pathLst>
                <a:path w="7069" h="24929" extrusionOk="0">
                  <a:moveTo>
                    <a:pt x="1" y="16477"/>
                  </a:moveTo>
                  <a:lnTo>
                    <a:pt x="4319" y="16477"/>
                  </a:lnTo>
                  <a:lnTo>
                    <a:pt x="4319" y="10256"/>
                  </a:lnTo>
                  <a:lnTo>
                    <a:pt x="1" y="10256"/>
                  </a:lnTo>
                  <a:close/>
                  <a:moveTo>
                    <a:pt x="1" y="24929"/>
                  </a:moveTo>
                  <a:lnTo>
                    <a:pt x="4319" y="24929"/>
                  </a:lnTo>
                  <a:lnTo>
                    <a:pt x="4319" y="20493"/>
                  </a:lnTo>
                  <a:lnTo>
                    <a:pt x="1" y="20493"/>
                  </a:lnTo>
                  <a:close/>
                  <a:moveTo>
                    <a:pt x="1" y="6222"/>
                  </a:moveTo>
                  <a:lnTo>
                    <a:pt x="4319" y="6222"/>
                  </a:lnTo>
                  <a:lnTo>
                    <a:pt x="4319" y="0"/>
                  </a:lnTo>
                  <a:lnTo>
                    <a:pt x="1" y="0"/>
                  </a:lnTo>
                  <a:close/>
                  <a:moveTo>
                    <a:pt x="5024" y="24929"/>
                  </a:moveTo>
                  <a:lnTo>
                    <a:pt x="7069" y="24929"/>
                  </a:lnTo>
                  <a:lnTo>
                    <a:pt x="7069" y="20493"/>
                  </a:lnTo>
                  <a:lnTo>
                    <a:pt x="5024" y="20493"/>
                  </a:lnTo>
                  <a:close/>
                  <a:moveTo>
                    <a:pt x="5024" y="0"/>
                  </a:moveTo>
                  <a:lnTo>
                    <a:pt x="5024" y="6222"/>
                  </a:lnTo>
                  <a:lnTo>
                    <a:pt x="7069" y="6222"/>
                  </a:lnTo>
                  <a:lnTo>
                    <a:pt x="7069" y="0"/>
                  </a:lnTo>
                  <a:close/>
                  <a:moveTo>
                    <a:pt x="5024" y="16477"/>
                  </a:moveTo>
                  <a:lnTo>
                    <a:pt x="7069" y="16477"/>
                  </a:lnTo>
                  <a:lnTo>
                    <a:pt x="7069" y="10256"/>
                  </a:lnTo>
                  <a:lnTo>
                    <a:pt x="5024" y="1025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2"/>
            <p:cNvSpPr/>
            <p:nvPr/>
          </p:nvSpPr>
          <p:spPr>
            <a:xfrm>
              <a:off x="4710550" y="1676000"/>
              <a:ext cx="539068" cy="1521014"/>
            </a:xfrm>
            <a:custGeom>
              <a:avLst/>
              <a:gdLst/>
              <a:ahLst/>
              <a:cxnLst/>
              <a:rect l="l" t="t" r="r" b="b"/>
              <a:pathLst>
                <a:path w="7693" h="19821" extrusionOk="0">
                  <a:moveTo>
                    <a:pt x="7" y="19604"/>
                  </a:moveTo>
                  <a:lnTo>
                    <a:pt x="563" y="19239"/>
                  </a:lnTo>
                  <a:lnTo>
                    <a:pt x="1261" y="19171"/>
                  </a:lnTo>
                  <a:lnTo>
                    <a:pt x="1885" y="19820"/>
                  </a:lnTo>
                  <a:lnTo>
                    <a:pt x="2268" y="18696"/>
                  </a:lnTo>
                  <a:lnTo>
                    <a:pt x="1" y="18696"/>
                  </a:lnTo>
                  <a:lnTo>
                    <a:pt x="1" y="19604"/>
                  </a:lnTo>
                  <a:close/>
                  <a:moveTo>
                    <a:pt x="470" y="12864"/>
                  </a:moveTo>
                  <a:cubicBezTo>
                    <a:pt x="470" y="12864"/>
                    <a:pt x="180" y="12190"/>
                    <a:pt x="7" y="11745"/>
                  </a:cubicBezTo>
                  <a:lnTo>
                    <a:pt x="7" y="14661"/>
                  </a:lnTo>
                  <a:lnTo>
                    <a:pt x="631" y="14661"/>
                  </a:lnTo>
                  <a:close/>
                  <a:moveTo>
                    <a:pt x="5030" y="4245"/>
                  </a:moveTo>
                  <a:lnTo>
                    <a:pt x="5030" y="4418"/>
                  </a:lnTo>
                  <a:lnTo>
                    <a:pt x="5135" y="4418"/>
                  </a:lnTo>
                  <a:close/>
                  <a:moveTo>
                    <a:pt x="6142" y="1978"/>
                  </a:moveTo>
                  <a:lnTo>
                    <a:pt x="6000" y="1236"/>
                  </a:lnTo>
                  <a:lnTo>
                    <a:pt x="5561" y="588"/>
                  </a:lnTo>
                  <a:lnTo>
                    <a:pt x="5030" y="544"/>
                  </a:lnTo>
                  <a:lnTo>
                    <a:pt x="5030" y="3769"/>
                  </a:lnTo>
                  <a:lnTo>
                    <a:pt x="6142" y="3213"/>
                  </a:lnTo>
                  <a:close/>
                  <a:moveTo>
                    <a:pt x="1718" y="12956"/>
                  </a:moveTo>
                  <a:lnTo>
                    <a:pt x="1625" y="14661"/>
                  </a:lnTo>
                  <a:lnTo>
                    <a:pt x="2565" y="14661"/>
                  </a:lnTo>
                  <a:lnTo>
                    <a:pt x="2151" y="13018"/>
                  </a:lnTo>
                  <a:close/>
                  <a:moveTo>
                    <a:pt x="7328" y="2565"/>
                  </a:moveTo>
                  <a:lnTo>
                    <a:pt x="6457" y="4418"/>
                  </a:lnTo>
                  <a:lnTo>
                    <a:pt x="7692" y="4418"/>
                  </a:lnTo>
                  <a:lnTo>
                    <a:pt x="7692" y="2441"/>
                  </a:lnTo>
                  <a:close/>
                  <a:moveTo>
                    <a:pt x="5030" y="14661"/>
                  </a:moveTo>
                  <a:lnTo>
                    <a:pt x="5777" y="14661"/>
                  </a:lnTo>
                  <a:lnTo>
                    <a:pt x="6092" y="13784"/>
                  </a:lnTo>
                  <a:lnTo>
                    <a:pt x="5771" y="13135"/>
                  </a:lnTo>
                  <a:lnTo>
                    <a:pt x="5308" y="12184"/>
                  </a:lnTo>
                  <a:lnTo>
                    <a:pt x="5493" y="10485"/>
                  </a:lnTo>
                  <a:lnTo>
                    <a:pt x="5512" y="12091"/>
                  </a:lnTo>
                  <a:lnTo>
                    <a:pt x="6210" y="13086"/>
                  </a:lnTo>
                  <a:lnTo>
                    <a:pt x="6716" y="13506"/>
                  </a:lnTo>
                  <a:lnTo>
                    <a:pt x="6556" y="14661"/>
                  </a:lnTo>
                  <a:lnTo>
                    <a:pt x="7686" y="14661"/>
                  </a:lnTo>
                  <a:lnTo>
                    <a:pt x="7686" y="8440"/>
                  </a:lnTo>
                  <a:lnTo>
                    <a:pt x="5017" y="8440"/>
                  </a:lnTo>
                  <a:lnTo>
                    <a:pt x="5017" y="14661"/>
                  </a:lnTo>
                  <a:close/>
                  <a:moveTo>
                    <a:pt x="3294" y="8434"/>
                  </a:moveTo>
                  <a:lnTo>
                    <a:pt x="3016" y="10602"/>
                  </a:lnTo>
                  <a:lnTo>
                    <a:pt x="3633" y="10108"/>
                  </a:lnTo>
                  <a:lnTo>
                    <a:pt x="4171" y="8434"/>
                  </a:lnTo>
                  <a:lnTo>
                    <a:pt x="3294" y="8434"/>
                  </a:lnTo>
                  <a:close/>
                  <a:moveTo>
                    <a:pt x="3479" y="847"/>
                  </a:moveTo>
                  <a:lnTo>
                    <a:pt x="2429" y="1218"/>
                  </a:lnTo>
                  <a:lnTo>
                    <a:pt x="2120" y="3355"/>
                  </a:lnTo>
                  <a:lnTo>
                    <a:pt x="1934" y="1589"/>
                  </a:lnTo>
                  <a:lnTo>
                    <a:pt x="1440" y="1403"/>
                  </a:lnTo>
                  <a:lnTo>
                    <a:pt x="513" y="1743"/>
                  </a:lnTo>
                  <a:cubicBezTo>
                    <a:pt x="513" y="1743"/>
                    <a:pt x="254" y="1916"/>
                    <a:pt x="13" y="2077"/>
                  </a:cubicBezTo>
                  <a:lnTo>
                    <a:pt x="13" y="4400"/>
                  </a:lnTo>
                  <a:lnTo>
                    <a:pt x="4332" y="4400"/>
                  </a:lnTo>
                  <a:lnTo>
                    <a:pt x="4332" y="1"/>
                  </a:lnTo>
                  <a:lnTo>
                    <a:pt x="3856" y="341"/>
                  </a:lnTo>
                  <a:close/>
                  <a:moveTo>
                    <a:pt x="4332" y="14661"/>
                  </a:moveTo>
                  <a:lnTo>
                    <a:pt x="4332" y="13271"/>
                  </a:lnTo>
                  <a:lnTo>
                    <a:pt x="3850" y="1466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2"/>
            <p:cNvSpPr/>
            <p:nvPr/>
          </p:nvSpPr>
          <p:spPr>
            <a:xfrm>
              <a:off x="4672183" y="1442792"/>
              <a:ext cx="581287" cy="1729049"/>
            </a:xfrm>
            <a:custGeom>
              <a:avLst/>
              <a:gdLst/>
              <a:ahLst/>
              <a:cxnLst/>
              <a:rect l="l" t="t" r="r" b="b"/>
              <a:pathLst>
                <a:path w="7575" h="22532" extrusionOk="0">
                  <a:moveTo>
                    <a:pt x="0" y="0"/>
                  </a:moveTo>
                  <a:lnTo>
                    <a:pt x="0" y="2002"/>
                  </a:lnTo>
                  <a:lnTo>
                    <a:pt x="7575" y="2002"/>
                  </a:lnTo>
                  <a:lnTo>
                    <a:pt x="7575" y="0"/>
                  </a:lnTo>
                  <a:close/>
                  <a:moveTo>
                    <a:pt x="0" y="12264"/>
                  </a:moveTo>
                  <a:lnTo>
                    <a:pt x="7575" y="12264"/>
                  </a:lnTo>
                  <a:lnTo>
                    <a:pt x="7575" y="8829"/>
                  </a:lnTo>
                  <a:lnTo>
                    <a:pt x="0" y="8829"/>
                  </a:lnTo>
                  <a:close/>
                  <a:moveTo>
                    <a:pt x="0" y="22532"/>
                  </a:moveTo>
                  <a:lnTo>
                    <a:pt x="7575" y="22532"/>
                  </a:lnTo>
                  <a:lnTo>
                    <a:pt x="7575" y="19090"/>
                  </a:lnTo>
                  <a:lnTo>
                    <a:pt x="0" y="1909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2"/>
            <p:cNvSpPr/>
            <p:nvPr/>
          </p:nvSpPr>
          <p:spPr>
            <a:xfrm>
              <a:off x="4597288" y="1250260"/>
              <a:ext cx="713045" cy="1839551"/>
            </a:xfrm>
            <a:custGeom>
              <a:avLst/>
              <a:gdLst/>
              <a:ahLst/>
              <a:cxnLst/>
              <a:rect l="l" t="t" r="r" b="b"/>
              <a:pathLst>
                <a:path w="9292" h="23972" extrusionOk="0">
                  <a:moveTo>
                    <a:pt x="0" y="1"/>
                  </a:moveTo>
                  <a:lnTo>
                    <a:pt x="0" y="3436"/>
                  </a:lnTo>
                  <a:lnTo>
                    <a:pt x="9292" y="3436"/>
                  </a:lnTo>
                  <a:lnTo>
                    <a:pt x="9292" y="1"/>
                  </a:lnTo>
                  <a:close/>
                  <a:moveTo>
                    <a:pt x="0" y="13704"/>
                  </a:moveTo>
                  <a:lnTo>
                    <a:pt x="9292" y="13704"/>
                  </a:lnTo>
                  <a:lnTo>
                    <a:pt x="9292" y="10263"/>
                  </a:lnTo>
                  <a:lnTo>
                    <a:pt x="0" y="10263"/>
                  </a:lnTo>
                  <a:close/>
                  <a:moveTo>
                    <a:pt x="0" y="23972"/>
                  </a:moveTo>
                  <a:lnTo>
                    <a:pt x="9292" y="23972"/>
                  </a:lnTo>
                  <a:lnTo>
                    <a:pt x="9292" y="20537"/>
                  </a:lnTo>
                  <a:lnTo>
                    <a:pt x="0" y="205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2"/>
            <p:cNvSpPr/>
            <p:nvPr/>
          </p:nvSpPr>
          <p:spPr>
            <a:xfrm>
              <a:off x="4650850" y="1268293"/>
              <a:ext cx="539081" cy="1808703"/>
            </a:xfrm>
            <a:custGeom>
              <a:avLst/>
              <a:gdLst/>
              <a:ahLst/>
              <a:cxnLst/>
              <a:rect l="l" t="t" r="r" b="b"/>
              <a:pathLst>
                <a:path w="7025" h="23570" extrusionOk="0">
                  <a:moveTo>
                    <a:pt x="6203" y="10750"/>
                  </a:moveTo>
                  <a:lnTo>
                    <a:pt x="5808" y="10380"/>
                  </a:lnTo>
                  <a:lnTo>
                    <a:pt x="4461" y="10145"/>
                  </a:lnTo>
                  <a:lnTo>
                    <a:pt x="4350" y="10287"/>
                  </a:lnTo>
                  <a:lnTo>
                    <a:pt x="4164" y="10028"/>
                  </a:lnTo>
                  <a:lnTo>
                    <a:pt x="2465" y="10028"/>
                  </a:lnTo>
                  <a:lnTo>
                    <a:pt x="321" y="10287"/>
                  </a:lnTo>
                  <a:lnTo>
                    <a:pt x="4059" y="10213"/>
                  </a:lnTo>
                  <a:lnTo>
                    <a:pt x="4294" y="10750"/>
                  </a:lnTo>
                  <a:lnTo>
                    <a:pt x="4523" y="10355"/>
                  </a:lnTo>
                  <a:lnTo>
                    <a:pt x="5635" y="10540"/>
                  </a:lnTo>
                  <a:lnTo>
                    <a:pt x="6005" y="10818"/>
                  </a:lnTo>
                  <a:lnTo>
                    <a:pt x="5777" y="11560"/>
                  </a:lnTo>
                  <a:lnTo>
                    <a:pt x="5474" y="11930"/>
                  </a:lnTo>
                  <a:lnTo>
                    <a:pt x="5591" y="12233"/>
                  </a:lnTo>
                  <a:lnTo>
                    <a:pt x="5752" y="12604"/>
                  </a:lnTo>
                  <a:lnTo>
                    <a:pt x="5795" y="13203"/>
                  </a:lnTo>
                  <a:lnTo>
                    <a:pt x="5981" y="12462"/>
                  </a:lnTo>
                  <a:lnTo>
                    <a:pt x="5752" y="11974"/>
                  </a:lnTo>
                  <a:lnTo>
                    <a:pt x="6079" y="11442"/>
                  </a:lnTo>
                  <a:lnTo>
                    <a:pt x="6215" y="10979"/>
                  </a:lnTo>
                  <a:lnTo>
                    <a:pt x="7025" y="10701"/>
                  </a:lnTo>
                  <a:close/>
                  <a:moveTo>
                    <a:pt x="4801" y="760"/>
                  </a:moveTo>
                  <a:lnTo>
                    <a:pt x="4893" y="1"/>
                  </a:lnTo>
                  <a:lnTo>
                    <a:pt x="4547" y="853"/>
                  </a:lnTo>
                  <a:lnTo>
                    <a:pt x="5035" y="1854"/>
                  </a:lnTo>
                  <a:close/>
                  <a:moveTo>
                    <a:pt x="2465" y="2089"/>
                  </a:moveTo>
                  <a:lnTo>
                    <a:pt x="2811" y="2021"/>
                  </a:lnTo>
                  <a:lnTo>
                    <a:pt x="3021" y="1422"/>
                  </a:lnTo>
                  <a:lnTo>
                    <a:pt x="3485" y="933"/>
                  </a:lnTo>
                  <a:lnTo>
                    <a:pt x="2929" y="1187"/>
                  </a:lnTo>
                  <a:lnTo>
                    <a:pt x="2694" y="1768"/>
                  </a:lnTo>
                  <a:lnTo>
                    <a:pt x="2348" y="1885"/>
                  </a:lnTo>
                  <a:lnTo>
                    <a:pt x="2163" y="2459"/>
                  </a:lnTo>
                  <a:cubicBezTo>
                    <a:pt x="2163" y="2459"/>
                    <a:pt x="1718" y="2855"/>
                    <a:pt x="1650" y="2948"/>
                  </a:cubicBezTo>
                  <a:lnTo>
                    <a:pt x="2274" y="2534"/>
                  </a:lnTo>
                  <a:close/>
                  <a:moveTo>
                    <a:pt x="56" y="20740"/>
                  </a:moveTo>
                  <a:cubicBezTo>
                    <a:pt x="31" y="20722"/>
                    <a:pt x="6" y="20716"/>
                    <a:pt x="0" y="20716"/>
                  </a:cubicBezTo>
                  <a:close/>
                  <a:moveTo>
                    <a:pt x="674" y="22180"/>
                  </a:moveTo>
                  <a:lnTo>
                    <a:pt x="575" y="21717"/>
                  </a:lnTo>
                  <a:lnTo>
                    <a:pt x="902" y="21068"/>
                  </a:lnTo>
                  <a:lnTo>
                    <a:pt x="56" y="20740"/>
                  </a:lnTo>
                  <a:cubicBezTo>
                    <a:pt x="192" y="20833"/>
                    <a:pt x="507" y="21154"/>
                    <a:pt x="507" y="21154"/>
                  </a:cubicBezTo>
                  <a:lnTo>
                    <a:pt x="321" y="21667"/>
                  </a:lnTo>
                  <a:lnTo>
                    <a:pt x="414" y="22409"/>
                  </a:lnTo>
                  <a:lnTo>
                    <a:pt x="2997" y="22458"/>
                  </a:lnTo>
                  <a:lnTo>
                    <a:pt x="4177" y="23107"/>
                  </a:lnTo>
                  <a:lnTo>
                    <a:pt x="5381" y="23570"/>
                  </a:lnTo>
                  <a:lnTo>
                    <a:pt x="3058" y="2227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2"/>
            <p:cNvSpPr/>
            <p:nvPr/>
          </p:nvSpPr>
          <p:spPr>
            <a:xfrm>
              <a:off x="2555850" y="2030600"/>
              <a:ext cx="534878" cy="1533256"/>
            </a:xfrm>
            <a:custGeom>
              <a:avLst/>
              <a:gdLst/>
              <a:ahLst/>
              <a:cxnLst/>
              <a:rect l="l" t="t" r="r" b="b"/>
              <a:pathLst>
                <a:path w="6970" h="11894" extrusionOk="0">
                  <a:moveTo>
                    <a:pt x="0" y="9077"/>
                  </a:moveTo>
                  <a:lnTo>
                    <a:pt x="0" y="1"/>
                  </a:lnTo>
                  <a:lnTo>
                    <a:pt x="1112" y="1"/>
                  </a:lnTo>
                  <a:lnTo>
                    <a:pt x="1112" y="2732"/>
                  </a:lnTo>
                  <a:lnTo>
                    <a:pt x="5795" y="2732"/>
                  </a:lnTo>
                  <a:lnTo>
                    <a:pt x="6969" y="11894"/>
                  </a:lnTo>
                  <a:lnTo>
                    <a:pt x="1205" y="1102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2"/>
            <p:cNvSpPr/>
            <p:nvPr/>
          </p:nvSpPr>
          <p:spPr>
            <a:xfrm>
              <a:off x="2314060" y="1276811"/>
              <a:ext cx="1128425" cy="1739562"/>
            </a:xfrm>
            <a:custGeom>
              <a:avLst/>
              <a:gdLst/>
              <a:ahLst/>
              <a:cxnLst/>
              <a:rect l="l" t="t" r="r" b="b"/>
              <a:pathLst>
                <a:path w="14705" h="22669" extrusionOk="0">
                  <a:moveTo>
                    <a:pt x="8285" y="8434"/>
                  </a:moveTo>
                  <a:lnTo>
                    <a:pt x="7309" y="8310"/>
                  </a:lnTo>
                  <a:cubicBezTo>
                    <a:pt x="7074" y="7340"/>
                    <a:pt x="6846" y="6364"/>
                    <a:pt x="6636" y="5394"/>
                  </a:cubicBezTo>
                  <a:cubicBezTo>
                    <a:pt x="6395" y="4264"/>
                    <a:pt x="6178" y="3127"/>
                    <a:pt x="6092" y="1984"/>
                  </a:cubicBezTo>
                  <a:cubicBezTo>
                    <a:pt x="6049" y="1335"/>
                    <a:pt x="6080" y="699"/>
                    <a:pt x="6086" y="50"/>
                  </a:cubicBezTo>
                  <a:cubicBezTo>
                    <a:pt x="6086" y="7"/>
                    <a:pt x="6024" y="1"/>
                    <a:pt x="6018" y="38"/>
                  </a:cubicBezTo>
                  <a:cubicBezTo>
                    <a:pt x="5919" y="594"/>
                    <a:pt x="5931" y="1168"/>
                    <a:pt x="5962" y="1731"/>
                  </a:cubicBezTo>
                  <a:cubicBezTo>
                    <a:pt x="5993" y="2293"/>
                    <a:pt x="6061" y="2861"/>
                    <a:pt x="6148" y="3423"/>
                  </a:cubicBezTo>
                  <a:cubicBezTo>
                    <a:pt x="6327" y="4579"/>
                    <a:pt x="6580" y="5722"/>
                    <a:pt x="6852" y="6858"/>
                  </a:cubicBezTo>
                  <a:cubicBezTo>
                    <a:pt x="6963" y="7347"/>
                    <a:pt x="7087" y="7835"/>
                    <a:pt x="7229" y="8310"/>
                  </a:cubicBezTo>
                  <a:lnTo>
                    <a:pt x="6796" y="8255"/>
                  </a:lnTo>
                  <a:lnTo>
                    <a:pt x="6345" y="8557"/>
                  </a:lnTo>
                  <a:cubicBezTo>
                    <a:pt x="6246" y="7791"/>
                    <a:pt x="6135" y="7038"/>
                    <a:pt x="5907" y="6302"/>
                  </a:cubicBezTo>
                  <a:cubicBezTo>
                    <a:pt x="6086" y="6197"/>
                    <a:pt x="6283" y="6080"/>
                    <a:pt x="6407" y="5919"/>
                  </a:cubicBezTo>
                  <a:cubicBezTo>
                    <a:pt x="6426" y="5895"/>
                    <a:pt x="6395" y="5858"/>
                    <a:pt x="6370" y="5870"/>
                  </a:cubicBezTo>
                  <a:cubicBezTo>
                    <a:pt x="6191" y="5938"/>
                    <a:pt x="6030" y="6080"/>
                    <a:pt x="5870" y="6197"/>
                  </a:cubicBezTo>
                  <a:cubicBezTo>
                    <a:pt x="5808" y="5994"/>
                    <a:pt x="5740" y="5802"/>
                    <a:pt x="5653" y="5610"/>
                  </a:cubicBezTo>
                  <a:cubicBezTo>
                    <a:pt x="5449" y="5122"/>
                    <a:pt x="5190" y="4684"/>
                    <a:pt x="4881" y="4264"/>
                  </a:cubicBezTo>
                  <a:cubicBezTo>
                    <a:pt x="5005" y="4196"/>
                    <a:pt x="5128" y="4134"/>
                    <a:pt x="5258" y="4085"/>
                  </a:cubicBezTo>
                  <a:cubicBezTo>
                    <a:pt x="5344" y="4054"/>
                    <a:pt x="5418" y="4035"/>
                    <a:pt x="5505" y="4010"/>
                  </a:cubicBezTo>
                  <a:cubicBezTo>
                    <a:pt x="5591" y="3986"/>
                    <a:pt x="5678" y="3979"/>
                    <a:pt x="5746" y="3930"/>
                  </a:cubicBezTo>
                  <a:cubicBezTo>
                    <a:pt x="5771" y="3918"/>
                    <a:pt x="5764" y="3887"/>
                    <a:pt x="5740" y="3881"/>
                  </a:cubicBezTo>
                  <a:cubicBezTo>
                    <a:pt x="5573" y="3837"/>
                    <a:pt x="5369" y="3930"/>
                    <a:pt x="5215" y="3992"/>
                  </a:cubicBezTo>
                  <a:cubicBezTo>
                    <a:pt x="5073" y="4047"/>
                    <a:pt x="4943" y="4109"/>
                    <a:pt x="4813" y="4190"/>
                  </a:cubicBezTo>
                  <a:cubicBezTo>
                    <a:pt x="4782" y="4140"/>
                    <a:pt x="4745" y="4103"/>
                    <a:pt x="4714" y="4054"/>
                  </a:cubicBezTo>
                  <a:cubicBezTo>
                    <a:pt x="4306" y="3547"/>
                    <a:pt x="3880" y="3053"/>
                    <a:pt x="3509" y="2521"/>
                  </a:cubicBezTo>
                  <a:cubicBezTo>
                    <a:pt x="3096" y="1935"/>
                    <a:pt x="2774" y="1317"/>
                    <a:pt x="2552" y="637"/>
                  </a:cubicBezTo>
                  <a:cubicBezTo>
                    <a:pt x="2533" y="594"/>
                    <a:pt x="2490" y="612"/>
                    <a:pt x="2496" y="649"/>
                  </a:cubicBezTo>
                  <a:cubicBezTo>
                    <a:pt x="2737" y="1830"/>
                    <a:pt x="3559" y="2818"/>
                    <a:pt x="4300" y="3726"/>
                  </a:cubicBezTo>
                  <a:cubicBezTo>
                    <a:pt x="4442" y="3893"/>
                    <a:pt x="4578" y="4072"/>
                    <a:pt x="4708" y="4239"/>
                  </a:cubicBezTo>
                  <a:cubicBezTo>
                    <a:pt x="4566" y="4332"/>
                    <a:pt x="4418" y="4449"/>
                    <a:pt x="4288" y="4573"/>
                  </a:cubicBezTo>
                  <a:cubicBezTo>
                    <a:pt x="4171" y="4690"/>
                    <a:pt x="4041" y="4820"/>
                    <a:pt x="3960" y="4974"/>
                  </a:cubicBezTo>
                  <a:cubicBezTo>
                    <a:pt x="3163" y="4227"/>
                    <a:pt x="2206" y="3652"/>
                    <a:pt x="1415" y="2898"/>
                  </a:cubicBezTo>
                  <a:cubicBezTo>
                    <a:pt x="1112" y="2614"/>
                    <a:pt x="834" y="2311"/>
                    <a:pt x="600" y="1965"/>
                  </a:cubicBezTo>
                  <a:cubicBezTo>
                    <a:pt x="365" y="1607"/>
                    <a:pt x="192" y="1230"/>
                    <a:pt x="56" y="829"/>
                  </a:cubicBezTo>
                  <a:cubicBezTo>
                    <a:pt x="37" y="798"/>
                    <a:pt x="0" y="804"/>
                    <a:pt x="0" y="841"/>
                  </a:cubicBezTo>
                  <a:cubicBezTo>
                    <a:pt x="93" y="1533"/>
                    <a:pt x="525" y="2138"/>
                    <a:pt x="989" y="2633"/>
                  </a:cubicBezTo>
                  <a:cubicBezTo>
                    <a:pt x="1477" y="3158"/>
                    <a:pt x="2039" y="3590"/>
                    <a:pt x="2607" y="4017"/>
                  </a:cubicBezTo>
                  <a:cubicBezTo>
                    <a:pt x="3219" y="4480"/>
                    <a:pt x="3837" y="4943"/>
                    <a:pt x="4337" y="5518"/>
                  </a:cubicBezTo>
                  <a:cubicBezTo>
                    <a:pt x="4640" y="5845"/>
                    <a:pt x="4881" y="6234"/>
                    <a:pt x="5073" y="6636"/>
                  </a:cubicBezTo>
                  <a:cubicBezTo>
                    <a:pt x="4677" y="6828"/>
                    <a:pt x="4276" y="6982"/>
                    <a:pt x="3862" y="7099"/>
                  </a:cubicBezTo>
                  <a:cubicBezTo>
                    <a:pt x="3806" y="7112"/>
                    <a:pt x="3831" y="7192"/>
                    <a:pt x="3886" y="7174"/>
                  </a:cubicBezTo>
                  <a:cubicBezTo>
                    <a:pt x="4306" y="7069"/>
                    <a:pt x="4727" y="6914"/>
                    <a:pt x="5122" y="6729"/>
                  </a:cubicBezTo>
                  <a:cubicBezTo>
                    <a:pt x="5227" y="6970"/>
                    <a:pt x="5313" y="7204"/>
                    <a:pt x="5381" y="7452"/>
                  </a:cubicBezTo>
                  <a:cubicBezTo>
                    <a:pt x="5493" y="7847"/>
                    <a:pt x="5554" y="8267"/>
                    <a:pt x="5561" y="8675"/>
                  </a:cubicBezTo>
                  <a:cubicBezTo>
                    <a:pt x="5561" y="8811"/>
                    <a:pt x="5561" y="8947"/>
                    <a:pt x="5554" y="9083"/>
                  </a:cubicBezTo>
                  <a:lnTo>
                    <a:pt x="4411" y="9849"/>
                  </a:lnTo>
                  <a:lnTo>
                    <a:pt x="10590" y="22668"/>
                  </a:lnTo>
                  <a:lnTo>
                    <a:pt x="14704" y="22452"/>
                  </a:lnTo>
                  <a:close/>
                  <a:moveTo>
                    <a:pt x="4764" y="5839"/>
                  </a:moveTo>
                  <a:cubicBezTo>
                    <a:pt x="4541" y="5524"/>
                    <a:pt x="4288" y="5240"/>
                    <a:pt x="4016" y="4980"/>
                  </a:cubicBezTo>
                  <a:cubicBezTo>
                    <a:pt x="4133" y="4875"/>
                    <a:pt x="4232" y="4746"/>
                    <a:pt x="4356" y="4634"/>
                  </a:cubicBezTo>
                  <a:cubicBezTo>
                    <a:pt x="4492" y="4511"/>
                    <a:pt x="4640" y="4406"/>
                    <a:pt x="4795" y="4301"/>
                  </a:cubicBezTo>
                  <a:cubicBezTo>
                    <a:pt x="5035" y="4628"/>
                    <a:pt x="5258" y="4962"/>
                    <a:pt x="5437" y="5332"/>
                  </a:cubicBezTo>
                  <a:cubicBezTo>
                    <a:pt x="5573" y="5623"/>
                    <a:pt x="5690" y="5926"/>
                    <a:pt x="5795" y="6234"/>
                  </a:cubicBezTo>
                  <a:cubicBezTo>
                    <a:pt x="5610" y="6352"/>
                    <a:pt x="5412" y="6457"/>
                    <a:pt x="5221" y="6556"/>
                  </a:cubicBezTo>
                  <a:cubicBezTo>
                    <a:pt x="5215" y="6568"/>
                    <a:pt x="5208" y="6568"/>
                    <a:pt x="5196" y="6574"/>
                  </a:cubicBezTo>
                  <a:cubicBezTo>
                    <a:pt x="5066" y="6321"/>
                    <a:pt x="4930" y="6074"/>
                    <a:pt x="4764" y="5839"/>
                  </a:cubicBezTo>
                  <a:close/>
                  <a:moveTo>
                    <a:pt x="5585" y="7810"/>
                  </a:moveTo>
                  <a:cubicBezTo>
                    <a:pt x="5517" y="7414"/>
                    <a:pt x="5394" y="7038"/>
                    <a:pt x="5239" y="6667"/>
                  </a:cubicBezTo>
                  <a:cubicBezTo>
                    <a:pt x="5246" y="6667"/>
                    <a:pt x="5246" y="6661"/>
                    <a:pt x="5252" y="6661"/>
                  </a:cubicBezTo>
                  <a:cubicBezTo>
                    <a:pt x="5443" y="6568"/>
                    <a:pt x="5641" y="6457"/>
                    <a:pt x="5826" y="6340"/>
                  </a:cubicBezTo>
                  <a:cubicBezTo>
                    <a:pt x="5900" y="6587"/>
                    <a:pt x="5962" y="6846"/>
                    <a:pt x="6024" y="7099"/>
                  </a:cubicBezTo>
                  <a:cubicBezTo>
                    <a:pt x="6141" y="7594"/>
                    <a:pt x="6215" y="8088"/>
                    <a:pt x="6290" y="8588"/>
                  </a:cubicBezTo>
                  <a:lnTo>
                    <a:pt x="5653" y="9015"/>
                  </a:lnTo>
                  <a:cubicBezTo>
                    <a:pt x="5653" y="8959"/>
                    <a:pt x="5659" y="8910"/>
                    <a:pt x="5659" y="8854"/>
                  </a:cubicBezTo>
                  <a:cubicBezTo>
                    <a:pt x="5672" y="8496"/>
                    <a:pt x="5647" y="8150"/>
                    <a:pt x="5585" y="78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2"/>
            <p:cNvSpPr/>
            <p:nvPr/>
          </p:nvSpPr>
          <p:spPr>
            <a:xfrm>
              <a:off x="2836024" y="1909732"/>
              <a:ext cx="608298" cy="1093816"/>
            </a:xfrm>
            <a:custGeom>
              <a:avLst/>
              <a:gdLst/>
              <a:ahLst/>
              <a:cxnLst/>
              <a:rect l="l" t="t" r="r" b="b"/>
              <a:pathLst>
                <a:path w="7927" h="14254" extrusionOk="0">
                  <a:moveTo>
                    <a:pt x="7927" y="14179"/>
                  </a:moveTo>
                  <a:lnTo>
                    <a:pt x="1483" y="186"/>
                  </a:lnTo>
                  <a:lnTo>
                    <a:pt x="0" y="1"/>
                  </a:lnTo>
                  <a:lnTo>
                    <a:pt x="6642" y="1425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2"/>
            <p:cNvSpPr/>
            <p:nvPr/>
          </p:nvSpPr>
          <p:spPr>
            <a:xfrm>
              <a:off x="3374103" y="2016856"/>
              <a:ext cx="523964" cy="753409"/>
            </a:xfrm>
            <a:custGeom>
              <a:avLst/>
              <a:gdLst/>
              <a:ahLst/>
              <a:cxnLst/>
              <a:rect l="l" t="t" r="r" b="b"/>
              <a:pathLst>
                <a:path w="6828" h="9818" extrusionOk="0">
                  <a:moveTo>
                    <a:pt x="606" y="8823"/>
                  </a:moveTo>
                  <a:cubicBezTo>
                    <a:pt x="606" y="8823"/>
                    <a:pt x="1" y="7847"/>
                    <a:pt x="235" y="7007"/>
                  </a:cubicBezTo>
                  <a:cubicBezTo>
                    <a:pt x="464" y="6173"/>
                    <a:pt x="791" y="5987"/>
                    <a:pt x="1113" y="5709"/>
                  </a:cubicBezTo>
                  <a:cubicBezTo>
                    <a:pt x="1440" y="5431"/>
                    <a:pt x="1761" y="5203"/>
                    <a:pt x="1718" y="4505"/>
                  </a:cubicBezTo>
                  <a:cubicBezTo>
                    <a:pt x="1669" y="3813"/>
                    <a:pt x="1440" y="3720"/>
                    <a:pt x="1718" y="3207"/>
                  </a:cubicBezTo>
                  <a:cubicBezTo>
                    <a:pt x="1996" y="2701"/>
                    <a:pt x="2688" y="2330"/>
                    <a:pt x="2737" y="1910"/>
                  </a:cubicBezTo>
                  <a:cubicBezTo>
                    <a:pt x="2781" y="1496"/>
                    <a:pt x="2552" y="1"/>
                    <a:pt x="2552" y="1"/>
                  </a:cubicBezTo>
                  <a:cubicBezTo>
                    <a:pt x="2552" y="1"/>
                    <a:pt x="3201" y="977"/>
                    <a:pt x="3201" y="1298"/>
                  </a:cubicBezTo>
                  <a:cubicBezTo>
                    <a:pt x="3201" y="1626"/>
                    <a:pt x="2966" y="2837"/>
                    <a:pt x="2966" y="2837"/>
                  </a:cubicBezTo>
                  <a:lnTo>
                    <a:pt x="2367" y="3905"/>
                  </a:lnTo>
                  <a:lnTo>
                    <a:pt x="3201" y="4505"/>
                  </a:lnTo>
                  <a:cubicBezTo>
                    <a:pt x="3201" y="4505"/>
                    <a:pt x="3429" y="3627"/>
                    <a:pt x="3522" y="3115"/>
                  </a:cubicBezTo>
                  <a:cubicBezTo>
                    <a:pt x="3615" y="2608"/>
                    <a:pt x="4449" y="1774"/>
                    <a:pt x="4449" y="1774"/>
                  </a:cubicBezTo>
                  <a:cubicBezTo>
                    <a:pt x="4449" y="1774"/>
                    <a:pt x="4128" y="2237"/>
                    <a:pt x="4078" y="2837"/>
                  </a:cubicBezTo>
                  <a:cubicBezTo>
                    <a:pt x="4035" y="3442"/>
                    <a:pt x="4313" y="3671"/>
                    <a:pt x="4263" y="4183"/>
                  </a:cubicBezTo>
                  <a:cubicBezTo>
                    <a:pt x="4220" y="4690"/>
                    <a:pt x="3800" y="5765"/>
                    <a:pt x="3800" y="5765"/>
                  </a:cubicBezTo>
                  <a:cubicBezTo>
                    <a:pt x="3800" y="5765"/>
                    <a:pt x="4263" y="7470"/>
                    <a:pt x="4708" y="7501"/>
                  </a:cubicBezTo>
                  <a:cubicBezTo>
                    <a:pt x="5147" y="7532"/>
                    <a:pt x="5518" y="7674"/>
                    <a:pt x="5425" y="6791"/>
                  </a:cubicBezTo>
                  <a:cubicBezTo>
                    <a:pt x="5332" y="5913"/>
                    <a:pt x="5147" y="5493"/>
                    <a:pt x="5147" y="5493"/>
                  </a:cubicBezTo>
                  <a:lnTo>
                    <a:pt x="5703" y="4659"/>
                  </a:lnTo>
                  <a:cubicBezTo>
                    <a:pt x="5703" y="4659"/>
                    <a:pt x="5425" y="5635"/>
                    <a:pt x="5610" y="6148"/>
                  </a:cubicBezTo>
                  <a:cubicBezTo>
                    <a:pt x="5796" y="6661"/>
                    <a:pt x="6024" y="6896"/>
                    <a:pt x="6166" y="7538"/>
                  </a:cubicBezTo>
                  <a:cubicBezTo>
                    <a:pt x="6302" y="8187"/>
                    <a:pt x="6827" y="8730"/>
                    <a:pt x="5919" y="9280"/>
                  </a:cubicBezTo>
                  <a:cubicBezTo>
                    <a:pt x="5005" y="9818"/>
                    <a:pt x="3380" y="9818"/>
                    <a:pt x="3380" y="98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2"/>
            <p:cNvSpPr/>
            <p:nvPr/>
          </p:nvSpPr>
          <p:spPr>
            <a:xfrm>
              <a:off x="3913179" y="1904974"/>
              <a:ext cx="238040" cy="1149298"/>
            </a:xfrm>
            <a:custGeom>
              <a:avLst/>
              <a:gdLst/>
              <a:ahLst/>
              <a:cxnLst/>
              <a:rect l="l" t="t" r="r" b="b"/>
              <a:pathLst>
                <a:path w="3102" h="14977" extrusionOk="0">
                  <a:moveTo>
                    <a:pt x="834" y="13994"/>
                  </a:moveTo>
                  <a:cubicBezTo>
                    <a:pt x="439" y="13469"/>
                    <a:pt x="0" y="12561"/>
                    <a:pt x="321" y="11721"/>
                  </a:cubicBezTo>
                  <a:cubicBezTo>
                    <a:pt x="649" y="10887"/>
                    <a:pt x="1248" y="10331"/>
                    <a:pt x="1205" y="9626"/>
                  </a:cubicBezTo>
                  <a:cubicBezTo>
                    <a:pt x="1155" y="8928"/>
                    <a:pt x="1341" y="7859"/>
                    <a:pt x="1390" y="7396"/>
                  </a:cubicBezTo>
                  <a:cubicBezTo>
                    <a:pt x="1433" y="6933"/>
                    <a:pt x="927" y="5956"/>
                    <a:pt x="927" y="5956"/>
                  </a:cubicBezTo>
                  <a:cubicBezTo>
                    <a:pt x="927" y="5956"/>
                    <a:pt x="371" y="5444"/>
                    <a:pt x="834" y="4375"/>
                  </a:cubicBezTo>
                  <a:cubicBezTo>
                    <a:pt x="1297" y="3306"/>
                    <a:pt x="2132" y="1959"/>
                    <a:pt x="2132" y="1959"/>
                  </a:cubicBezTo>
                  <a:lnTo>
                    <a:pt x="2410" y="1"/>
                  </a:lnTo>
                  <a:cubicBezTo>
                    <a:pt x="2410" y="1"/>
                    <a:pt x="2731" y="1348"/>
                    <a:pt x="2638" y="1768"/>
                  </a:cubicBezTo>
                  <a:cubicBezTo>
                    <a:pt x="2545" y="2188"/>
                    <a:pt x="1853" y="3726"/>
                    <a:pt x="1853" y="3726"/>
                  </a:cubicBezTo>
                  <a:cubicBezTo>
                    <a:pt x="1853" y="3726"/>
                    <a:pt x="1248" y="4974"/>
                    <a:pt x="1575" y="5444"/>
                  </a:cubicBezTo>
                  <a:cubicBezTo>
                    <a:pt x="1897" y="5907"/>
                    <a:pt x="2132" y="6747"/>
                    <a:pt x="2132" y="6747"/>
                  </a:cubicBezTo>
                  <a:lnTo>
                    <a:pt x="1946" y="8557"/>
                  </a:lnTo>
                  <a:cubicBezTo>
                    <a:pt x="1946" y="8557"/>
                    <a:pt x="1711" y="10096"/>
                    <a:pt x="2082" y="10096"/>
                  </a:cubicBezTo>
                  <a:cubicBezTo>
                    <a:pt x="2453" y="10096"/>
                    <a:pt x="2780" y="9540"/>
                    <a:pt x="2731" y="8934"/>
                  </a:cubicBezTo>
                  <a:cubicBezTo>
                    <a:pt x="2688" y="8335"/>
                    <a:pt x="2823" y="7402"/>
                    <a:pt x="2823" y="7402"/>
                  </a:cubicBezTo>
                  <a:cubicBezTo>
                    <a:pt x="2823" y="7402"/>
                    <a:pt x="3009" y="8557"/>
                    <a:pt x="3058" y="9126"/>
                  </a:cubicBezTo>
                  <a:cubicBezTo>
                    <a:pt x="3101" y="9688"/>
                    <a:pt x="3101" y="10034"/>
                    <a:pt x="2848" y="10627"/>
                  </a:cubicBezTo>
                  <a:cubicBezTo>
                    <a:pt x="2595" y="11220"/>
                    <a:pt x="2360" y="11677"/>
                    <a:pt x="2545" y="12474"/>
                  </a:cubicBezTo>
                  <a:cubicBezTo>
                    <a:pt x="2731" y="13265"/>
                    <a:pt x="3101" y="14241"/>
                    <a:pt x="2638" y="14612"/>
                  </a:cubicBezTo>
                  <a:cubicBezTo>
                    <a:pt x="2175" y="14976"/>
                    <a:pt x="1112" y="14377"/>
                    <a:pt x="834" y="139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2"/>
            <p:cNvSpPr/>
            <p:nvPr/>
          </p:nvSpPr>
          <p:spPr>
            <a:xfrm>
              <a:off x="2993411" y="2496687"/>
              <a:ext cx="966739" cy="589804"/>
            </a:xfrm>
            <a:custGeom>
              <a:avLst/>
              <a:gdLst/>
              <a:ahLst/>
              <a:cxnLst/>
              <a:rect l="l" t="t" r="r" b="b"/>
              <a:pathLst>
                <a:path w="12598" h="7686" extrusionOk="0">
                  <a:moveTo>
                    <a:pt x="464" y="5078"/>
                  </a:moveTo>
                  <a:lnTo>
                    <a:pt x="2348" y="4831"/>
                  </a:lnTo>
                  <a:lnTo>
                    <a:pt x="2256" y="3781"/>
                  </a:lnTo>
                  <a:lnTo>
                    <a:pt x="3250" y="1365"/>
                  </a:lnTo>
                  <a:lnTo>
                    <a:pt x="5845" y="93"/>
                  </a:lnTo>
                  <a:lnTo>
                    <a:pt x="7643" y="0"/>
                  </a:lnTo>
                  <a:lnTo>
                    <a:pt x="8631" y="2354"/>
                  </a:lnTo>
                  <a:lnTo>
                    <a:pt x="10893" y="3003"/>
                  </a:lnTo>
                  <a:lnTo>
                    <a:pt x="12264" y="3281"/>
                  </a:lnTo>
                  <a:lnTo>
                    <a:pt x="12598" y="5696"/>
                  </a:lnTo>
                  <a:lnTo>
                    <a:pt x="10738" y="7686"/>
                  </a:lnTo>
                  <a:lnTo>
                    <a:pt x="4022" y="7463"/>
                  </a:lnTo>
                  <a:lnTo>
                    <a:pt x="1" y="753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2"/>
            <p:cNvSpPr/>
            <p:nvPr/>
          </p:nvSpPr>
          <p:spPr>
            <a:xfrm>
              <a:off x="3335197" y="2371991"/>
              <a:ext cx="490813" cy="773744"/>
            </a:xfrm>
            <a:custGeom>
              <a:avLst/>
              <a:gdLst/>
              <a:ahLst/>
              <a:cxnLst/>
              <a:rect l="l" t="t" r="r" b="b"/>
              <a:pathLst>
                <a:path w="6396" h="10083" extrusionOk="0">
                  <a:moveTo>
                    <a:pt x="711" y="8662"/>
                  </a:moveTo>
                  <a:cubicBezTo>
                    <a:pt x="464" y="8297"/>
                    <a:pt x="1" y="7334"/>
                    <a:pt x="217" y="6858"/>
                  </a:cubicBezTo>
                  <a:cubicBezTo>
                    <a:pt x="433" y="6394"/>
                    <a:pt x="928" y="6086"/>
                    <a:pt x="897" y="5746"/>
                  </a:cubicBezTo>
                  <a:cubicBezTo>
                    <a:pt x="866" y="5406"/>
                    <a:pt x="711" y="5437"/>
                    <a:pt x="742" y="4881"/>
                  </a:cubicBezTo>
                  <a:cubicBezTo>
                    <a:pt x="773" y="4325"/>
                    <a:pt x="1267" y="3645"/>
                    <a:pt x="1267" y="3645"/>
                  </a:cubicBezTo>
                  <a:cubicBezTo>
                    <a:pt x="1267" y="3645"/>
                    <a:pt x="1175" y="4139"/>
                    <a:pt x="1175" y="4510"/>
                  </a:cubicBezTo>
                  <a:cubicBezTo>
                    <a:pt x="1175" y="4881"/>
                    <a:pt x="1638" y="5313"/>
                    <a:pt x="1638" y="5313"/>
                  </a:cubicBezTo>
                  <a:cubicBezTo>
                    <a:pt x="1638" y="5313"/>
                    <a:pt x="2225" y="4448"/>
                    <a:pt x="2071" y="4109"/>
                  </a:cubicBezTo>
                  <a:cubicBezTo>
                    <a:pt x="1916" y="3769"/>
                    <a:pt x="1669" y="3305"/>
                    <a:pt x="1793" y="2749"/>
                  </a:cubicBezTo>
                  <a:cubicBezTo>
                    <a:pt x="1916" y="2193"/>
                    <a:pt x="2534" y="1328"/>
                    <a:pt x="2534" y="1328"/>
                  </a:cubicBezTo>
                  <a:lnTo>
                    <a:pt x="2565" y="0"/>
                  </a:lnTo>
                  <a:cubicBezTo>
                    <a:pt x="2565" y="0"/>
                    <a:pt x="2874" y="618"/>
                    <a:pt x="2936" y="989"/>
                  </a:cubicBezTo>
                  <a:cubicBezTo>
                    <a:pt x="2997" y="1359"/>
                    <a:pt x="2688" y="2515"/>
                    <a:pt x="2688" y="2515"/>
                  </a:cubicBezTo>
                  <a:cubicBezTo>
                    <a:pt x="2688" y="2515"/>
                    <a:pt x="2287" y="3380"/>
                    <a:pt x="2627" y="3688"/>
                  </a:cubicBezTo>
                  <a:cubicBezTo>
                    <a:pt x="2966" y="3997"/>
                    <a:pt x="3430" y="4183"/>
                    <a:pt x="3244" y="4801"/>
                  </a:cubicBezTo>
                  <a:cubicBezTo>
                    <a:pt x="3059" y="5418"/>
                    <a:pt x="2966" y="6067"/>
                    <a:pt x="2966" y="6067"/>
                  </a:cubicBezTo>
                  <a:lnTo>
                    <a:pt x="3677" y="6438"/>
                  </a:lnTo>
                  <a:cubicBezTo>
                    <a:pt x="3677" y="6438"/>
                    <a:pt x="3955" y="5721"/>
                    <a:pt x="3893" y="5184"/>
                  </a:cubicBezTo>
                  <a:cubicBezTo>
                    <a:pt x="3831" y="4640"/>
                    <a:pt x="4326" y="3775"/>
                    <a:pt x="4326" y="3775"/>
                  </a:cubicBezTo>
                  <a:lnTo>
                    <a:pt x="4078" y="2725"/>
                  </a:lnTo>
                  <a:lnTo>
                    <a:pt x="4048" y="1273"/>
                  </a:lnTo>
                  <a:cubicBezTo>
                    <a:pt x="4048" y="1273"/>
                    <a:pt x="4048" y="2539"/>
                    <a:pt x="4295" y="2892"/>
                  </a:cubicBezTo>
                  <a:cubicBezTo>
                    <a:pt x="4542" y="3231"/>
                    <a:pt x="5067" y="3818"/>
                    <a:pt x="5005" y="4158"/>
                  </a:cubicBezTo>
                  <a:cubicBezTo>
                    <a:pt x="4943" y="4498"/>
                    <a:pt x="4449" y="4992"/>
                    <a:pt x="4758" y="5239"/>
                  </a:cubicBezTo>
                  <a:cubicBezTo>
                    <a:pt x="5067" y="5486"/>
                    <a:pt x="5654" y="5116"/>
                    <a:pt x="5747" y="4930"/>
                  </a:cubicBezTo>
                  <a:cubicBezTo>
                    <a:pt x="5839" y="4745"/>
                    <a:pt x="5530" y="3602"/>
                    <a:pt x="5530" y="3602"/>
                  </a:cubicBezTo>
                  <a:cubicBezTo>
                    <a:pt x="5530" y="3602"/>
                    <a:pt x="5932" y="4189"/>
                    <a:pt x="6025" y="4683"/>
                  </a:cubicBezTo>
                  <a:cubicBezTo>
                    <a:pt x="6117" y="5177"/>
                    <a:pt x="5777" y="5641"/>
                    <a:pt x="5839" y="6135"/>
                  </a:cubicBezTo>
                  <a:cubicBezTo>
                    <a:pt x="5901" y="6629"/>
                    <a:pt x="6210" y="6691"/>
                    <a:pt x="6303" y="7216"/>
                  </a:cubicBezTo>
                  <a:cubicBezTo>
                    <a:pt x="6395" y="7741"/>
                    <a:pt x="5592" y="8890"/>
                    <a:pt x="5592" y="8890"/>
                  </a:cubicBezTo>
                  <a:cubicBezTo>
                    <a:pt x="5592" y="8890"/>
                    <a:pt x="1675" y="10083"/>
                    <a:pt x="711" y="866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2"/>
            <p:cNvSpPr/>
            <p:nvPr/>
          </p:nvSpPr>
          <p:spPr>
            <a:xfrm>
              <a:off x="3335397" y="2371991"/>
              <a:ext cx="490813" cy="773744"/>
            </a:xfrm>
            <a:custGeom>
              <a:avLst/>
              <a:gdLst/>
              <a:ahLst/>
              <a:cxnLst/>
              <a:rect l="l" t="t" r="r" b="b"/>
              <a:pathLst>
                <a:path w="6396" h="10083" extrusionOk="0">
                  <a:moveTo>
                    <a:pt x="711" y="8662"/>
                  </a:moveTo>
                  <a:cubicBezTo>
                    <a:pt x="464" y="8297"/>
                    <a:pt x="1" y="7334"/>
                    <a:pt x="217" y="6858"/>
                  </a:cubicBezTo>
                  <a:cubicBezTo>
                    <a:pt x="433" y="6394"/>
                    <a:pt x="928" y="6086"/>
                    <a:pt x="897" y="5746"/>
                  </a:cubicBezTo>
                  <a:cubicBezTo>
                    <a:pt x="866" y="5406"/>
                    <a:pt x="711" y="5437"/>
                    <a:pt x="742" y="4881"/>
                  </a:cubicBezTo>
                  <a:cubicBezTo>
                    <a:pt x="773" y="4325"/>
                    <a:pt x="1267" y="3645"/>
                    <a:pt x="1267" y="3645"/>
                  </a:cubicBezTo>
                  <a:cubicBezTo>
                    <a:pt x="1267" y="3645"/>
                    <a:pt x="1175" y="4139"/>
                    <a:pt x="1175" y="4510"/>
                  </a:cubicBezTo>
                  <a:cubicBezTo>
                    <a:pt x="1175" y="4881"/>
                    <a:pt x="1638" y="5313"/>
                    <a:pt x="1638" y="5313"/>
                  </a:cubicBezTo>
                  <a:cubicBezTo>
                    <a:pt x="1638" y="5313"/>
                    <a:pt x="2225" y="4448"/>
                    <a:pt x="2071" y="4109"/>
                  </a:cubicBezTo>
                  <a:cubicBezTo>
                    <a:pt x="1916" y="3769"/>
                    <a:pt x="1669" y="3305"/>
                    <a:pt x="1793" y="2749"/>
                  </a:cubicBezTo>
                  <a:cubicBezTo>
                    <a:pt x="1916" y="2193"/>
                    <a:pt x="2534" y="1328"/>
                    <a:pt x="2534" y="1328"/>
                  </a:cubicBezTo>
                  <a:lnTo>
                    <a:pt x="2565" y="0"/>
                  </a:lnTo>
                  <a:cubicBezTo>
                    <a:pt x="2565" y="0"/>
                    <a:pt x="2874" y="618"/>
                    <a:pt x="2936" y="989"/>
                  </a:cubicBezTo>
                  <a:cubicBezTo>
                    <a:pt x="2997" y="1359"/>
                    <a:pt x="2688" y="2515"/>
                    <a:pt x="2688" y="2515"/>
                  </a:cubicBezTo>
                  <a:cubicBezTo>
                    <a:pt x="2688" y="2515"/>
                    <a:pt x="2287" y="3380"/>
                    <a:pt x="2627" y="3688"/>
                  </a:cubicBezTo>
                  <a:cubicBezTo>
                    <a:pt x="2966" y="3997"/>
                    <a:pt x="3430" y="4183"/>
                    <a:pt x="3244" y="4801"/>
                  </a:cubicBezTo>
                  <a:cubicBezTo>
                    <a:pt x="3059" y="5418"/>
                    <a:pt x="2966" y="6067"/>
                    <a:pt x="2966" y="6067"/>
                  </a:cubicBezTo>
                  <a:lnTo>
                    <a:pt x="3677" y="6438"/>
                  </a:lnTo>
                  <a:cubicBezTo>
                    <a:pt x="3677" y="6438"/>
                    <a:pt x="3955" y="5721"/>
                    <a:pt x="3893" y="5184"/>
                  </a:cubicBezTo>
                  <a:cubicBezTo>
                    <a:pt x="3831" y="4640"/>
                    <a:pt x="4326" y="3775"/>
                    <a:pt x="4326" y="3775"/>
                  </a:cubicBezTo>
                  <a:lnTo>
                    <a:pt x="4078" y="2725"/>
                  </a:lnTo>
                  <a:lnTo>
                    <a:pt x="4048" y="1273"/>
                  </a:lnTo>
                  <a:cubicBezTo>
                    <a:pt x="4048" y="1273"/>
                    <a:pt x="4048" y="2539"/>
                    <a:pt x="4295" y="2892"/>
                  </a:cubicBezTo>
                  <a:cubicBezTo>
                    <a:pt x="4542" y="3231"/>
                    <a:pt x="5067" y="3818"/>
                    <a:pt x="5005" y="4158"/>
                  </a:cubicBezTo>
                  <a:cubicBezTo>
                    <a:pt x="4943" y="4498"/>
                    <a:pt x="4449" y="4992"/>
                    <a:pt x="4758" y="5239"/>
                  </a:cubicBezTo>
                  <a:cubicBezTo>
                    <a:pt x="5067" y="5486"/>
                    <a:pt x="5654" y="5116"/>
                    <a:pt x="5747" y="4930"/>
                  </a:cubicBezTo>
                  <a:cubicBezTo>
                    <a:pt x="5839" y="4745"/>
                    <a:pt x="5530" y="3602"/>
                    <a:pt x="5530" y="3602"/>
                  </a:cubicBezTo>
                  <a:cubicBezTo>
                    <a:pt x="5530" y="3602"/>
                    <a:pt x="5932" y="4189"/>
                    <a:pt x="6025" y="4683"/>
                  </a:cubicBezTo>
                  <a:cubicBezTo>
                    <a:pt x="6117" y="5177"/>
                    <a:pt x="5777" y="5641"/>
                    <a:pt x="5839" y="6135"/>
                  </a:cubicBezTo>
                  <a:cubicBezTo>
                    <a:pt x="5901" y="6629"/>
                    <a:pt x="6210" y="6691"/>
                    <a:pt x="6303" y="7216"/>
                  </a:cubicBezTo>
                  <a:cubicBezTo>
                    <a:pt x="6395" y="7741"/>
                    <a:pt x="5592" y="8890"/>
                    <a:pt x="5592" y="8890"/>
                  </a:cubicBezTo>
                  <a:cubicBezTo>
                    <a:pt x="5592" y="8890"/>
                    <a:pt x="1675" y="10083"/>
                    <a:pt x="711" y="8662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2"/>
            <p:cNvSpPr/>
            <p:nvPr/>
          </p:nvSpPr>
          <p:spPr>
            <a:xfrm>
              <a:off x="2836024" y="2786750"/>
              <a:ext cx="1821978" cy="673832"/>
            </a:xfrm>
            <a:custGeom>
              <a:avLst/>
              <a:gdLst/>
              <a:ahLst/>
              <a:cxnLst/>
              <a:rect l="l" t="t" r="r" b="b"/>
              <a:pathLst>
                <a:path w="23743" h="8781" extrusionOk="0">
                  <a:moveTo>
                    <a:pt x="2095" y="3856"/>
                  </a:moveTo>
                  <a:lnTo>
                    <a:pt x="4276" y="2367"/>
                  </a:lnTo>
                  <a:lnTo>
                    <a:pt x="5530" y="2182"/>
                  </a:lnTo>
                  <a:lnTo>
                    <a:pt x="8458" y="1904"/>
                  </a:lnTo>
                  <a:lnTo>
                    <a:pt x="10219" y="2596"/>
                  </a:lnTo>
                  <a:lnTo>
                    <a:pt x="12406" y="2460"/>
                  </a:lnTo>
                  <a:lnTo>
                    <a:pt x="14593" y="1"/>
                  </a:lnTo>
                  <a:lnTo>
                    <a:pt x="15884" y="2781"/>
                  </a:lnTo>
                  <a:lnTo>
                    <a:pt x="17657" y="3628"/>
                  </a:lnTo>
                  <a:lnTo>
                    <a:pt x="18399" y="4041"/>
                  </a:lnTo>
                  <a:lnTo>
                    <a:pt x="18720" y="5432"/>
                  </a:lnTo>
                  <a:lnTo>
                    <a:pt x="18627" y="6550"/>
                  </a:lnTo>
                  <a:lnTo>
                    <a:pt x="19048" y="5481"/>
                  </a:lnTo>
                  <a:lnTo>
                    <a:pt x="20771" y="5432"/>
                  </a:lnTo>
                  <a:lnTo>
                    <a:pt x="21513" y="6457"/>
                  </a:lnTo>
                  <a:lnTo>
                    <a:pt x="23280" y="6642"/>
                  </a:lnTo>
                  <a:lnTo>
                    <a:pt x="23743" y="8780"/>
                  </a:lnTo>
                  <a:lnTo>
                    <a:pt x="0" y="8780"/>
                  </a:lnTo>
                  <a:lnTo>
                    <a:pt x="1298" y="58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2"/>
            <p:cNvSpPr/>
            <p:nvPr/>
          </p:nvSpPr>
          <p:spPr>
            <a:xfrm>
              <a:off x="3041756" y="2786750"/>
              <a:ext cx="962518" cy="465643"/>
            </a:xfrm>
            <a:custGeom>
              <a:avLst/>
              <a:gdLst/>
              <a:ahLst/>
              <a:cxnLst/>
              <a:rect l="l" t="t" r="r" b="b"/>
              <a:pathLst>
                <a:path w="12543" h="6068" extrusionOk="0">
                  <a:moveTo>
                    <a:pt x="11912" y="1"/>
                  </a:moveTo>
                  <a:lnTo>
                    <a:pt x="9725" y="2466"/>
                  </a:lnTo>
                  <a:lnTo>
                    <a:pt x="7538" y="2602"/>
                  </a:lnTo>
                  <a:lnTo>
                    <a:pt x="8001" y="3319"/>
                  </a:lnTo>
                  <a:lnTo>
                    <a:pt x="8588" y="3658"/>
                  </a:lnTo>
                  <a:lnTo>
                    <a:pt x="8557" y="4950"/>
                  </a:lnTo>
                  <a:lnTo>
                    <a:pt x="9947" y="3121"/>
                  </a:lnTo>
                  <a:lnTo>
                    <a:pt x="10967" y="3059"/>
                  </a:lnTo>
                  <a:lnTo>
                    <a:pt x="11646" y="1539"/>
                  </a:lnTo>
                  <a:lnTo>
                    <a:pt x="12542" y="1379"/>
                  </a:lnTo>
                  <a:close/>
                  <a:moveTo>
                    <a:pt x="2849" y="2182"/>
                  </a:moveTo>
                  <a:lnTo>
                    <a:pt x="1601" y="2367"/>
                  </a:lnTo>
                  <a:lnTo>
                    <a:pt x="1" y="3455"/>
                  </a:lnTo>
                  <a:lnTo>
                    <a:pt x="273" y="4079"/>
                  </a:lnTo>
                  <a:lnTo>
                    <a:pt x="1261" y="3399"/>
                  </a:lnTo>
                  <a:lnTo>
                    <a:pt x="2404" y="3059"/>
                  </a:lnTo>
                  <a:lnTo>
                    <a:pt x="3454" y="6068"/>
                  </a:lnTo>
                  <a:lnTo>
                    <a:pt x="2991" y="2905"/>
                  </a:lnTo>
                  <a:lnTo>
                    <a:pt x="4350" y="2905"/>
                  </a:lnTo>
                  <a:lnTo>
                    <a:pt x="5246" y="2750"/>
                  </a:lnTo>
                  <a:lnTo>
                    <a:pt x="6296" y="2688"/>
                  </a:lnTo>
                  <a:lnTo>
                    <a:pt x="7532" y="2596"/>
                  </a:lnTo>
                  <a:lnTo>
                    <a:pt x="5765" y="190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2"/>
            <p:cNvSpPr/>
            <p:nvPr/>
          </p:nvSpPr>
          <p:spPr>
            <a:xfrm>
              <a:off x="3079664" y="2878757"/>
              <a:ext cx="1467451" cy="516367"/>
            </a:xfrm>
            <a:custGeom>
              <a:avLst/>
              <a:gdLst/>
              <a:ahLst/>
              <a:cxnLst/>
              <a:rect l="l" t="t" r="r" b="b"/>
              <a:pathLst>
                <a:path w="19123" h="6729" extrusionOk="0">
                  <a:moveTo>
                    <a:pt x="10170" y="3602"/>
                  </a:moveTo>
                  <a:lnTo>
                    <a:pt x="10201" y="3077"/>
                  </a:lnTo>
                  <a:lnTo>
                    <a:pt x="9491" y="2676"/>
                  </a:lnTo>
                  <a:lnTo>
                    <a:pt x="10479" y="1378"/>
                  </a:lnTo>
                  <a:lnTo>
                    <a:pt x="10349" y="1"/>
                  </a:lnTo>
                  <a:lnTo>
                    <a:pt x="10152" y="223"/>
                  </a:lnTo>
                  <a:lnTo>
                    <a:pt x="10287" y="1224"/>
                  </a:lnTo>
                  <a:lnTo>
                    <a:pt x="9855" y="1903"/>
                  </a:lnTo>
                  <a:lnTo>
                    <a:pt x="9206" y="2645"/>
                  </a:lnTo>
                  <a:lnTo>
                    <a:pt x="9948" y="3170"/>
                  </a:lnTo>
                  <a:lnTo>
                    <a:pt x="10009" y="3880"/>
                  </a:lnTo>
                  <a:cubicBezTo>
                    <a:pt x="10009" y="3880"/>
                    <a:pt x="11091" y="5023"/>
                    <a:pt x="11122" y="5116"/>
                  </a:cubicBezTo>
                  <a:lnTo>
                    <a:pt x="11616" y="5641"/>
                  </a:lnTo>
                  <a:lnTo>
                    <a:pt x="10658" y="4053"/>
                  </a:lnTo>
                  <a:close/>
                  <a:moveTo>
                    <a:pt x="4474" y="1811"/>
                  </a:moveTo>
                  <a:cubicBezTo>
                    <a:pt x="4474" y="1811"/>
                    <a:pt x="3516" y="1594"/>
                    <a:pt x="3393" y="1471"/>
                  </a:cubicBezTo>
                  <a:cubicBezTo>
                    <a:pt x="3331" y="1409"/>
                    <a:pt x="3096" y="1150"/>
                    <a:pt x="2898" y="933"/>
                  </a:cubicBezTo>
                  <a:lnTo>
                    <a:pt x="2620" y="958"/>
                  </a:lnTo>
                  <a:cubicBezTo>
                    <a:pt x="2874" y="1261"/>
                    <a:pt x="3183" y="1644"/>
                    <a:pt x="3183" y="1644"/>
                  </a:cubicBezTo>
                  <a:lnTo>
                    <a:pt x="4048" y="2045"/>
                  </a:lnTo>
                  <a:lnTo>
                    <a:pt x="4140" y="2509"/>
                  </a:lnTo>
                  <a:lnTo>
                    <a:pt x="3702" y="3584"/>
                  </a:lnTo>
                  <a:lnTo>
                    <a:pt x="3640" y="3528"/>
                  </a:lnTo>
                  <a:cubicBezTo>
                    <a:pt x="3640" y="3528"/>
                    <a:pt x="2120" y="3343"/>
                    <a:pt x="2058" y="3250"/>
                  </a:cubicBezTo>
                  <a:cubicBezTo>
                    <a:pt x="1996" y="3158"/>
                    <a:pt x="1440" y="2200"/>
                    <a:pt x="1440" y="2200"/>
                  </a:cubicBezTo>
                  <a:lnTo>
                    <a:pt x="118" y="1829"/>
                  </a:lnTo>
                  <a:lnTo>
                    <a:pt x="1" y="1910"/>
                  </a:lnTo>
                  <a:lnTo>
                    <a:pt x="297" y="2132"/>
                  </a:lnTo>
                  <a:lnTo>
                    <a:pt x="1410" y="2472"/>
                  </a:lnTo>
                  <a:lnTo>
                    <a:pt x="1842" y="3553"/>
                  </a:lnTo>
                  <a:lnTo>
                    <a:pt x="3485" y="3831"/>
                  </a:lnTo>
                  <a:lnTo>
                    <a:pt x="4752" y="4541"/>
                  </a:lnTo>
                  <a:lnTo>
                    <a:pt x="3930" y="3788"/>
                  </a:lnTo>
                  <a:lnTo>
                    <a:pt x="4350" y="2527"/>
                  </a:lnTo>
                  <a:lnTo>
                    <a:pt x="4474" y="2064"/>
                  </a:lnTo>
                  <a:lnTo>
                    <a:pt x="5586" y="1940"/>
                  </a:lnTo>
                  <a:lnTo>
                    <a:pt x="8805" y="1817"/>
                  </a:lnTo>
                  <a:lnTo>
                    <a:pt x="5617" y="1662"/>
                  </a:lnTo>
                  <a:close/>
                  <a:moveTo>
                    <a:pt x="792" y="3324"/>
                  </a:moveTo>
                  <a:lnTo>
                    <a:pt x="421" y="3386"/>
                  </a:lnTo>
                  <a:lnTo>
                    <a:pt x="884" y="4282"/>
                  </a:lnTo>
                  <a:lnTo>
                    <a:pt x="2868" y="5054"/>
                  </a:lnTo>
                  <a:lnTo>
                    <a:pt x="3176" y="4801"/>
                  </a:lnTo>
                  <a:lnTo>
                    <a:pt x="1101" y="4158"/>
                  </a:lnTo>
                  <a:close/>
                  <a:moveTo>
                    <a:pt x="19110" y="5338"/>
                  </a:moveTo>
                  <a:lnTo>
                    <a:pt x="18869" y="5314"/>
                  </a:lnTo>
                  <a:cubicBezTo>
                    <a:pt x="18962" y="5870"/>
                    <a:pt x="19085" y="6580"/>
                    <a:pt x="19122" y="6728"/>
                  </a:cubicBezTo>
                  <a:close/>
                  <a:moveTo>
                    <a:pt x="14544" y="4313"/>
                  </a:moveTo>
                  <a:lnTo>
                    <a:pt x="13123" y="4467"/>
                  </a:lnTo>
                  <a:lnTo>
                    <a:pt x="14050" y="4591"/>
                  </a:lnTo>
                  <a:lnTo>
                    <a:pt x="15193" y="4251"/>
                  </a:lnTo>
                  <a:lnTo>
                    <a:pt x="15520" y="4128"/>
                  </a:lnTo>
                  <a:lnTo>
                    <a:pt x="15483" y="396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2"/>
            <p:cNvSpPr/>
            <p:nvPr/>
          </p:nvSpPr>
          <p:spPr>
            <a:xfrm>
              <a:off x="2937737" y="3444342"/>
              <a:ext cx="2205973" cy="324830"/>
            </a:xfrm>
            <a:custGeom>
              <a:avLst/>
              <a:gdLst/>
              <a:ahLst/>
              <a:cxnLst/>
              <a:rect l="l" t="t" r="r" b="b"/>
              <a:pathLst>
                <a:path w="28747" h="4233" extrusionOk="0">
                  <a:moveTo>
                    <a:pt x="22322" y="1489"/>
                  </a:moveTo>
                  <a:lnTo>
                    <a:pt x="18238" y="1366"/>
                  </a:lnTo>
                  <a:lnTo>
                    <a:pt x="402" y="1922"/>
                  </a:lnTo>
                  <a:lnTo>
                    <a:pt x="0" y="2484"/>
                  </a:lnTo>
                  <a:lnTo>
                    <a:pt x="15909" y="4232"/>
                  </a:lnTo>
                  <a:lnTo>
                    <a:pt x="17676" y="3343"/>
                  </a:lnTo>
                  <a:lnTo>
                    <a:pt x="23248" y="3961"/>
                  </a:lnTo>
                  <a:lnTo>
                    <a:pt x="20338" y="2787"/>
                  </a:lnTo>
                  <a:lnTo>
                    <a:pt x="24991" y="2725"/>
                  </a:lnTo>
                  <a:lnTo>
                    <a:pt x="28741" y="2639"/>
                  </a:lnTo>
                  <a:lnTo>
                    <a:pt x="28741" y="1848"/>
                  </a:lnTo>
                  <a:lnTo>
                    <a:pt x="25794" y="1737"/>
                  </a:lnTo>
                  <a:close/>
                  <a:moveTo>
                    <a:pt x="22631" y="1"/>
                  </a:moveTo>
                  <a:lnTo>
                    <a:pt x="24126" y="557"/>
                  </a:lnTo>
                  <a:lnTo>
                    <a:pt x="28747" y="649"/>
                  </a:lnTo>
                  <a:lnTo>
                    <a:pt x="28747" y="1"/>
                  </a:lnTo>
                  <a:lnTo>
                    <a:pt x="22631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2"/>
            <p:cNvSpPr/>
            <p:nvPr/>
          </p:nvSpPr>
          <p:spPr>
            <a:xfrm>
              <a:off x="2306003" y="3186930"/>
              <a:ext cx="2171441" cy="405404"/>
            </a:xfrm>
            <a:custGeom>
              <a:avLst/>
              <a:gdLst/>
              <a:ahLst/>
              <a:cxnLst/>
              <a:rect l="l" t="t" r="r" b="b"/>
              <a:pathLst>
                <a:path w="28297" h="5283" extrusionOk="0">
                  <a:moveTo>
                    <a:pt x="0" y="4869"/>
                  </a:moveTo>
                  <a:lnTo>
                    <a:pt x="2972" y="4727"/>
                  </a:lnTo>
                  <a:lnTo>
                    <a:pt x="3621" y="5097"/>
                  </a:lnTo>
                  <a:lnTo>
                    <a:pt x="4869" y="5283"/>
                  </a:lnTo>
                  <a:lnTo>
                    <a:pt x="6963" y="5239"/>
                  </a:lnTo>
                  <a:lnTo>
                    <a:pt x="11658" y="5239"/>
                  </a:lnTo>
                  <a:cubicBezTo>
                    <a:pt x="11936" y="5239"/>
                    <a:pt x="28296" y="4591"/>
                    <a:pt x="28296" y="4591"/>
                  </a:cubicBezTo>
                  <a:lnTo>
                    <a:pt x="27925" y="3849"/>
                  </a:lnTo>
                  <a:lnTo>
                    <a:pt x="26245" y="3565"/>
                  </a:lnTo>
                  <a:lnTo>
                    <a:pt x="24435" y="2502"/>
                  </a:lnTo>
                  <a:lnTo>
                    <a:pt x="23366" y="2132"/>
                  </a:lnTo>
                  <a:lnTo>
                    <a:pt x="21599" y="1390"/>
                  </a:lnTo>
                  <a:lnTo>
                    <a:pt x="20240" y="0"/>
                  </a:lnTo>
                  <a:lnTo>
                    <a:pt x="19838" y="0"/>
                  </a:lnTo>
                  <a:lnTo>
                    <a:pt x="18448" y="328"/>
                  </a:lnTo>
                  <a:lnTo>
                    <a:pt x="16768" y="1483"/>
                  </a:lnTo>
                  <a:lnTo>
                    <a:pt x="15378" y="2317"/>
                  </a:lnTo>
                  <a:lnTo>
                    <a:pt x="13691" y="223"/>
                  </a:lnTo>
                  <a:lnTo>
                    <a:pt x="13289" y="223"/>
                  </a:lnTo>
                  <a:lnTo>
                    <a:pt x="12406" y="828"/>
                  </a:lnTo>
                  <a:lnTo>
                    <a:pt x="11479" y="1848"/>
                  </a:lnTo>
                  <a:lnTo>
                    <a:pt x="9107" y="2447"/>
                  </a:lnTo>
                  <a:cubicBezTo>
                    <a:pt x="9107" y="2447"/>
                    <a:pt x="8489" y="1502"/>
                    <a:pt x="7853" y="1390"/>
                  </a:cubicBezTo>
                  <a:cubicBezTo>
                    <a:pt x="7741" y="1372"/>
                    <a:pt x="7340" y="1397"/>
                    <a:pt x="7253" y="1427"/>
                  </a:cubicBezTo>
                  <a:cubicBezTo>
                    <a:pt x="6654" y="1662"/>
                    <a:pt x="5672" y="2311"/>
                    <a:pt x="5672" y="2311"/>
                  </a:cubicBezTo>
                  <a:lnTo>
                    <a:pt x="4652" y="3188"/>
                  </a:lnTo>
                  <a:cubicBezTo>
                    <a:pt x="4652" y="3188"/>
                    <a:pt x="3114" y="3281"/>
                    <a:pt x="2651" y="3559"/>
                  </a:cubicBezTo>
                  <a:cubicBezTo>
                    <a:pt x="2187" y="3837"/>
                    <a:pt x="884" y="4442"/>
                    <a:pt x="884" y="44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2"/>
            <p:cNvSpPr/>
            <p:nvPr/>
          </p:nvSpPr>
          <p:spPr>
            <a:xfrm>
              <a:off x="2337311" y="3186930"/>
              <a:ext cx="2171364" cy="405404"/>
            </a:xfrm>
            <a:custGeom>
              <a:avLst/>
              <a:gdLst/>
              <a:ahLst/>
              <a:cxnLst/>
              <a:rect l="l" t="t" r="r" b="b"/>
              <a:pathLst>
                <a:path w="28296" h="5283" extrusionOk="0">
                  <a:moveTo>
                    <a:pt x="0" y="4869"/>
                  </a:moveTo>
                  <a:lnTo>
                    <a:pt x="2972" y="4727"/>
                  </a:lnTo>
                  <a:lnTo>
                    <a:pt x="3620" y="5097"/>
                  </a:lnTo>
                  <a:lnTo>
                    <a:pt x="4875" y="5283"/>
                  </a:lnTo>
                  <a:lnTo>
                    <a:pt x="6963" y="5239"/>
                  </a:lnTo>
                  <a:lnTo>
                    <a:pt x="11658" y="5239"/>
                  </a:lnTo>
                  <a:cubicBezTo>
                    <a:pt x="11936" y="5239"/>
                    <a:pt x="28296" y="4591"/>
                    <a:pt x="28296" y="4591"/>
                  </a:cubicBezTo>
                  <a:lnTo>
                    <a:pt x="27925" y="3849"/>
                  </a:lnTo>
                  <a:lnTo>
                    <a:pt x="26251" y="3565"/>
                  </a:lnTo>
                  <a:lnTo>
                    <a:pt x="24434" y="2502"/>
                  </a:lnTo>
                  <a:lnTo>
                    <a:pt x="23366" y="2132"/>
                  </a:lnTo>
                  <a:lnTo>
                    <a:pt x="21599" y="1390"/>
                  </a:lnTo>
                  <a:lnTo>
                    <a:pt x="19832" y="0"/>
                  </a:lnTo>
                  <a:lnTo>
                    <a:pt x="18442" y="328"/>
                  </a:lnTo>
                  <a:lnTo>
                    <a:pt x="16767" y="1483"/>
                  </a:lnTo>
                  <a:lnTo>
                    <a:pt x="15377" y="2317"/>
                  </a:lnTo>
                  <a:lnTo>
                    <a:pt x="13283" y="223"/>
                  </a:lnTo>
                  <a:lnTo>
                    <a:pt x="12399" y="828"/>
                  </a:lnTo>
                  <a:lnTo>
                    <a:pt x="11473" y="1848"/>
                  </a:lnTo>
                  <a:lnTo>
                    <a:pt x="9107" y="2447"/>
                  </a:lnTo>
                  <a:cubicBezTo>
                    <a:pt x="9107" y="2447"/>
                    <a:pt x="7852" y="1199"/>
                    <a:pt x="7241" y="1427"/>
                  </a:cubicBezTo>
                  <a:cubicBezTo>
                    <a:pt x="6641" y="1662"/>
                    <a:pt x="5659" y="2311"/>
                    <a:pt x="5659" y="2311"/>
                  </a:cubicBezTo>
                  <a:lnTo>
                    <a:pt x="4640" y="3188"/>
                  </a:lnTo>
                  <a:cubicBezTo>
                    <a:pt x="4640" y="3188"/>
                    <a:pt x="3101" y="3281"/>
                    <a:pt x="2638" y="3559"/>
                  </a:cubicBezTo>
                  <a:cubicBezTo>
                    <a:pt x="2175" y="3837"/>
                    <a:pt x="871" y="4442"/>
                    <a:pt x="871" y="44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2"/>
            <p:cNvSpPr/>
            <p:nvPr/>
          </p:nvSpPr>
          <p:spPr>
            <a:xfrm>
              <a:off x="2551100" y="3211102"/>
              <a:ext cx="1200942" cy="328590"/>
            </a:xfrm>
            <a:custGeom>
              <a:avLst/>
              <a:gdLst/>
              <a:ahLst/>
              <a:cxnLst/>
              <a:rect l="l" t="t" r="r" b="b"/>
              <a:pathLst>
                <a:path w="15650" h="4282" extrusionOk="0">
                  <a:moveTo>
                    <a:pt x="4455" y="1112"/>
                  </a:moveTo>
                  <a:cubicBezTo>
                    <a:pt x="3855" y="1347"/>
                    <a:pt x="2873" y="1996"/>
                    <a:pt x="2873" y="1996"/>
                  </a:cubicBezTo>
                  <a:lnTo>
                    <a:pt x="1854" y="2873"/>
                  </a:lnTo>
                  <a:cubicBezTo>
                    <a:pt x="1854" y="2873"/>
                    <a:pt x="575" y="2954"/>
                    <a:pt x="0" y="3176"/>
                  </a:cubicBezTo>
                  <a:lnTo>
                    <a:pt x="31" y="3201"/>
                  </a:lnTo>
                  <a:lnTo>
                    <a:pt x="1298" y="3170"/>
                  </a:lnTo>
                  <a:lnTo>
                    <a:pt x="1638" y="3726"/>
                  </a:lnTo>
                  <a:lnTo>
                    <a:pt x="1792" y="3293"/>
                  </a:lnTo>
                  <a:lnTo>
                    <a:pt x="2286" y="3108"/>
                  </a:lnTo>
                  <a:lnTo>
                    <a:pt x="2472" y="3324"/>
                  </a:lnTo>
                  <a:lnTo>
                    <a:pt x="2842" y="4282"/>
                  </a:lnTo>
                  <a:lnTo>
                    <a:pt x="2781" y="2447"/>
                  </a:lnTo>
                  <a:lnTo>
                    <a:pt x="4047" y="1736"/>
                  </a:lnTo>
                  <a:lnTo>
                    <a:pt x="4819" y="1119"/>
                  </a:lnTo>
                  <a:lnTo>
                    <a:pt x="4825" y="1112"/>
                  </a:lnTo>
                  <a:cubicBezTo>
                    <a:pt x="4696" y="1075"/>
                    <a:pt x="4566" y="1069"/>
                    <a:pt x="4455" y="1112"/>
                  </a:cubicBezTo>
                  <a:close/>
                  <a:moveTo>
                    <a:pt x="8891" y="1310"/>
                  </a:moveTo>
                  <a:lnTo>
                    <a:pt x="8681" y="1533"/>
                  </a:lnTo>
                  <a:lnTo>
                    <a:pt x="6308" y="2132"/>
                  </a:lnTo>
                  <a:lnTo>
                    <a:pt x="6864" y="3015"/>
                  </a:lnTo>
                  <a:lnTo>
                    <a:pt x="9966" y="3015"/>
                  </a:lnTo>
                  <a:lnTo>
                    <a:pt x="9039" y="1872"/>
                  </a:lnTo>
                  <a:lnTo>
                    <a:pt x="10120" y="2367"/>
                  </a:lnTo>
                  <a:close/>
                  <a:moveTo>
                    <a:pt x="12795" y="3627"/>
                  </a:moveTo>
                  <a:lnTo>
                    <a:pt x="12789" y="3695"/>
                  </a:lnTo>
                  <a:cubicBezTo>
                    <a:pt x="12795" y="3701"/>
                    <a:pt x="12795" y="3670"/>
                    <a:pt x="12795" y="3627"/>
                  </a:cubicBezTo>
                  <a:close/>
                  <a:moveTo>
                    <a:pt x="13981" y="1162"/>
                  </a:moveTo>
                  <a:lnTo>
                    <a:pt x="12591" y="1996"/>
                  </a:lnTo>
                  <a:cubicBezTo>
                    <a:pt x="12591" y="1996"/>
                    <a:pt x="12789" y="3299"/>
                    <a:pt x="12795" y="3627"/>
                  </a:cubicBezTo>
                  <a:lnTo>
                    <a:pt x="12974" y="2243"/>
                  </a:lnTo>
                  <a:lnTo>
                    <a:pt x="13191" y="2305"/>
                  </a:lnTo>
                  <a:lnTo>
                    <a:pt x="13500" y="2583"/>
                  </a:lnTo>
                  <a:lnTo>
                    <a:pt x="13500" y="1934"/>
                  </a:lnTo>
                  <a:lnTo>
                    <a:pt x="14519" y="1409"/>
                  </a:lnTo>
                  <a:lnTo>
                    <a:pt x="15650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2"/>
            <p:cNvSpPr/>
            <p:nvPr/>
          </p:nvSpPr>
          <p:spPr>
            <a:xfrm>
              <a:off x="3202980" y="3385523"/>
              <a:ext cx="841120" cy="203508"/>
            </a:xfrm>
            <a:custGeom>
              <a:avLst/>
              <a:gdLst/>
              <a:ahLst/>
              <a:cxnLst/>
              <a:rect l="l" t="t" r="r" b="b"/>
              <a:pathLst>
                <a:path w="10961" h="2652" extrusionOk="0">
                  <a:moveTo>
                    <a:pt x="9935" y="1768"/>
                  </a:moveTo>
                  <a:lnTo>
                    <a:pt x="8915" y="996"/>
                  </a:lnTo>
                  <a:lnTo>
                    <a:pt x="8019" y="1181"/>
                  </a:lnTo>
                  <a:lnTo>
                    <a:pt x="6432" y="1583"/>
                  </a:lnTo>
                  <a:lnTo>
                    <a:pt x="7284" y="2386"/>
                  </a:lnTo>
                  <a:cubicBezTo>
                    <a:pt x="8501" y="2342"/>
                    <a:pt x="9762" y="2287"/>
                    <a:pt x="10960" y="2237"/>
                  </a:cubicBezTo>
                  <a:close/>
                  <a:moveTo>
                    <a:pt x="5252" y="1583"/>
                  </a:moveTo>
                  <a:lnTo>
                    <a:pt x="3985" y="1397"/>
                  </a:lnTo>
                  <a:lnTo>
                    <a:pt x="2564" y="1397"/>
                  </a:lnTo>
                  <a:lnTo>
                    <a:pt x="1668" y="1922"/>
                  </a:lnTo>
                  <a:cubicBezTo>
                    <a:pt x="1668" y="1922"/>
                    <a:pt x="470" y="2417"/>
                    <a:pt x="0" y="2651"/>
                  </a:cubicBezTo>
                  <a:lnTo>
                    <a:pt x="389" y="2651"/>
                  </a:lnTo>
                  <a:cubicBezTo>
                    <a:pt x="513" y="2651"/>
                    <a:pt x="3670" y="2528"/>
                    <a:pt x="7198" y="2386"/>
                  </a:cubicBezTo>
                  <a:lnTo>
                    <a:pt x="6290" y="1737"/>
                  </a:lnTo>
                  <a:close/>
                  <a:moveTo>
                    <a:pt x="10738" y="402"/>
                  </a:moveTo>
                  <a:lnTo>
                    <a:pt x="10274" y="1"/>
                  </a:lnTo>
                  <a:lnTo>
                    <a:pt x="8884" y="186"/>
                  </a:lnTo>
                  <a:lnTo>
                    <a:pt x="9712" y="71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2"/>
            <p:cNvSpPr/>
            <p:nvPr/>
          </p:nvSpPr>
          <p:spPr>
            <a:xfrm>
              <a:off x="2615099" y="3447219"/>
              <a:ext cx="198750" cy="137974"/>
            </a:xfrm>
            <a:custGeom>
              <a:avLst/>
              <a:gdLst/>
              <a:ahLst/>
              <a:cxnLst/>
              <a:rect l="l" t="t" r="r" b="b"/>
              <a:pathLst>
                <a:path w="2590" h="1798" extrusionOk="0">
                  <a:moveTo>
                    <a:pt x="0" y="1705"/>
                  </a:moveTo>
                  <a:lnTo>
                    <a:pt x="328" y="1242"/>
                  </a:lnTo>
                  <a:lnTo>
                    <a:pt x="742" y="1137"/>
                  </a:lnTo>
                  <a:lnTo>
                    <a:pt x="1329" y="982"/>
                  </a:lnTo>
                  <a:lnTo>
                    <a:pt x="1971" y="457"/>
                  </a:lnTo>
                  <a:lnTo>
                    <a:pt x="2323" y="0"/>
                  </a:lnTo>
                  <a:lnTo>
                    <a:pt x="2045" y="500"/>
                  </a:lnTo>
                  <a:lnTo>
                    <a:pt x="1483" y="1013"/>
                  </a:lnTo>
                  <a:lnTo>
                    <a:pt x="1687" y="1075"/>
                  </a:lnTo>
                  <a:lnTo>
                    <a:pt x="2064" y="1199"/>
                  </a:lnTo>
                  <a:lnTo>
                    <a:pt x="2589" y="809"/>
                  </a:lnTo>
                  <a:lnTo>
                    <a:pt x="2064" y="1335"/>
                  </a:lnTo>
                  <a:lnTo>
                    <a:pt x="1687" y="1168"/>
                  </a:lnTo>
                  <a:lnTo>
                    <a:pt x="1285" y="1075"/>
                  </a:lnTo>
                  <a:lnTo>
                    <a:pt x="402" y="1335"/>
                  </a:lnTo>
                  <a:lnTo>
                    <a:pt x="173" y="179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2"/>
            <p:cNvSpPr/>
            <p:nvPr/>
          </p:nvSpPr>
          <p:spPr>
            <a:xfrm>
              <a:off x="3873813" y="3461876"/>
              <a:ext cx="333808" cy="101984"/>
            </a:xfrm>
            <a:custGeom>
              <a:avLst/>
              <a:gdLst/>
              <a:ahLst/>
              <a:cxnLst/>
              <a:rect l="l" t="t" r="r" b="b"/>
              <a:pathLst>
                <a:path w="4350" h="1329" extrusionOk="0">
                  <a:moveTo>
                    <a:pt x="4257" y="866"/>
                  </a:moveTo>
                  <a:lnTo>
                    <a:pt x="3948" y="606"/>
                  </a:lnTo>
                  <a:lnTo>
                    <a:pt x="3639" y="371"/>
                  </a:lnTo>
                  <a:lnTo>
                    <a:pt x="4084" y="204"/>
                  </a:lnTo>
                  <a:lnTo>
                    <a:pt x="3608" y="248"/>
                  </a:lnTo>
                  <a:lnTo>
                    <a:pt x="3250" y="143"/>
                  </a:lnTo>
                  <a:lnTo>
                    <a:pt x="2774" y="1"/>
                  </a:lnTo>
                  <a:lnTo>
                    <a:pt x="1279" y="371"/>
                  </a:lnTo>
                  <a:lnTo>
                    <a:pt x="680" y="513"/>
                  </a:lnTo>
                  <a:lnTo>
                    <a:pt x="402" y="822"/>
                  </a:lnTo>
                  <a:cubicBezTo>
                    <a:pt x="402" y="822"/>
                    <a:pt x="161" y="1131"/>
                    <a:pt x="0" y="1329"/>
                  </a:cubicBezTo>
                  <a:cubicBezTo>
                    <a:pt x="68" y="1329"/>
                    <a:pt x="149" y="1323"/>
                    <a:pt x="217" y="1323"/>
                  </a:cubicBezTo>
                  <a:lnTo>
                    <a:pt x="396" y="1039"/>
                  </a:lnTo>
                  <a:lnTo>
                    <a:pt x="705" y="742"/>
                  </a:lnTo>
                  <a:lnTo>
                    <a:pt x="1088" y="1020"/>
                  </a:lnTo>
                  <a:lnTo>
                    <a:pt x="952" y="866"/>
                  </a:lnTo>
                  <a:lnTo>
                    <a:pt x="828" y="668"/>
                  </a:lnTo>
                  <a:lnTo>
                    <a:pt x="1322" y="464"/>
                  </a:lnTo>
                  <a:lnTo>
                    <a:pt x="2756" y="93"/>
                  </a:lnTo>
                  <a:lnTo>
                    <a:pt x="3219" y="248"/>
                  </a:lnTo>
                  <a:lnTo>
                    <a:pt x="3516" y="464"/>
                  </a:lnTo>
                  <a:lnTo>
                    <a:pt x="3682" y="699"/>
                  </a:lnTo>
                  <a:lnTo>
                    <a:pt x="3787" y="1181"/>
                  </a:lnTo>
                  <a:cubicBezTo>
                    <a:pt x="3979" y="1174"/>
                    <a:pt x="4164" y="1168"/>
                    <a:pt x="4350" y="1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2"/>
            <p:cNvSpPr/>
            <p:nvPr/>
          </p:nvSpPr>
          <p:spPr>
            <a:xfrm>
              <a:off x="3787484" y="3537231"/>
              <a:ext cx="503628" cy="87327"/>
            </a:xfrm>
            <a:custGeom>
              <a:avLst/>
              <a:gdLst/>
              <a:ahLst/>
              <a:cxnLst/>
              <a:rect l="l" t="t" r="r" b="b"/>
              <a:pathLst>
                <a:path w="6563" h="1138" extrusionOk="0">
                  <a:moveTo>
                    <a:pt x="1" y="557"/>
                  </a:moveTo>
                  <a:lnTo>
                    <a:pt x="7" y="705"/>
                  </a:lnTo>
                  <a:lnTo>
                    <a:pt x="1978" y="1026"/>
                  </a:lnTo>
                  <a:lnTo>
                    <a:pt x="5456" y="1138"/>
                  </a:lnTo>
                  <a:lnTo>
                    <a:pt x="6537" y="718"/>
                  </a:lnTo>
                  <a:lnTo>
                    <a:pt x="6562" y="526"/>
                  </a:lnTo>
                  <a:lnTo>
                    <a:pt x="3998" y="489"/>
                  </a:lnTo>
                  <a:cubicBezTo>
                    <a:pt x="3998" y="489"/>
                    <a:pt x="3967" y="69"/>
                    <a:pt x="3868" y="1"/>
                  </a:cubicBezTo>
                  <a:cubicBezTo>
                    <a:pt x="3868" y="1"/>
                    <a:pt x="2948" y="273"/>
                    <a:pt x="2898" y="304"/>
                  </a:cubicBezTo>
                  <a:cubicBezTo>
                    <a:pt x="2855" y="335"/>
                    <a:pt x="1" y="557"/>
                    <a:pt x="1" y="55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2"/>
            <p:cNvSpPr/>
            <p:nvPr/>
          </p:nvSpPr>
          <p:spPr>
            <a:xfrm>
              <a:off x="3787484" y="3534929"/>
              <a:ext cx="503628" cy="75893"/>
            </a:xfrm>
            <a:custGeom>
              <a:avLst/>
              <a:gdLst/>
              <a:ahLst/>
              <a:cxnLst/>
              <a:rect l="l" t="t" r="r" b="b"/>
              <a:pathLst>
                <a:path w="6563" h="989" extrusionOk="0">
                  <a:moveTo>
                    <a:pt x="1" y="587"/>
                  </a:moveTo>
                  <a:lnTo>
                    <a:pt x="1014" y="93"/>
                  </a:lnTo>
                  <a:cubicBezTo>
                    <a:pt x="1014" y="93"/>
                    <a:pt x="3776" y="62"/>
                    <a:pt x="3868" y="31"/>
                  </a:cubicBezTo>
                  <a:cubicBezTo>
                    <a:pt x="3961" y="0"/>
                    <a:pt x="3899" y="432"/>
                    <a:pt x="3899" y="432"/>
                  </a:cubicBezTo>
                  <a:lnTo>
                    <a:pt x="6562" y="556"/>
                  </a:lnTo>
                  <a:lnTo>
                    <a:pt x="5419" y="989"/>
                  </a:lnTo>
                  <a:lnTo>
                    <a:pt x="2015" y="8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2"/>
            <p:cNvSpPr/>
            <p:nvPr/>
          </p:nvSpPr>
          <p:spPr>
            <a:xfrm>
              <a:off x="3520593" y="3627780"/>
              <a:ext cx="225762" cy="40441"/>
            </a:xfrm>
            <a:custGeom>
              <a:avLst/>
              <a:gdLst/>
              <a:ahLst/>
              <a:cxnLst/>
              <a:rect l="l" t="t" r="r" b="b"/>
              <a:pathLst>
                <a:path w="2942" h="527" extrusionOk="0">
                  <a:moveTo>
                    <a:pt x="1" y="1"/>
                  </a:moveTo>
                  <a:lnTo>
                    <a:pt x="19" y="236"/>
                  </a:lnTo>
                  <a:lnTo>
                    <a:pt x="2200" y="526"/>
                  </a:lnTo>
                  <a:lnTo>
                    <a:pt x="2880" y="217"/>
                  </a:lnTo>
                  <a:lnTo>
                    <a:pt x="2941" y="32"/>
                  </a:lnTo>
                  <a:lnTo>
                    <a:pt x="1761" y="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2"/>
            <p:cNvSpPr/>
            <p:nvPr/>
          </p:nvSpPr>
          <p:spPr>
            <a:xfrm>
              <a:off x="3520593" y="3611205"/>
              <a:ext cx="225762" cy="42743"/>
            </a:xfrm>
            <a:custGeom>
              <a:avLst/>
              <a:gdLst/>
              <a:ahLst/>
              <a:cxnLst/>
              <a:rect l="l" t="t" r="r" b="b"/>
              <a:pathLst>
                <a:path w="2942" h="557" extrusionOk="0">
                  <a:moveTo>
                    <a:pt x="1" y="217"/>
                  </a:moveTo>
                  <a:lnTo>
                    <a:pt x="1051" y="1"/>
                  </a:lnTo>
                  <a:lnTo>
                    <a:pt x="2262" y="155"/>
                  </a:lnTo>
                  <a:lnTo>
                    <a:pt x="2941" y="248"/>
                  </a:lnTo>
                  <a:lnTo>
                    <a:pt x="2200" y="5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2"/>
            <p:cNvSpPr/>
            <p:nvPr/>
          </p:nvSpPr>
          <p:spPr>
            <a:xfrm>
              <a:off x="4285813" y="3665764"/>
              <a:ext cx="154626" cy="36067"/>
            </a:xfrm>
            <a:custGeom>
              <a:avLst/>
              <a:gdLst/>
              <a:ahLst/>
              <a:cxnLst/>
              <a:rect l="l" t="t" r="r" b="b"/>
              <a:pathLst>
                <a:path w="2015" h="470" extrusionOk="0">
                  <a:moveTo>
                    <a:pt x="0" y="0"/>
                  </a:moveTo>
                  <a:lnTo>
                    <a:pt x="31" y="186"/>
                  </a:lnTo>
                  <a:lnTo>
                    <a:pt x="352" y="470"/>
                  </a:lnTo>
                  <a:lnTo>
                    <a:pt x="2002" y="223"/>
                  </a:lnTo>
                  <a:lnTo>
                    <a:pt x="2014" y="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2"/>
            <p:cNvSpPr/>
            <p:nvPr/>
          </p:nvSpPr>
          <p:spPr>
            <a:xfrm>
              <a:off x="4285813" y="3644892"/>
              <a:ext cx="154626" cy="40364"/>
            </a:xfrm>
            <a:custGeom>
              <a:avLst/>
              <a:gdLst/>
              <a:ahLst/>
              <a:cxnLst/>
              <a:rect l="l" t="t" r="r" b="b"/>
              <a:pathLst>
                <a:path w="2015" h="526" extrusionOk="0">
                  <a:moveTo>
                    <a:pt x="371" y="525"/>
                  </a:moveTo>
                  <a:lnTo>
                    <a:pt x="0" y="278"/>
                  </a:lnTo>
                  <a:cubicBezTo>
                    <a:pt x="0" y="278"/>
                    <a:pt x="1452" y="0"/>
                    <a:pt x="1551" y="31"/>
                  </a:cubicBezTo>
                  <a:cubicBezTo>
                    <a:pt x="1650" y="62"/>
                    <a:pt x="2014" y="309"/>
                    <a:pt x="2014" y="3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2"/>
            <p:cNvSpPr/>
            <p:nvPr/>
          </p:nvSpPr>
          <p:spPr>
            <a:xfrm>
              <a:off x="4501521" y="3604605"/>
              <a:ext cx="52182" cy="12815"/>
            </a:xfrm>
            <a:custGeom>
              <a:avLst/>
              <a:gdLst/>
              <a:ahLst/>
              <a:cxnLst/>
              <a:rect l="l" t="t" r="r" b="b"/>
              <a:pathLst>
                <a:path w="680" h="167" extrusionOk="0">
                  <a:moveTo>
                    <a:pt x="6" y="0"/>
                  </a:moveTo>
                  <a:lnTo>
                    <a:pt x="0" y="81"/>
                  </a:lnTo>
                  <a:lnTo>
                    <a:pt x="290" y="167"/>
                  </a:lnTo>
                  <a:lnTo>
                    <a:pt x="680" y="105"/>
                  </a:lnTo>
                  <a:lnTo>
                    <a:pt x="680" y="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2"/>
            <p:cNvSpPr/>
            <p:nvPr/>
          </p:nvSpPr>
          <p:spPr>
            <a:xfrm>
              <a:off x="4501981" y="3602227"/>
              <a:ext cx="51721" cy="9055"/>
            </a:xfrm>
            <a:custGeom>
              <a:avLst/>
              <a:gdLst/>
              <a:ahLst/>
              <a:cxnLst/>
              <a:rect l="l" t="t" r="r" b="b"/>
              <a:pathLst>
                <a:path w="674" h="118" extrusionOk="0">
                  <a:moveTo>
                    <a:pt x="0" y="31"/>
                  </a:moveTo>
                  <a:lnTo>
                    <a:pt x="334" y="0"/>
                  </a:lnTo>
                  <a:lnTo>
                    <a:pt x="674" y="56"/>
                  </a:lnTo>
                  <a:lnTo>
                    <a:pt x="278" y="11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2"/>
            <p:cNvSpPr/>
            <p:nvPr/>
          </p:nvSpPr>
          <p:spPr>
            <a:xfrm>
              <a:off x="4924341" y="2219823"/>
              <a:ext cx="20489" cy="16192"/>
            </a:xfrm>
            <a:custGeom>
              <a:avLst/>
              <a:gdLst/>
              <a:ahLst/>
              <a:cxnLst/>
              <a:rect l="l" t="t" r="r" b="b"/>
              <a:pathLst>
                <a:path w="267" h="211" extrusionOk="0">
                  <a:moveTo>
                    <a:pt x="137" y="210"/>
                  </a:moveTo>
                  <a:cubicBezTo>
                    <a:pt x="267" y="210"/>
                    <a:pt x="267" y="6"/>
                    <a:pt x="137" y="6"/>
                  </a:cubicBezTo>
                  <a:cubicBezTo>
                    <a:pt x="1" y="0"/>
                    <a:pt x="1" y="210"/>
                    <a:pt x="137" y="2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2"/>
            <p:cNvSpPr/>
            <p:nvPr/>
          </p:nvSpPr>
          <p:spPr>
            <a:xfrm>
              <a:off x="4726666" y="1951937"/>
              <a:ext cx="43740" cy="52719"/>
            </a:xfrm>
            <a:custGeom>
              <a:avLst/>
              <a:gdLst/>
              <a:ahLst/>
              <a:cxnLst/>
              <a:rect l="l" t="t" r="r" b="b"/>
              <a:pathLst>
                <a:path w="570" h="687" extrusionOk="0">
                  <a:moveTo>
                    <a:pt x="7" y="532"/>
                  </a:moveTo>
                  <a:cubicBezTo>
                    <a:pt x="7" y="532"/>
                    <a:pt x="7" y="544"/>
                    <a:pt x="7" y="532"/>
                  </a:cubicBezTo>
                  <a:cubicBezTo>
                    <a:pt x="7" y="587"/>
                    <a:pt x="13" y="624"/>
                    <a:pt x="44" y="655"/>
                  </a:cubicBezTo>
                  <a:cubicBezTo>
                    <a:pt x="69" y="674"/>
                    <a:pt x="100" y="686"/>
                    <a:pt x="124" y="668"/>
                  </a:cubicBezTo>
                  <a:cubicBezTo>
                    <a:pt x="137" y="655"/>
                    <a:pt x="155" y="643"/>
                    <a:pt x="168" y="624"/>
                  </a:cubicBezTo>
                  <a:cubicBezTo>
                    <a:pt x="174" y="612"/>
                    <a:pt x="186" y="593"/>
                    <a:pt x="192" y="575"/>
                  </a:cubicBezTo>
                  <a:lnTo>
                    <a:pt x="192" y="575"/>
                  </a:lnTo>
                  <a:cubicBezTo>
                    <a:pt x="198" y="563"/>
                    <a:pt x="198" y="556"/>
                    <a:pt x="205" y="556"/>
                  </a:cubicBezTo>
                  <a:cubicBezTo>
                    <a:pt x="217" y="550"/>
                    <a:pt x="217" y="532"/>
                    <a:pt x="223" y="519"/>
                  </a:cubicBezTo>
                  <a:cubicBezTo>
                    <a:pt x="229" y="501"/>
                    <a:pt x="242" y="482"/>
                    <a:pt x="248" y="464"/>
                  </a:cubicBezTo>
                  <a:cubicBezTo>
                    <a:pt x="248" y="458"/>
                    <a:pt x="254" y="451"/>
                    <a:pt x="254" y="439"/>
                  </a:cubicBezTo>
                  <a:lnTo>
                    <a:pt x="254" y="439"/>
                  </a:lnTo>
                  <a:lnTo>
                    <a:pt x="254" y="439"/>
                  </a:lnTo>
                  <a:cubicBezTo>
                    <a:pt x="254" y="433"/>
                    <a:pt x="260" y="427"/>
                    <a:pt x="260" y="427"/>
                  </a:cubicBezTo>
                  <a:cubicBezTo>
                    <a:pt x="266" y="420"/>
                    <a:pt x="266" y="408"/>
                    <a:pt x="279" y="396"/>
                  </a:cubicBezTo>
                  <a:lnTo>
                    <a:pt x="279" y="396"/>
                  </a:lnTo>
                  <a:lnTo>
                    <a:pt x="279" y="390"/>
                  </a:lnTo>
                  <a:cubicBezTo>
                    <a:pt x="279" y="377"/>
                    <a:pt x="285" y="371"/>
                    <a:pt x="285" y="365"/>
                  </a:cubicBezTo>
                  <a:cubicBezTo>
                    <a:pt x="291" y="346"/>
                    <a:pt x="297" y="340"/>
                    <a:pt x="310" y="334"/>
                  </a:cubicBezTo>
                  <a:cubicBezTo>
                    <a:pt x="310" y="328"/>
                    <a:pt x="316" y="328"/>
                    <a:pt x="316" y="315"/>
                  </a:cubicBezTo>
                  <a:lnTo>
                    <a:pt x="316" y="315"/>
                  </a:lnTo>
                  <a:cubicBezTo>
                    <a:pt x="328" y="297"/>
                    <a:pt x="353" y="278"/>
                    <a:pt x="371" y="254"/>
                  </a:cubicBezTo>
                  <a:cubicBezTo>
                    <a:pt x="390" y="241"/>
                    <a:pt x="415" y="217"/>
                    <a:pt x="433" y="204"/>
                  </a:cubicBezTo>
                  <a:lnTo>
                    <a:pt x="476" y="155"/>
                  </a:lnTo>
                  <a:cubicBezTo>
                    <a:pt x="483" y="149"/>
                    <a:pt x="495" y="142"/>
                    <a:pt x="507" y="142"/>
                  </a:cubicBezTo>
                  <a:cubicBezTo>
                    <a:pt x="569" y="99"/>
                    <a:pt x="532" y="0"/>
                    <a:pt x="452" y="19"/>
                  </a:cubicBezTo>
                  <a:cubicBezTo>
                    <a:pt x="439" y="19"/>
                    <a:pt x="433" y="25"/>
                    <a:pt x="415" y="25"/>
                  </a:cubicBezTo>
                  <a:cubicBezTo>
                    <a:pt x="390" y="25"/>
                    <a:pt x="359" y="31"/>
                    <a:pt x="340" y="37"/>
                  </a:cubicBezTo>
                  <a:cubicBezTo>
                    <a:pt x="297" y="56"/>
                    <a:pt x="266" y="81"/>
                    <a:pt x="229" y="112"/>
                  </a:cubicBezTo>
                  <a:cubicBezTo>
                    <a:pt x="205" y="124"/>
                    <a:pt x="186" y="149"/>
                    <a:pt x="168" y="173"/>
                  </a:cubicBezTo>
                  <a:cubicBezTo>
                    <a:pt x="161" y="186"/>
                    <a:pt x="143" y="192"/>
                    <a:pt x="137" y="210"/>
                  </a:cubicBezTo>
                  <a:cubicBezTo>
                    <a:pt x="130" y="217"/>
                    <a:pt x="124" y="235"/>
                    <a:pt x="112" y="241"/>
                  </a:cubicBezTo>
                  <a:cubicBezTo>
                    <a:pt x="106" y="248"/>
                    <a:pt x="112" y="248"/>
                    <a:pt x="124" y="235"/>
                  </a:cubicBezTo>
                  <a:lnTo>
                    <a:pt x="112" y="241"/>
                  </a:lnTo>
                  <a:cubicBezTo>
                    <a:pt x="93" y="272"/>
                    <a:pt x="69" y="297"/>
                    <a:pt x="50" y="334"/>
                  </a:cubicBezTo>
                  <a:cubicBezTo>
                    <a:pt x="38" y="365"/>
                    <a:pt x="13" y="402"/>
                    <a:pt x="7" y="439"/>
                  </a:cubicBezTo>
                  <a:cubicBezTo>
                    <a:pt x="1" y="464"/>
                    <a:pt x="1" y="488"/>
                    <a:pt x="1" y="501"/>
                  </a:cubicBezTo>
                  <a:cubicBezTo>
                    <a:pt x="1" y="513"/>
                    <a:pt x="7" y="526"/>
                    <a:pt x="7" y="53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2"/>
            <p:cNvSpPr/>
            <p:nvPr/>
          </p:nvSpPr>
          <p:spPr>
            <a:xfrm>
              <a:off x="4745620" y="1986545"/>
              <a:ext cx="537" cy="537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7" y="0"/>
                  </a:moveTo>
                  <a:cubicBezTo>
                    <a:pt x="1" y="7"/>
                    <a:pt x="7" y="7"/>
                    <a:pt x="7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1" name="Google Shape;651;p42"/>
            <p:cNvGrpSpPr/>
            <p:nvPr/>
          </p:nvGrpSpPr>
          <p:grpSpPr>
            <a:xfrm>
              <a:off x="2156673" y="683793"/>
              <a:ext cx="2163289" cy="2230570"/>
              <a:chOff x="2156673" y="683793"/>
              <a:chExt cx="2163289" cy="2230570"/>
            </a:xfrm>
          </p:grpSpPr>
          <p:sp>
            <p:nvSpPr>
              <p:cNvPr id="652" name="Google Shape;652;p42"/>
              <p:cNvSpPr/>
              <p:nvPr/>
            </p:nvSpPr>
            <p:spPr>
              <a:xfrm>
                <a:off x="2333475" y="1427598"/>
                <a:ext cx="226683" cy="36067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470" extrusionOk="0">
                    <a:moveTo>
                      <a:pt x="2898" y="7"/>
                    </a:moveTo>
                    <a:cubicBezTo>
                      <a:pt x="2676" y="0"/>
                      <a:pt x="2435" y="62"/>
                      <a:pt x="2212" y="93"/>
                    </a:cubicBezTo>
                    <a:lnTo>
                      <a:pt x="1483" y="192"/>
                    </a:lnTo>
                    <a:cubicBezTo>
                      <a:pt x="1001" y="260"/>
                      <a:pt x="520" y="322"/>
                      <a:pt x="31" y="408"/>
                    </a:cubicBezTo>
                    <a:cubicBezTo>
                      <a:pt x="1" y="414"/>
                      <a:pt x="13" y="470"/>
                      <a:pt x="44" y="464"/>
                    </a:cubicBezTo>
                    <a:cubicBezTo>
                      <a:pt x="526" y="414"/>
                      <a:pt x="1014" y="346"/>
                      <a:pt x="1502" y="285"/>
                    </a:cubicBezTo>
                    <a:cubicBezTo>
                      <a:pt x="1743" y="254"/>
                      <a:pt x="1990" y="223"/>
                      <a:pt x="2225" y="186"/>
                    </a:cubicBezTo>
                    <a:cubicBezTo>
                      <a:pt x="2453" y="155"/>
                      <a:pt x="2700" y="149"/>
                      <a:pt x="2904" y="87"/>
                    </a:cubicBezTo>
                    <a:cubicBezTo>
                      <a:pt x="2954" y="68"/>
                      <a:pt x="2948" y="7"/>
                      <a:pt x="2898" y="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2"/>
              <p:cNvSpPr/>
              <p:nvPr/>
            </p:nvSpPr>
            <p:spPr>
              <a:xfrm>
                <a:off x="4118450" y="840182"/>
                <a:ext cx="21410" cy="13813"/>
              </a:xfrm>
              <a:custGeom>
                <a:avLst/>
                <a:gdLst/>
                <a:ahLst/>
                <a:cxnLst/>
                <a:rect l="l" t="t" r="r" b="b"/>
                <a:pathLst>
                  <a:path w="279" h="180" extrusionOk="0">
                    <a:moveTo>
                      <a:pt x="25" y="180"/>
                    </a:moveTo>
                    <a:lnTo>
                      <a:pt x="43" y="180"/>
                    </a:lnTo>
                    <a:cubicBezTo>
                      <a:pt x="50" y="180"/>
                      <a:pt x="56" y="174"/>
                      <a:pt x="74" y="174"/>
                    </a:cubicBezTo>
                    <a:cubicBezTo>
                      <a:pt x="81" y="174"/>
                      <a:pt x="87" y="161"/>
                      <a:pt x="93" y="161"/>
                    </a:cubicBezTo>
                    <a:cubicBezTo>
                      <a:pt x="111" y="155"/>
                      <a:pt x="124" y="149"/>
                      <a:pt x="148" y="143"/>
                    </a:cubicBezTo>
                    <a:cubicBezTo>
                      <a:pt x="179" y="124"/>
                      <a:pt x="210" y="112"/>
                      <a:pt x="247" y="93"/>
                    </a:cubicBezTo>
                    <a:cubicBezTo>
                      <a:pt x="272" y="87"/>
                      <a:pt x="278" y="50"/>
                      <a:pt x="266" y="32"/>
                    </a:cubicBezTo>
                    <a:cubicBezTo>
                      <a:pt x="247" y="7"/>
                      <a:pt x="229" y="1"/>
                      <a:pt x="204" y="19"/>
                    </a:cubicBezTo>
                    <a:cubicBezTo>
                      <a:pt x="173" y="32"/>
                      <a:pt x="136" y="50"/>
                      <a:pt x="105" y="63"/>
                    </a:cubicBezTo>
                    <a:cubicBezTo>
                      <a:pt x="87" y="69"/>
                      <a:pt x="74" y="81"/>
                      <a:pt x="56" y="93"/>
                    </a:cubicBezTo>
                    <a:cubicBezTo>
                      <a:pt x="50" y="100"/>
                      <a:pt x="43" y="100"/>
                      <a:pt x="31" y="112"/>
                    </a:cubicBezTo>
                    <a:cubicBezTo>
                      <a:pt x="25" y="118"/>
                      <a:pt x="19" y="118"/>
                      <a:pt x="13" y="124"/>
                    </a:cubicBezTo>
                    <a:cubicBezTo>
                      <a:pt x="13" y="131"/>
                      <a:pt x="0" y="131"/>
                      <a:pt x="0" y="137"/>
                    </a:cubicBezTo>
                    <a:cubicBezTo>
                      <a:pt x="0" y="155"/>
                      <a:pt x="13" y="174"/>
                      <a:pt x="25" y="18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2"/>
              <p:cNvSpPr/>
              <p:nvPr/>
            </p:nvSpPr>
            <p:spPr>
              <a:xfrm>
                <a:off x="3877113" y="937407"/>
                <a:ext cx="25707" cy="2563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334" extrusionOk="0">
                    <a:moveTo>
                      <a:pt x="38" y="334"/>
                    </a:moveTo>
                    <a:lnTo>
                      <a:pt x="68" y="334"/>
                    </a:lnTo>
                    <a:cubicBezTo>
                      <a:pt x="75" y="334"/>
                      <a:pt x="75" y="334"/>
                      <a:pt x="81" y="328"/>
                    </a:cubicBezTo>
                    <a:cubicBezTo>
                      <a:pt x="99" y="315"/>
                      <a:pt x="106" y="309"/>
                      <a:pt x="118" y="303"/>
                    </a:cubicBezTo>
                    <a:cubicBezTo>
                      <a:pt x="136" y="284"/>
                      <a:pt x="161" y="278"/>
                      <a:pt x="174" y="266"/>
                    </a:cubicBezTo>
                    <a:cubicBezTo>
                      <a:pt x="211" y="241"/>
                      <a:pt x="241" y="217"/>
                      <a:pt x="285" y="186"/>
                    </a:cubicBezTo>
                    <a:cubicBezTo>
                      <a:pt x="297" y="179"/>
                      <a:pt x="303" y="161"/>
                      <a:pt x="322" y="149"/>
                    </a:cubicBezTo>
                    <a:cubicBezTo>
                      <a:pt x="328" y="130"/>
                      <a:pt x="334" y="118"/>
                      <a:pt x="334" y="99"/>
                    </a:cubicBezTo>
                    <a:cubicBezTo>
                      <a:pt x="334" y="81"/>
                      <a:pt x="328" y="50"/>
                      <a:pt x="303" y="31"/>
                    </a:cubicBezTo>
                    <a:cubicBezTo>
                      <a:pt x="291" y="19"/>
                      <a:pt x="260" y="0"/>
                      <a:pt x="235" y="0"/>
                    </a:cubicBezTo>
                    <a:cubicBezTo>
                      <a:pt x="223" y="0"/>
                      <a:pt x="204" y="6"/>
                      <a:pt x="192" y="19"/>
                    </a:cubicBezTo>
                    <a:cubicBezTo>
                      <a:pt x="174" y="25"/>
                      <a:pt x="167" y="37"/>
                      <a:pt x="149" y="56"/>
                    </a:cubicBezTo>
                    <a:lnTo>
                      <a:pt x="75" y="161"/>
                    </a:lnTo>
                    <a:cubicBezTo>
                      <a:pt x="56" y="179"/>
                      <a:pt x="50" y="204"/>
                      <a:pt x="38" y="217"/>
                    </a:cubicBezTo>
                    <a:cubicBezTo>
                      <a:pt x="25" y="229"/>
                      <a:pt x="19" y="241"/>
                      <a:pt x="13" y="254"/>
                    </a:cubicBezTo>
                    <a:cubicBezTo>
                      <a:pt x="13" y="260"/>
                      <a:pt x="13" y="260"/>
                      <a:pt x="7" y="272"/>
                    </a:cubicBezTo>
                    <a:lnTo>
                      <a:pt x="7" y="303"/>
                    </a:lnTo>
                    <a:cubicBezTo>
                      <a:pt x="1" y="309"/>
                      <a:pt x="19" y="328"/>
                      <a:pt x="38" y="3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2"/>
              <p:cNvSpPr/>
              <p:nvPr/>
            </p:nvSpPr>
            <p:spPr>
              <a:xfrm>
                <a:off x="3769988" y="1134159"/>
                <a:ext cx="28009" cy="27549"/>
              </a:xfrm>
              <a:custGeom>
                <a:avLst/>
                <a:gdLst/>
                <a:ahLst/>
                <a:cxnLst/>
                <a:rect l="l" t="t" r="r" b="b"/>
                <a:pathLst>
                  <a:path w="365" h="359" extrusionOk="0">
                    <a:moveTo>
                      <a:pt x="44" y="346"/>
                    </a:moveTo>
                    <a:cubicBezTo>
                      <a:pt x="56" y="340"/>
                      <a:pt x="74" y="334"/>
                      <a:pt x="87" y="315"/>
                    </a:cubicBezTo>
                    <a:cubicBezTo>
                      <a:pt x="105" y="309"/>
                      <a:pt x="111" y="291"/>
                      <a:pt x="124" y="284"/>
                    </a:cubicBezTo>
                    <a:lnTo>
                      <a:pt x="198" y="216"/>
                    </a:lnTo>
                    <a:lnTo>
                      <a:pt x="266" y="148"/>
                    </a:lnTo>
                    <a:cubicBezTo>
                      <a:pt x="291" y="124"/>
                      <a:pt x="309" y="93"/>
                      <a:pt x="334" y="68"/>
                    </a:cubicBezTo>
                    <a:cubicBezTo>
                      <a:pt x="365" y="37"/>
                      <a:pt x="315" y="0"/>
                      <a:pt x="291" y="25"/>
                    </a:cubicBezTo>
                    <a:cubicBezTo>
                      <a:pt x="266" y="50"/>
                      <a:pt x="235" y="68"/>
                      <a:pt x="210" y="93"/>
                    </a:cubicBezTo>
                    <a:lnTo>
                      <a:pt x="142" y="161"/>
                    </a:lnTo>
                    <a:lnTo>
                      <a:pt x="74" y="235"/>
                    </a:lnTo>
                    <a:lnTo>
                      <a:pt x="31" y="272"/>
                    </a:lnTo>
                    <a:cubicBezTo>
                      <a:pt x="25" y="278"/>
                      <a:pt x="25" y="284"/>
                      <a:pt x="19" y="284"/>
                    </a:cubicBezTo>
                    <a:cubicBezTo>
                      <a:pt x="6" y="291"/>
                      <a:pt x="0" y="303"/>
                      <a:pt x="0" y="315"/>
                    </a:cubicBezTo>
                    <a:cubicBezTo>
                      <a:pt x="0" y="334"/>
                      <a:pt x="25" y="359"/>
                      <a:pt x="44" y="34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2"/>
              <p:cNvSpPr/>
              <p:nvPr/>
            </p:nvSpPr>
            <p:spPr>
              <a:xfrm>
                <a:off x="3468412" y="1107608"/>
                <a:ext cx="44661" cy="29467"/>
              </a:xfrm>
              <a:custGeom>
                <a:avLst/>
                <a:gdLst/>
                <a:ahLst/>
                <a:cxnLst/>
                <a:rect l="l" t="t" r="r" b="b"/>
                <a:pathLst>
                  <a:path w="582" h="384" extrusionOk="0">
                    <a:moveTo>
                      <a:pt x="7" y="371"/>
                    </a:moveTo>
                    <a:cubicBezTo>
                      <a:pt x="20" y="383"/>
                      <a:pt x="38" y="383"/>
                      <a:pt x="57" y="377"/>
                    </a:cubicBezTo>
                    <a:cubicBezTo>
                      <a:pt x="143" y="340"/>
                      <a:pt x="217" y="291"/>
                      <a:pt x="298" y="247"/>
                    </a:cubicBezTo>
                    <a:lnTo>
                      <a:pt x="526" y="105"/>
                    </a:lnTo>
                    <a:cubicBezTo>
                      <a:pt x="582" y="74"/>
                      <a:pt x="532" y="0"/>
                      <a:pt x="483" y="31"/>
                    </a:cubicBezTo>
                    <a:cubicBezTo>
                      <a:pt x="403" y="74"/>
                      <a:pt x="328" y="124"/>
                      <a:pt x="248" y="179"/>
                    </a:cubicBezTo>
                    <a:cubicBezTo>
                      <a:pt x="174" y="223"/>
                      <a:pt x="94" y="272"/>
                      <a:pt x="20" y="334"/>
                    </a:cubicBezTo>
                    <a:cubicBezTo>
                      <a:pt x="1" y="340"/>
                      <a:pt x="1" y="365"/>
                      <a:pt x="7" y="37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2"/>
              <p:cNvSpPr/>
              <p:nvPr/>
            </p:nvSpPr>
            <p:spPr>
              <a:xfrm>
                <a:off x="3020423" y="2875458"/>
                <a:ext cx="32306" cy="38906"/>
              </a:xfrm>
              <a:custGeom>
                <a:avLst/>
                <a:gdLst/>
                <a:ahLst/>
                <a:cxnLst/>
                <a:rect l="l" t="t" r="r" b="b"/>
                <a:pathLst>
                  <a:path w="421" h="507" extrusionOk="0">
                    <a:moveTo>
                      <a:pt x="7" y="408"/>
                    </a:moveTo>
                    <a:cubicBezTo>
                      <a:pt x="19" y="427"/>
                      <a:pt x="38" y="464"/>
                      <a:pt x="62" y="476"/>
                    </a:cubicBezTo>
                    <a:cubicBezTo>
                      <a:pt x="118" y="507"/>
                      <a:pt x="180" y="495"/>
                      <a:pt x="217" y="439"/>
                    </a:cubicBezTo>
                    <a:lnTo>
                      <a:pt x="310" y="297"/>
                    </a:lnTo>
                    <a:cubicBezTo>
                      <a:pt x="340" y="254"/>
                      <a:pt x="365" y="198"/>
                      <a:pt x="396" y="155"/>
                    </a:cubicBezTo>
                    <a:cubicBezTo>
                      <a:pt x="421" y="105"/>
                      <a:pt x="408" y="56"/>
                      <a:pt x="371" y="31"/>
                    </a:cubicBezTo>
                    <a:cubicBezTo>
                      <a:pt x="334" y="0"/>
                      <a:pt x="279" y="0"/>
                      <a:pt x="248" y="37"/>
                    </a:cubicBezTo>
                    <a:cubicBezTo>
                      <a:pt x="211" y="81"/>
                      <a:pt x="161" y="136"/>
                      <a:pt x="124" y="186"/>
                    </a:cubicBezTo>
                    <a:cubicBezTo>
                      <a:pt x="93" y="229"/>
                      <a:pt x="62" y="278"/>
                      <a:pt x="25" y="322"/>
                    </a:cubicBezTo>
                    <a:cubicBezTo>
                      <a:pt x="7" y="346"/>
                      <a:pt x="1" y="383"/>
                      <a:pt x="7" y="40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2"/>
              <p:cNvSpPr/>
              <p:nvPr/>
            </p:nvSpPr>
            <p:spPr>
              <a:xfrm>
                <a:off x="2861117" y="2872158"/>
                <a:ext cx="21947" cy="1665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17" extrusionOk="0">
                    <a:moveTo>
                      <a:pt x="26" y="173"/>
                    </a:moveTo>
                    <a:cubicBezTo>
                      <a:pt x="32" y="185"/>
                      <a:pt x="44" y="204"/>
                      <a:pt x="63" y="210"/>
                    </a:cubicBezTo>
                    <a:cubicBezTo>
                      <a:pt x="75" y="210"/>
                      <a:pt x="94" y="216"/>
                      <a:pt x="106" y="210"/>
                    </a:cubicBezTo>
                    <a:cubicBezTo>
                      <a:pt x="118" y="210"/>
                      <a:pt x="131" y="204"/>
                      <a:pt x="137" y="198"/>
                    </a:cubicBezTo>
                    <a:lnTo>
                      <a:pt x="180" y="173"/>
                    </a:lnTo>
                    <a:cubicBezTo>
                      <a:pt x="192" y="167"/>
                      <a:pt x="199" y="155"/>
                      <a:pt x="217" y="148"/>
                    </a:cubicBezTo>
                    <a:cubicBezTo>
                      <a:pt x="229" y="142"/>
                      <a:pt x="254" y="124"/>
                      <a:pt x="260" y="117"/>
                    </a:cubicBezTo>
                    <a:cubicBezTo>
                      <a:pt x="273" y="105"/>
                      <a:pt x="279" y="87"/>
                      <a:pt x="279" y="74"/>
                    </a:cubicBezTo>
                    <a:cubicBezTo>
                      <a:pt x="285" y="62"/>
                      <a:pt x="285" y="49"/>
                      <a:pt x="279" y="31"/>
                    </a:cubicBezTo>
                    <a:cubicBezTo>
                      <a:pt x="273" y="25"/>
                      <a:pt x="260" y="19"/>
                      <a:pt x="254" y="19"/>
                    </a:cubicBezTo>
                    <a:cubicBezTo>
                      <a:pt x="248" y="19"/>
                      <a:pt x="248" y="12"/>
                      <a:pt x="242" y="12"/>
                    </a:cubicBezTo>
                    <a:cubicBezTo>
                      <a:pt x="223" y="0"/>
                      <a:pt x="211" y="0"/>
                      <a:pt x="192" y="12"/>
                    </a:cubicBezTo>
                    <a:cubicBezTo>
                      <a:pt x="186" y="12"/>
                      <a:pt x="180" y="19"/>
                      <a:pt x="168" y="19"/>
                    </a:cubicBezTo>
                    <a:cubicBezTo>
                      <a:pt x="149" y="25"/>
                      <a:pt x="131" y="31"/>
                      <a:pt x="106" y="43"/>
                    </a:cubicBezTo>
                    <a:lnTo>
                      <a:pt x="63" y="62"/>
                    </a:lnTo>
                    <a:cubicBezTo>
                      <a:pt x="56" y="62"/>
                      <a:pt x="44" y="74"/>
                      <a:pt x="38" y="74"/>
                    </a:cubicBezTo>
                    <a:cubicBezTo>
                      <a:pt x="26" y="80"/>
                      <a:pt x="7" y="93"/>
                      <a:pt x="1" y="111"/>
                    </a:cubicBezTo>
                    <a:cubicBezTo>
                      <a:pt x="13" y="136"/>
                      <a:pt x="13" y="155"/>
                      <a:pt x="26" y="17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2"/>
              <p:cNvSpPr/>
              <p:nvPr/>
            </p:nvSpPr>
            <p:spPr>
              <a:xfrm>
                <a:off x="2869174" y="2630362"/>
                <a:ext cx="24786" cy="23251"/>
              </a:xfrm>
              <a:custGeom>
                <a:avLst/>
                <a:gdLst/>
                <a:ahLst/>
                <a:cxnLst/>
                <a:rect l="l" t="t" r="r" b="b"/>
                <a:pathLst>
                  <a:path w="323" h="303" extrusionOk="0">
                    <a:moveTo>
                      <a:pt x="26" y="278"/>
                    </a:moveTo>
                    <a:cubicBezTo>
                      <a:pt x="44" y="297"/>
                      <a:pt x="75" y="303"/>
                      <a:pt x="94" y="291"/>
                    </a:cubicBezTo>
                    <a:cubicBezTo>
                      <a:pt x="106" y="278"/>
                      <a:pt x="112" y="278"/>
                      <a:pt x="124" y="272"/>
                    </a:cubicBezTo>
                    <a:cubicBezTo>
                      <a:pt x="143" y="266"/>
                      <a:pt x="149" y="260"/>
                      <a:pt x="161" y="241"/>
                    </a:cubicBezTo>
                    <a:lnTo>
                      <a:pt x="211" y="198"/>
                    </a:lnTo>
                    <a:lnTo>
                      <a:pt x="260" y="149"/>
                    </a:lnTo>
                    <a:cubicBezTo>
                      <a:pt x="273" y="136"/>
                      <a:pt x="291" y="111"/>
                      <a:pt x="304" y="93"/>
                    </a:cubicBezTo>
                    <a:cubicBezTo>
                      <a:pt x="310" y="87"/>
                      <a:pt x="322" y="74"/>
                      <a:pt x="322" y="56"/>
                    </a:cubicBezTo>
                    <a:cubicBezTo>
                      <a:pt x="322" y="43"/>
                      <a:pt x="310" y="25"/>
                      <a:pt x="304" y="19"/>
                    </a:cubicBezTo>
                    <a:cubicBezTo>
                      <a:pt x="297" y="13"/>
                      <a:pt x="279" y="0"/>
                      <a:pt x="267" y="0"/>
                    </a:cubicBezTo>
                    <a:cubicBezTo>
                      <a:pt x="248" y="0"/>
                      <a:pt x="242" y="13"/>
                      <a:pt x="229" y="19"/>
                    </a:cubicBezTo>
                    <a:cubicBezTo>
                      <a:pt x="211" y="31"/>
                      <a:pt x="186" y="43"/>
                      <a:pt x="174" y="56"/>
                    </a:cubicBezTo>
                    <a:lnTo>
                      <a:pt x="124" y="105"/>
                    </a:lnTo>
                    <a:lnTo>
                      <a:pt x="81" y="149"/>
                    </a:lnTo>
                    <a:lnTo>
                      <a:pt x="50" y="179"/>
                    </a:lnTo>
                    <a:cubicBezTo>
                      <a:pt x="38" y="186"/>
                      <a:pt x="32" y="198"/>
                      <a:pt x="32" y="210"/>
                    </a:cubicBezTo>
                    <a:cubicBezTo>
                      <a:pt x="1" y="229"/>
                      <a:pt x="1" y="260"/>
                      <a:pt x="26" y="27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2"/>
              <p:cNvSpPr/>
              <p:nvPr/>
            </p:nvSpPr>
            <p:spPr>
              <a:xfrm>
                <a:off x="4295712" y="2485254"/>
                <a:ext cx="24249" cy="25247"/>
              </a:xfrm>
              <a:custGeom>
                <a:avLst/>
                <a:gdLst/>
                <a:ahLst/>
                <a:cxnLst/>
                <a:rect l="l" t="t" r="r" b="b"/>
                <a:pathLst>
                  <a:path w="316" h="329" extrusionOk="0">
                    <a:moveTo>
                      <a:pt x="19" y="303"/>
                    </a:moveTo>
                    <a:cubicBezTo>
                      <a:pt x="26" y="310"/>
                      <a:pt x="32" y="310"/>
                      <a:pt x="38" y="316"/>
                    </a:cubicBezTo>
                    <a:cubicBezTo>
                      <a:pt x="56" y="328"/>
                      <a:pt x="63" y="316"/>
                      <a:pt x="81" y="310"/>
                    </a:cubicBezTo>
                    <a:cubicBezTo>
                      <a:pt x="87" y="310"/>
                      <a:pt x="87" y="303"/>
                      <a:pt x="93" y="303"/>
                    </a:cubicBezTo>
                    <a:cubicBezTo>
                      <a:pt x="100" y="303"/>
                      <a:pt x="112" y="291"/>
                      <a:pt x="118" y="285"/>
                    </a:cubicBezTo>
                    <a:lnTo>
                      <a:pt x="143" y="266"/>
                    </a:lnTo>
                    <a:cubicBezTo>
                      <a:pt x="155" y="248"/>
                      <a:pt x="174" y="236"/>
                      <a:pt x="192" y="217"/>
                    </a:cubicBezTo>
                    <a:cubicBezTo>
                      <a:pt x="223" y="186"/>
                      <a:pt x="266" y="155"/>
                      <a:pt x="297" y="130"/>
                    </a:cubicBezTo>
                    <a:cubicBezTo>
                      <a:pt x="310" y="118"/>
                      <a:pt x="316" y="93"/>
                      <a:pt x="316" y="75"/>
                    </a:cubicBezTo>
                    <a:cubicBezTo>
                      <a:pt x="316" y="63"/>
                      <a:pt x="310" y="38"/>
                      <a:pt x="297" y="25"/>
                    </a:cubicBezTo>
                    <a:cubicBezTo>
                      <a:pt x="279" y="7"/>
                      <a:pt x="260" y="1"/>
                      <a:pt x="242" y="1"/>
                    </a:cubicBezTo>
                    <a:cubicBezTo>
                      <a:pt x="217" y="1"/>
                      <a:pt x="205" y="7"/>
                      <a:pt x="186" y="25"/>
                    </a:cubicBezTo>
                    <a:cubicBezTo>
                      <a:pt x="155" y="56"/>
                      <a:pt x="124" y="93"/>
                      <a:pt x="100" y="124"/>
                    </a:cubicBezTo>
                    <a:lnTo>
                      <a:pt x="56" y="174"/>
                    </a:lnTo>
                    <a:lnTo>
                      <a:pt x="32" y="192"/>
                    </a:lnTo>
                    <a:cubicBezTo>
                      <a:pt x="26" y="205"/>
                      <a:pt x="19" y="211"/>
                      <a:pt x="19" y="217"/>
                    </a:cubicBezTo>
                    <a:cubicBezTo>
                      <a:pt x="19" y="223"/>
                      <a:pt x="7" y="223"/>
                      <a:pt x="7" y="236"/>
                    </a:cubicBezTo>
                    <a:cubicBezTo>
                      <a:pt x="1" y="242"/>
                      <a:pt x="1" y="254"/>
                      <a:pt x="1" y="266"/>
                    </a:cubicBezTo>
                    <a:cubicBezTo>
                      <a:pt x="7" y="285"/>
                      <a:pt x="7" y="297"/>
                      <a:pt x="19" y="30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42"/>
              <p:cNvSpPr/>
              <p:nvPr/>
            </p:nvSpPr>
            <p:spPr>
              <a:xfrm>
                <a:off x="4167715" y="2470137"/>
                <a:ext cx="28546" cy="30848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02" extrusionOk="0">
                    <a:moveTo>
                      <a:pt x="19" y="383"/>
                    </a:moveTo>
                    <a:cubicBezTo>
                      <a:pt x="25" y="389"/>
                      <a:pt x="50" y="402"/>
                      <a:pt x="56" y="389"/>
                    </a:cubicBezTo>
                    <a:cubicBezTo>
                      <a:pt x="112" y="352"/>
                      <a:pt x="155" y="297"/>
                      <a:pt x="211" y="253"/>
                    </a:cubicBezTo>
                    <a:lnTo>
                      <a:pt x="279" y="185"/>
                    </a:lnTo>
                    <a:cubicBezTo>
                      <a:pt x="303" y="161"/>
                      <a:pt x="328" y="136"/>
                      <a:pt x="347" y="105"/>
                    </a:cubicBezTo>
                    <a:cubicBezTo>
                      <a:pt x="371" y="80"/>
                      <a:pt x="371" y="43"/>
                      <a:pt x="347" y="19"/>
                    </a:cubicBezTo>
                    <a:cubicBezTo>
                      <a:pt x="328" y="0"/>
                      <a:pt x="285" y="0"/>
                      <a:pt x="266" y="19"/>
                    </a:cubicBezTo>
                    <a:lnTo>
                      <a:pt x="192" y="93"/>
                    </a:lnTo>
                    <a:cubicBezTo>
                      <a:pt x="174" y="124"/>
                      <a:pt x="149" y="142"/>
                      <a:pt x="124" y="173"/>
                    </a:cubicBezTo>
                    <a:cubicBezTo>
                      <a:pt x="87" y="229"/>
                      <a:pt x="38" y="278"/>
                      <a:pt x="7" y="327"/>
                    </a:cubicBezTo>
                    <a:cubicBezTo>
                      <a:pt x="1" y="358"/>
                      <a:pt x="1" y="377"/>
                      <a:pt x="19" y="38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42"/>
              <p:cNvSpPr/>
              <p:nvPr/>
            </p:nvSpPr>
            <p:spPr>
              <a:xfrm>
                <a:off x="4089060" y="2871621"/>
                <a:ext cx="30848" cy="3046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397" extrusionOk="0">
                    <a:moveTo>
                      <a:pt x="31" y="378"/>
                    </a:moveTo>
                    <a:cubicBezTo>
                      <a:pt x="43" y="390"/>
                      <a:pt x="62" y="396"/>
                      <a:pt x="74" y="396"/>
                    </a:cubicBezTo>
                    <a:lnTo>
                      <a:pt x="99" y="396"/>
                    </a:lnTo>
                    <a:cubicBezTo>
                      <a:pt x="124" y="396"/>
                      <a:pt x="142" y="396"/>
                      <a:pt x="167" y="390"/>
                    </a:cubicBezTo>
                    <a:cubicBezTo>
                      <a:pt x="216" y="372"/>
                      <a:pt x="253" y="347"/>
                      <a:pt x="291" y="316"/>
                    </a:cubicBezTo>
                    <a:cubicBezTo>
                      <a:pt x="365" y="254"/>
                      <a:pt x="402" y="162"/>
                      <a:pt x="402" y="69"/>
                    </a:cubicBezTo>
                    <a:cubicBezTo>
                      <a:pt x="402" y="32"/>
                      <a:pt x="371" y="1"/>
                      <a:pt x="328" y="1"/>
                    </a:cubicBezTo>
                    <a:cubicBezTo>
                      <a:pt x="315" y="1"/>
                      <a:pt x="291" y="7"/>
                      <a:pt x="284" y="26"/>
                    </a:cubicBezTo>
                    <a:cubicBezTo>
                      <a:pt x="272" y="38"/>
                      <a:pt x="272" y="56"/>
                      <a:pt x="260" y="69"/>
                    </a:cubicBezTo>
                    <a:cubicBezTo>
                      <a:pt x="260" y="50"/>
                      <a:pt x="260" y="63"/>
                      <a:pt x="260" y="69"/>
                    </a:cubicBezTo>
                    <a:lnTo>
                      <a:pt x="260" y="87"/>
                    </a:lnTo>
                    <a:cubicBezTo>
                      <a:pt x="260" y="94"/>
                      <a:pt x="253" y="100"/>
                      <a:pt x="253" y="106"/>
                    </a:cubicBezTo>
                    <a:cubicBezTo>
                      <a:pt x="253" y="118"/>
                      <a:pt x="253" y="118"/>
                      <a:pt x="247" y="124"/>
                    </a:cubicBezTo>
                    <a:cubicBezTo>
                      <a:pt x="247" y="131"/>
                      <a:pt x="241" y="143"/>
                      <a:pt x="241" y="149"/>
                    </a:cubicBezTo>
                    <a:cubicBezTo>
                      <a:pt x="229" y="155"/>
                      <a:pt x="229" y="162"/>
                      <a:pt x="223" y="168"/>
                    </a:cubicBezTo>
                    <a:cubicBezTo>
                      <a:pt x="223" y="168"/>
                      <a:pt x="223" y="180"/>
                      <a:pt x="216" y="180"/>
                    </a:cubicBezTo>
                    <a:cubicBezTo>
                      <a:pt x="210" y="186"/>
                      <a:pt x="210" y="192"/>
                      <a:pt x="198" y="192"/>
                    </a:cubicBezTo>
                    <a:cubicBezTo>
                      <a:pt x="198" y="192"/>
                      <a:pt x="198" y="205"/>
                      <a:pt x="192" y="205"/>
                    </a:cubicBezTo>
                    <a:lnTo>
                      <a:pt x="192" y="205"/>
                    </a:lnTo>
                    <a:lnTo>
                      <a:pt x="185" y="211"/>
                    </a:lnTo>
                    <a:cubicBezTo>
                      <a:pt x="179" y="223"/>
                      <a:pt x="161" y="236"/>
                      <a:pt x="148" y="248"/>
                    </a:cubicBezTo>
                    <a:lnTo>
                      <a:pt x="148" y="248"/>
                    </a:lnTo>
                    <a:lnTo>
                      <a:pt x="136" y="254"/>
                    </a:lnTo>
                    <a:cubicBezTo>
                      <a:pt x="130" y="267"/>
                      <a:pt x="124" y="267"/>
                      <a:pt x="118" y="273"/>
                    </a:cubicBezTo>
                    <a:lnTo>
                      <a:pt x="68" y="297"/>
                    </a:lnTo>
                    <a:cubicBezTo>
                      <a:pt x="62" y="297"/>
                      <a:pt x="56" y="304"/>
                      <a:pt x="43" y="304"/>
                    </a:cubicBezTo>
                    <a:cubicBezTo>
                      <a:pt x="62" y="297"/>
                      <a:pt x="37" y="304"/>
                      <a:pt x="37" y="310"/>
                    </a:cubicBezTo>
                    <a:cubicBezTo>
                      <a:pt x="31" y="310"/>
                      <a:pt x="31" y="316"/>
                      <a:pt x="25" y="316"/>
                    </a:cubicBezTo>
                    <a:cubicBezTo>
                      <a:pt x="6" y="328"/>
                      <a:pt x="0" y="365"/>
                      <a:pt x="31" y="37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2"/>
              <p:cNvSpPr/>
              <p:nvPr/>
            </p:nvSpPr>
            <p:spPr>
              <a:xfrm>
                <a:off x="2156673" y="683793"/>
                <a:ext cx="43203" cy="65457"/>
              </a:xfrm>
              <a:custGeom>
                <a:avLst/>
                <a:gdLst/>
                <a:ahLst/>
                <a:cxnLst/>
                <a:rect l="l" t="t" r="r" b="b"/>
                <a:pathLst>
                  <a:path w="563" h="853" extrusionOk="0">
                    <a:moveTo>
                      <a:pt x="74" y="834"/>
                    </a:moveTo>
                    <a:cubicBezTo>
                      <a:pt x="111" y="822"/>
                      <a:pt x="130" y="778"/>
                      <a:pt x="161" y="760"/>
                    </a:cubicBezTo>
                    <a:cubicBezTo>
                      <a:pt x="173" y="741"/>
                      <a:pt x="192" y="735"/>
                      <a:pt x="204" y="710"/>
                    </a:cubicBezTo>
                    <a:cubicBezTo>
                      <a:pt x="216" y="698"/>
                      <a:pt x="229" y="686"/>
                      <a:pt x="235" y="673"/>
                    </a:cubicBezTo>
                    <a:cubicBezTo>
                      <a:pt x="266" y="643"/>
                      <a:pt x="284" y="612"/>
                      <a:pt x="309" y="581"/>
                    </a:cubicBezTo>
                    <a:cubicBezTo>
                      <a:pt x="328" y="550"/>
                      <a:pt x="352" y="513"/>
                      <a:pt x="371" y="482"/>
                    </a:cubicBezTo>
                    <a:cubicBezTo>
                      <a:pt x="408" y="420"/>
                      <a:pt x="439" y="346"/>
                      <a:pt x="470" y="278"/>
                    </a:cubicBezTo>
                    <a:cubicBezTo>
                      <a:pt x="482" y="241"/>
                      <a:pt x="501" y="204"/>
                      <a:pt x="513" y="173"/>
                    </a:cubicBezTo>
                    <a:cubicBezTo>
                      <a:pt x="513" y="161"/>
                      <a:pt x="525" y="154"/>
                      <a:pt x="525" y="148"/>
                    </a:cubicBezTo>
                    <a:lnTo>
                      <a:pt x="525" y="117"/>
                    </a:lnTo>
                    <a:cubicBezTo>
                      <a:pt x="525" y="111"/>
                      <a:pt x="538" y="87"/>
                      <a:pt x="538" y="80"/>
                    </a:cubicBezTo>
                    <a:cubicBezTo>
                      <a:pt x="562" y="31"/>
                      <a:pt x="501" y="0"/>
                      <a:pt x="476" y="37"/>
                    </a:cubicBezTo>
                    <a:cubicBezTo>
                      <a:pt x="470" y="49"/>
                      <a:pt x="464" y="62"/>
                      <a:pt x="451" y="68"/>
                    </a:cubicBezTo>
                    <a:cubicBezTo>
                      <a:pt x="439" y="68"/>
                      <a:pt x="433" y="80"/>
                      <a:pt x="414" y="87"/>
                    </a:cubicBezTo>
                    <a:cubicBezTo>
                      <a:pt x="402" y="99"/>
                      <a:pt x="389" y="117"/>
                      <a:pt x="377" y="130"/>
                    </a:cubicBezTo>
                    <a:cubicBezTo>
                      <a:pt x="352" y="154"/>
                      <a:pt x="328" y="185"/>
                      <a:pt x="309" y="216"/>
                    </a:cubicBezTo>
                    <a:cubicBezTo>
                      <a:pt x="260" y="278"/>
                      <a:pt x="216" y="334"/>
                      <a:pt x="173" y="395"/>
                    </a:cubicBezTo>
                    <a:cubicBezTo>
                      <a:pt x="161" y="426"/>
                      <a:pt x="136" y="457"/>
                      <a:pt x="124" y="476"/>
                    </a:cubicBezTo>
                    <a:cubicBezTo>
                      <a:pt x="111" y="494"/>
                      <a:pt x="99" y="513"/>
                      <a:pt x="93" y="525"/>
                    </a:cubicBezTo>
                    <a:cubicBezTo>
                      <a:pt x="80" y="538"/>
                      <a:pt x="74" y="562"/>
                      <a:pt x="68" y="581"/>
                    </a:cubicBezTo>
                    <a:cubicBezTo>
                      <a:pt x="62" y="593"/>
                      <a:pt x="50" y="599"/>
                      <a:pt x="43" y="618"/>
                    </a:cubicBezTo>
                    <a:cubicBezTo>
                      <a:pt x="37" y="643"/>
                      <a:pt x="31" y="655"/>
                      <a:pt x="31" y="680"/>
                    </a:cubicBezTo>
                    <a:cubicBezTo>
                      <a:pt x="19" y="717"/>
                      <a:pt x="0" y="748"/>
                      <a:pt x="0" y="785"/>
                    </a:cubicBezTo>
                    <a:cubicBezTo>
                      <a:pt x="13" y="834"/>
                      <a:pt x="43" y="853"/>
                      <a:pt x="74" y="8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2"/>
              <p:cNvSpPr/>
              <p:nvPr/>
            </p:nvSpPr>
            <p:spPr>
              <a:xfrm>
                <a:off x="2830346" y="1540861"/>
                <a:ext cx="15194" cy="15731"/>
              </a:xfrm>
              <a:custGeom>
                <a:avLst/>
                <a:gdLst/>
                <a:ahLst/>
                <a:cxnLst/>
                <a:rect l="l" t="t" r="r" b="b"/>
                <a:pathLst>
                  <a:path w="198" h="205" extrusionOk="0">
                    <a:moveTo>
                      <a:pt x="25" y="131"/>
                    </a:moveTo>
                    <a:cubicBezTo>
                      <a:pt x="25" y="137"/>
                      <a:pt x="31" y="155"/>
                      <a:pt x="37" y="162"/>
                    </a:cubicBezTo>
                    <a:lnTo>
                      <a:pt x="68" y="193"/>
                    </a:lnTo>
                    <a:cubicBezTo>
                      <a:pt x="74" y="199"/>
                      <a:pt x="74" y="199"/>
                      <a:pt x="87" y="199"/>
                    </a:cubicBezTo>
                    <a:cubicBezTo>
                      <a:pt x="93" y="199"/>
                      <a:pt x="99" y="205"/>
                      <a:pt x="99" y="205"/>
                    </a:cubicBezTo>
                    <a:lnTo>
                      <a:pt x="118" y="205"/>
                    </a:lnTo>
                    <a:cubicBezTo>
                      <a:pt x="124" y="205"/>
                      <a:pt x="130" y="199"/>
                      <a:pt x="136" y="193"/>
                    </a:cubicBezTo>
                    <a:lnTo>
                      <a:pt x="167" y="162"/>
                    </a:lnTo>
                    <a:cubicBezTo>
                      <a:pt x="179" y="155"/>
                      <a:pt x="179" y="143"/>
                      <a:pt x="186" y="143"/>
                    </a:cubicBezTo>
                    <a:cubicBezTo>
                      <a:pt x="186" y="137"/>
                      <a:pt x="192" y="131"/>
                      <a:pt x="192" y="125"/>
                    </a:cubicBezTo>
                    <a:cubicBezTo>
                      <a:pt x="192" y="106"/>
                      <a:pt x="198" y="100"/>
                      <a:pt x="192" y="81"/>
                    </a:cubicBezTo>
                    <a:cubicBezTo>
                      <a:pt x="192" y="75"/>
                      <a:pt x="192" y="69"/>
                      <a:pt x="186" y="63"/>
                    </a:cubicBezTo>
                    <a:cubicBezTo>
                      <a:pt x="186" y="50"/>
                      <a:pt x="179" y="44"/>
                      <a:pt x="167" y="38"/>
                    </a:cubicBezTo>
                    <a:cubicBezTo>
                      <a:pt x="161" y="32"/>
                      <a:pt x="161" y="20"/>
                      <a:pt x="155" y="20"/>
                    </a:cubicBezTo>
                    <a:cubicBezTo>
                      <a:pt x="149" y="13"/>
                      <a:pt x="136" y="13"/>
                      <a:pt x="130" y="7"/>
                    </a:cubicBezTo>
                    <a:cubicBezTo>
                      <a:pt x="124" y="1"/>
                      <a:pt x="105" y="1"/>
                      <a:pt x="93" y="1"/>
                    </a:cubicBezTo>
                    <a:lnTo>
                      <a:pt x="68" y="1"/>
                    </a:lnTo>
                    <a:cubicBezTo>
                      <a:pt x="62" y="1"/>
                      <a:pt x="56" y="7"/>
                      <a:pt x="44" y="7"/>
                    </a:cubicBezTo>
                    <a:cubicBezTo>
                      <a:pt x="37" y="13"/>
                      <a:pt x="31" y="13"/>
                      <a:pt x="31" y="20"/>
                    </a:cubicBezTo>
                    <a:cubicBezTo>
                      <a:pt x="25" y="32"/>
                      <a:pt x="25" y="38"/>
                      <a:pt x="13" y="38"/>
                    </a:cubicBezTo>
                    <a:cubicBezTo>
                      <a:pt x="13" y="44"/>
                      <a:pt x="6" y="50"/>
                      <a:pt x="6" y="63"/>
                    </a:cubicBezTo>
                    <a:cubicBezTo>
                      <a:pt x="6" y="75"/>
                      <a:pt x="0" y="81"/>
                      <a:pt x="6" y="100"/>
                    </a:cubicBezTo>
                    <a:cubicBezTo>
                      <a:pt x="13" y="112"/>
                      <a:pt x="13" y="118"/>
                      <a:pt x="25" y="13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2"/>
              <p:cNvSpPr/>
              <p:nvPr/>
            </p:nvSpPr>
            <p:spPr>
              <a:xfrm>
                <a:off x="2619856" y="1648982"/>
                <a:ext cx="8595" cy="11434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49" extrusionOk="0">
                    <a:moveTo>
                      <a:pt x="6" y="62"/>
                    </a:moveTo>
                    <a:cubicBezTo>
                      <a:pt x="6" y="75"/>
                      <a:pt x="19" y="87"/>
                      <a:pt x="19" y="93"/>
                    </a:cubicBezTo>
                    <a:lnTo>
                      <a:pt x="25" y="112"/>
                    </a:lnTo>
                    <a:cubicBezTo>
                      <a:pt x="25" y="118"/>
                      <a:pt x="31" y="124"/>
                      <a:pt x="31" y="130"/>
                    </a:cubicBezTo>
                    <a:cubicBezTo>
                      <a:pt x="37" y="143"/>
                      <a:pt x="50" y="149"/>
                      <a:pt x="56" y="149"/>
                    </a:cubicBezTo>
                    <a:cubicBezTo>
                      <a:pt x="62" y="149"/>
                      <a:pt x="80" y="143"/>
                      <a:pt x="80" y="130"/>
                    </a:cubicBezTo>
                    <a:cubicBezTo>
                      <a:pt x="80" y="124"/>
                      <a:pt x="87" y="118"/>
                      <a:pt x="87" y="112"/>
                    </a:cubicBezTo>
                    <a:cubicBezTo>
                      <a:pt x="87" y="99"/>
                      <a:pt x="87" y="99"/>
                      <a:pt x="93" y="93"/>
                    </a:cubicBezTo>
                    <a:cubicBezTo>
                      <a:pt x="93" y="87"/>
                      <a:pt x="99" y="69"/>
                      <a:pt x="99" y="62"/>
                    </a:cubicBezTo>
                    <a:cubicBezTo>
                      <a:pt x="111" y="50"/>
                      <a:pt x="99" y="25"/>
                      <a:pt x="87" y="19"/>
                    </a:cubicBezTo>
                    <a:cubicBezTo>
                      <a:pt x="80" y="7"/>
                      <a:pt x="62" y="1"/>
                      <a:pt x="50" y="1"/>
                    </a:cubicBezTo>
                    <a:cubicBezTo>
                      <a:pt x="31" y="1"/>
                      <a:pt x="25" y="13"/>
                      <a:pt x="6" y="19"/>
                    </a:cubicBezTo>
                    <a:cubicBezTo>
                      <a:pt x="6" y="25"/>
                      <a:pt x="0" y="44"/>
                      <a:pt x="6" y="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2"/>
              <p:cNvSpPr/>
              <p:nvPr/>
            </p:nvSpPr>
            <p:spPr>
              <a:xfrm>
                <a:off x="2597066" y="1583066"/>
                <a:ext cx="10973" cy="6753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8" extrusionOk="0">
                    <a:moveTo>
                      <a:pt x="13" y="75"/>
                    </a:moveTo>
                    <a:lnTo>
                      <a:pt x="19" y="81"/>
                    </a:lnTo>
                    <a:cubicBezTo>
                      <a:pt x="25" y="87"/>
                      <a:pt x="38" y="87"/>
                      <a:pt x="44" y="87"/>
                    </a:cubicBezTo>
                    <a:cubicBezTo>
                      <a:pt x="69" y="87"/>
                      <a:pt x="81" y="81"/>
                      <a:pt x="106" y="81"/>
                    </a:cubicBezTo>
                    <a:lnTo>
                      <a:pt x="118" y="81"/>
                    </a:lnTo>
                    <a:cubicBezTo>
                      <a:pt x="130" y="81"/>
                      <a:pt x="130" y="75"/>
                      <a:pt x="137" y="75"/>
                    </a:cubicBezTo>
                    <a:cubicBezTo>
                      <a:pt x="143" y="63"/>
                      <a:pt x="143" y="56"/>
                      <a:pt x="143" y="50"/>
                    </a:cubicBezTo>
                    <a:cubicBezTo>
                      <a:pt x="143" y="44"/>
                      <a:pt x="143" y="32"/>
                      <a:pt x="137" y="26"/>
                    </a:cubicBezTo>
                    <a:cubicBezTo>
                      <a:pt x="137" y="26"/>
                      <a:pt x="130" y="26"/>
                      <a:pt x="130" y="19"/>
                    </a:cubicBezTo>
                    <a:cubicBezTo>
                      <a:pt x="118" y="19"/>
                      <a:pt x="112" y="13"/>
                      <a:pt x="112" y="13"/>
                    </a:cubicBezTo>
                    <a:cubicBezTo>
                      <a:pt x="87" y="13"/>
                      <a:pt x="75" y="1"/>
                      <a:pt x="50" y="1"/>
                    </a:cubicBezTo>
                    <a:lnTo>
                      <a:pt x="38" y="1"/>
                    </a:lnTo>
                    <a:cubicBezTo>
                      <a:pt x="25" y="1"/>
                      <a:pt x="25" y="13"/>
                      <a:pt x="19" y="13"/>
                    </a:cubicBezTo>
                    <a:cubicBezTo>
                      <a:pt x="13" y="19"/>
                      <a:pt x="13" y="19"/>
                      <a:pt x="13" y="26"/>
                    </a:cubicBezTo>
                    <a:cubicBezTo>
                      <a:pt x="13" y="32"/>
                      <a:pt x="1" y="32"/>
                      <a:pt x="13" y="44"/>
                    </a:cubicBezTo>
                    <a:cubicBezTo>
                      <a:pt x="7" y="50"/>
                      <a:pt x="7" y="69"/>
                      <a:pt x="13" y="7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2"/>
              <p:cNvSpPr/>
              <p:nvPr/>
            </p:nvSpPr>
            <p:spPr>
              <a:xfrm>
                <a:off x="3448538" y="1052588"/>
                <a:ext cx="8595" cy="1197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56" extrusionOk="0">
                    <a:moveTo>
                      <a:pt x="7" y="106"/>
                    </a:moveTo>
                    <a:cubicBezTo>
                      <a:pt x="13" y="112"/>
                      <a:pt x="19" y="112"/>
                      <a:pt x="19" y="124"/>
                    </a:cubicBezTo>
                    <a:cubicBezTo>
                      <a:pt x="44" y="143"/>
                      <a:pt x="62" y="155"/>
                      <a:pt x="75" y="155"/>
                    </a:cubicBezTo>
                    <a:cubicBezTo>
                      <a:pt x="106" y="155"/>
                      <a:pt x="112" y="112"/>
                      <a:pt x="112" y="81"/>
                    </a:cubicBezTo>
                    <a:cubicBezTo>
                      <a:pt x="112" y="44"/>
                      <a:pt x="106" y="7"/>
                      <a:pt x="75" y="7"/>
                    </a:cubicBezTo>
                    <a:cubicBezTo>
                      <a:pt x="62" y="1"/>
                      <a:pt x="44" y="7"/>
                      <a:pt x="19" y="38"/>
                    </a:cubicBezTo>
                    <a:cubicBezTo>
                      <a:pt x="13" y="44"/>
                      <a:pt x="7" y="44"/>
                      <a:pt x="7" y="50"/>
                    </a:cubicBezTo>
                    <a:cubicBezTo>
                      <a:pt x="1" y="69"/>
                      <a:pt x="1" y="93"/>
                      <a:pt x="7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8" name="Google Shape;668;p42"/>
            <p:cNvGrpSpPr/>
            <p:nvPr/>
          </p:nvGrpSpPr>
          <p:grpSpPr>
            <a:xfrm>
              <a:off x="4732345" y="2908608"/>
              <a:ext cx="542452" cy="654925"/>
              <a:chOff x="4732345" y="2908608"/>
              <a:chExt cx="542452" cy="654925"/>
            </a:xfrm>
          </p:grpSpPr>
          <p:sp>
            <p:nvSpPr>
              <p:cNvPr id="669" name="Google Shape;669;p42"/>
              <p:cNvSpPr/>
              <p:nvPr/>
            </p:nvSpPr>
            <p:spPr>
              <a:xfrm>
                <a:off x="4732345" y="2908608"/>
                <a:ext cx="391208" cy="637765"/>
              </a:xfrm>
              <a:custGeom>
                <a:avLst/>
                <a:gdLst/>
                <a:ahLst/>
                <a:cxnLst/>
                <a:rect l="l" t="t" r="r" b="b"/>
                <a:pathLst>
                  <a:path w="5098" h="8311" extrusionOk="0">
                    <a:moveTo>
                      <a:pt x="514" y="7334"/>
                    </a:moveTo>
                    <a:cubicBezTo>
                      <a:pt x="384" y="7235"/>
                      <a:pt x="1" y="6685"/>
                      <a:pt x="279" y="6129"/>
                    </a:cubicBezTo>
                    <a:cubicBezTo>
                      <a:pt x="557" y="5573"/>
                      <a:pt x="1070" y="5388"/>
                      <a:pt x="884" y="5017"/>
                    </a:cubicBezTo>
                    <a:cubicBezTo>
                      <a:pt x="699" y="4647"/>
                      <a:pt x="279" y="4511"/>
                      <a:pt x="421" y="3905"/>
                    </a:cubicBezTo>
                    <a:cubicBezTo>
                      <a:pt x="557" y="3306"/>
                      <a:pt x="1255" y="2515"/>
                      <a:pt x="1255" y="2515"/>
                    </a:cubicBezTo>
                    <a:cubicBezTo>
                      <a:pt x="1255" y="2515"/>
                      <a:pt x="792" y="3306"/>
                      <a:pt x="884" y="3627"/>
                    </a:cubicBezTo>
                    <a:cubicBezTo>
                      <a:pt x="977" y="3955"/>
                      <a:pt x="1348" y="4140"/>
                      <a:pt x="1440" y="4511"/>
                    </a:cubicBezTo>
                    <a:cubicBezTo>
                      <a:pt x="1533" y="4875"/>
                      <a:pt x="1440" y="5759"/>
                      <a:pt x="1811" y="5437"/>
                    </a:cubicBezTo>
                    <a:cubicBezTo>
                      <a:pt x="2182" y="5110"/>
                      <a:pt x="2182" y="3942"/>
                      <a:pt x="2182" y="3942"/>
                    </a:cubicBezTo>
                    <a:lnTo>
                      <a:pt x="1811" y="2972"/>
                    </a:lnTo>
                    <a:lnTo>
                      <a:pt x="2225" y="1298"/>
                    </a:lnTo>
                    <a:lnTo>
                      <a:pt x="1484" y="1"/>
                    </a:lnTo>
                    <a:cubicBezTo>
                      <a:pt x="1484" y="1"/>
                      <a:pt x="2089" y="322"/>
                      <a:pt x="2367" y="785"/>
                    </a:cubicBezTo>
                    <a:cubicBezTo>
                      <a:pt x="2645" y="1249"/>
                      <a:pt x="2552" y="2645"/>
                      <a:pt x="2552" y="2645"/>
                    </a:cubicBezTo>
                    <a:cubicBezTo>
                      <a:pt x="2552" y="2645"/>
                      <a:pt x="2966" y="3250"/>
                      <a:pt x="3108" y="3714"/>
                    </a:cubicBezTo>
                    <a:cubicBezTo>
                      <a:pt x="3244" y="4177"/>
                      <a:pt x="2596" y="4684"/>
                      <a:pt x="3016" y="4919"/>
                    </a:cubicBezTo>
                    <a:cubicBezTo>
                      <a:pt x="3430" y="5147"/>
                      <a:pt x="3893" y="4733"/>
                      <a:pt x="3893" y="4733"/>
                    </a:cubicBezTo>
                    <a:cubicBezTo>
                      <a:pt x="3893" y="4733"/>
                      <a:pt x="3850" y="3386"/>
                      <a:pt x="3800" y="3059"/>
                    </a:cubicBezTo>
                    <a:cubicBezTo>
                      <a:pt x="3757" y="2731"/>
                      <a:pt x="4313" y="1805"/>
                      <a:pt x="4313" y="1805"/>
                    </a:cubicBezTo>
                    <a:lnTo>
                      <a:pt x="4356" y="2966"/>
                    </a:lnTo>
                    <a:lnTo>
                      <a:pt x="4777" y="4591"/>
                    </a:lnTo>
                    <a:cubicBezTo>
                      <a:pt x="4777" y="4591"/>
                      <a:pt x="4406" y="5332"/>
                      <a:pt x="4591" y="5888"/>
                    </a:cubicBezTo>
                    <a:cubicBezTo>
                      <a:pt x="4777" y="6445"/>
                      <a:pt x="5098" y="6587"/>
                      <a:pt x="4542" y="7001"/>
                    </a:cubicBezTo>
                    <a:cubicBezTo>
                      <a:pt x="4004" y="7427"/>
                      <a:pt x="1774" y="8310"/>
                      <a:pt x="514" y="73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2"/>
              <p:cNvSpPr/>
              <p:nvPr/>
            </p:nvSpPr>
            <p:spPr>
              <a:xfrm flipH="1">
                <a:off x="4958058" y="3047150"/>
                <a:ext cx="316739" cy="516383"/>
              </a:xfrm>
              <a:custGeom>
                <a:avLst/>
                <a:gdLst/>
                <a:ahLst/>
                <a:cxnLst/>
                <a:rect l="l" t="t" r="r" b="b"/>
                <a:pathLst>
                  <a:path w="5098" h="8311" extrusionOk="0">
                    <a:moveTo>
                      <a:pt x="514" y="7334"/>
                    </a:moveTo>
                    <a:cubicBezTo>
                      <a:pt x="384" y="7235"/>
                      <a:pt x="1" y="6685"/>
                      <a:pt x="279" y="6129"/>
                    </a:cubicBezTo>
                    <a:cubicBezTo>
                      <a:pt x="557" y="5573"/>
                      <a:pt x="1070" y="5388"/>
                      <a:pt x="884" y="5017"/>
                    </a:cubicBezTo>
                    <a:cubicBezTo>
                      <a:pt x="699" y="4647"/>
                      <a:pt x="279" y="4511"/>
                      <a:pt x="421" y="3905"/>
                    </a:cubicBezTo>
                    <a:cubicBezTo>
                      <a:pt x="557" y="3306"/>
                      <a:pt x="1255" y="2515"/>
                      <a:pt x="1255" y="2515"/>
                    </a:cubicBezTo>
                    <a:cubicBezTo>
                      <a:pt x="1255" y="2515"/>
                      <a:pt x="792" y="3306"/>
                      <a:pt x="884" y="3627"/>
                    </a:cubicBezTo>
                    <a:cubicBezTo>
                      <a:pt x="977" y="3955"/>
                      <a:pt x="1348" y="4140"/>
                      <a:pt x="1440" y="4511"/>
                    </a:cubicBezTo>
                    <a:cubicBezTo>
                      <a:pt x="1533" y="4875"/>
                      <a:pt x="1440" y="5759"/>
                      <a:pt x="1811" y="5437"/>
                    </a:cubicBezTo>
                    <a:cubicBezTo>
                      <a:pt x="2182" y="5110"/>
                      <a:pt x="2182" y="3942"/>
                      <a:pt x="2182" y="3942"/>
                    </a:cubicBezTo>
                    <a:lnTo>
                      <a:pt x="1811" y="2972"/>
                    </a:lnTo>
                    <a:lnTo>
                      <a:pt x="2225" y="1298"/>
                    </a:lnTo>
                    <a:lnTo>
                      <a:pt x="1484" y="1"/>
                    </a:lnTo>
                    <a:cubicBezTo>
                      <a:pt x="1484" y="1"/>
                      <a:pt x="2089" y="322"/>
                      <a:pt x="2367" y="785"/>
                    </a:cubicBezTo>
                    <a:cubicBezTo>
                      <a:pt x="2645" y="1249"/>
                      <a:pt x="2552" y="2645"/>
                      <a:pt x="2552" y="2645"/>
                    </a:cubicBezTo>
                    <a:cubicBezTo>
                      <a:pt x="2552" y="2645"/>
                      <a:pt x="2966" y="3250"/>
                      <a:pt x="3108" y="3714"/>
                    </a:cubicBezTo>
                    <a:cubicBezTo>
                      <a:pt x="3244" y="4177"/>
                      <a:pt x="2596" y="4684"/>
                      <a:pt x="3016" y="4919"/>
                    </a:cubicBezTo>
                    <a:cubicBezTo>
                      <a:pt x="3430" y="5147"/>
                      <a:pt x="3893" y="4733"/>
                      <a:pt x="3893" y="4733"/>
                    </a:cubicBezTo>
                    <a:cubicBezTo>
                      <a:pt x="3893" y="4733"/>
                      <a:pt x="3850" y="3386"/>
                      <a:pt x="3800" y="3059"/>
                    </a:cubicBezTo>
                    <a:cubicBezTo>
                      <a:pt x="3757" y="2731"/>
                      <a:pt x="4313" y="1805"/>
                      <a:pt x="4313" y="1805"/>
                    </a:cubicBezTo>
                    <a:lnTo>
                      <a:pt x="4356" y="2966"/>
                    </a:lnTo>
                    <a:lnTo>
                      <a:pt x="4777" y="4591"/>
                    </a:lnTo>
                    <a:cubicBezTo>
                      <a:pt x="4777" y="4591"/>
                      <a:pt x="4406" y="5332"/>
                      <a:pt x="4591" y="5888"/>
                    </a:cubicBezTo>
                    <a:cubicBezTo>
                      <a:pt x="4777" y="6445"/>
                      <a:pt x="5098" y="6587"/>
                      <a:pt x="4542" y="7001"/>
                    </a:cubicBezTo>
                    <a:cubicBezTo>
                      <a:pt x="4004" y="7427"/>
                      <a:pt x="1774" y="8310"/>
                      <a:pt x="514" y="73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3"/>
          <p:cNvSpPr txBox="1">
            <a:spLocks noGrp="1"/>
          </p:cNvSpPr>
          <p:nvPr>
            <p:ph type="title"/>
          </p:nvPr>
        </p:nvSpPr>
        <p:spPr>
          <a:xfrm>
            <a:off x="720000" y="1990750"/>
            <a:ext cx="4580400" cy="17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Engagement Loop</a:t>
            </a:r>
            <a:endParaRPr lang="en-US"/>
          </a:p>
        </p:txBody>
      </p:sp>
      <p:sp>
        <p:nvSpPr>
          <p:cNvPr id="676" name="Google Shape;676;p43"/>
          <p:cNvSpPr txBox="1">
            <a:spLocks noGrp="1"/>
          </p:cNvSpPr>
          <p:nvPr>
            <p:ph type="title" idx="2"/>
          </p:nvPr>
        </p:nvSpPr>
        <p:spPr>
          <a:xfrm>
            <a:off x="713225" y="782438"/>
            <a:ext cx="1383300" cy="13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77" name="Google Shape;677;p43"/>
          <p:cNvSpPr txBox="1">
            <a:spLocks noGrp="1"/>
          </p:cNvSpPr>
          <p:nvPr>
            <p:ph type="subTitle" idx="1"/>
          </p:nvPr>
        </p:nvSpPr>
        <p:spPr>
          <a:xfrm>
            <a:off x="720000" y="3653650"/>
            <a:ext cx="45804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What makes you keep playing</a:t>
            </a:r>
            <a:endParaRPr/>
          </a:p>
        </p:txBody>
      </p:sp>
      <p:sp>
        <p:nvSpPr>
          <p:cNvPr id="678" name="Google Shape;678;p43"/>
          <p:cNvSpPr/>
          <p:nvPr/>
        </p:nvSpPr>
        <p:spPr>
          <a:xfrm>
            <a:off x="5628375" y="4028649"/>
            <a:ext cx="278082" cy="575344"/>
          </a:xfrm>
          <a:custGeom>
            <a:avLst/>
            <a:gdLst/>
            <a:ahLst/>
            <a:cxnLst/>
            <a:rect l="l" t="t" r="r" b="b"/>
            <a:pathLst>
              <a:path w="11405" h="23599" extrusionOk="0">
                <a:moveTo>
                  <a:pt x="995" y="4529"/>
                </a:moveTo>
                <a:cubicBezTo>
                  <a:pt x="995" y="4529"/>
                  <a:pt x="995" y="4529"/>
                  <a:pt x="995" y="4529"/>
                </a:cubicBezTo>
                <a:cubicBezTo>
                  <a:pt x="995" y="4529"/>
                  <a:pt x="995" y="4529"/>
                  <a:pt x="995" y="4529"/>
                </a:cubicBezTo>
                <a:close/>
                <a:moveTo>
                  <a:pt x="7675" y="1"/>
                </a:moveTo>
                <a:cubicBezTo>
                  <a:pt x="7580" y="1"/>
                  <a:pt x="7479" y="16"/>
                  <a:pt x="7371" y="43"/>
                </a:cubicBezTo>
                <a:cubicBezTo>
                  <a:pt x="7269" y="68"/>
                  <a:pt x="7178" y="76"/>
                  <a:pt x="7095" y="76"/>
                </a:cubicBezTo>
                <a:cubicBezTo>
                  <a:pt x="6933" y="76"/>
                  <a:pt x="6803" y="45"/>
                  <a:pt x="6689" y="45"/>
                </a:cubicBezTo>
                <a:cubicBezTo>
                  <a:pt x="6595" y="45"/>
                  <a:pt x="6512" y="66"/>
                  <a:pt x="6431" y="142"/>
                </a:cubicBezTo>
                <a:cubicBezTo>
                  <a:pt x="6277" y="290"/>
                  <a:pt x="6345" y="383"/>
                  <a:pt x="6067" y="414"/>
                </a:cubicBezTo>
                <a:cubicBezTo>
                  <a:pt x="5715" y="451"/>
                  <a:pt x="5499" y="828"/>
                  <a:pt x="5659" y="1174"/>
                </a:cubicBezTo>
                <a:cubicBezTo>
                  <a:pt x="5696" y="1260"/>
                  <a:pt x="5832" y="1372"/>
                  <a:pt x="5715" y="1464"/>
                </a:cubicBezTo>
                <a:cubicBezTo>
                  <a:pt x="5344" y="1730"/>
                  <a:pt x="5906" y="2224"/>
                  <a:pt x="5579" y="2626"/>
                </a:cubicBezTo>
                <a:cubicBezTo>
                  <a:pt x="5326" y="2947"/>
                  <a:pt x="5604" y="2836"/>
                  <a:pt x="5641" y="2984"/>
                </a:cubicBezTo>
                <a:cubicBezTo>
                  <a:pt x="5746" y="3417"/>
                  <a:pt x="5715" y="3491"/>
                  <a:pt x="5783" y="3571"/>
                </a:cubicBezTo>
                <a:cubicBezTo>
                  <a:pt x="5823" y="3616"/>
                  <a:pt x="5877" y="3627"/>
                  <a:pt x="5937" y="3627"/>
                </a:cubicBezTo>
                <a:cubicBezTo>
                  <a:pt x="6004" y="3627"/>
                  <a:pt x="6078" y="3613"/>
                  <a:pt x="6147" y="3613"/>
                </a:cubicBezTo>
                <a:cubicBezTo>
                  <a:pt x="6196" y="3613"/>
                  <a:pt x="6243" y="3620"/>
                  <a:pt x="6283" y="3645"/>
                </a:cubicBezTo>
                <a:cubicBezTo>
                  <a:pt x="5661" y="3780"/>
                  <a:pt x="5090" y="4027"/>
                  <a:pt x="4472" y="4027"/>
                </a:cubicBezTo>
                <a:cubicBezTo>
                  <a:pt x="4323" y="4027"/>
                  <a:pt x="4171" y="4012"/>
                  <a:pt x="4016" y="3979"/>
                </a:cubicBezTo>
                <a:cubicBezTo>
                  <a:pt x="3417" y="3849"/>
                  <a:pt x="3417" y="3614"/>
                  <a:pt x="1767" y="2959"/>
                </a:cubicBezTo>
                <a:cubicBezTo>
                  <a:pt x="1683" y="2927"/>
                  <a:pt x="1629" y="2910"/>
                  <a:pt x="1573" y="2910"/>
                </a:cubicBezTo>
                <a:cubicBezTo>
                  <a:pt x="1522" y="2910"/>
                  <a:pt x="1469" y="2924"/>
                  <a:pt x="1390" y="2953"/>
                </a:cubicBezTo>
                <a:cubicBezTo>
                  <a:pt x="772" y="3176"/>
                  <a:pt x="161" y="3423"/>
                  <a:pt x="0" y="4102"/>
                </a:cubicBezTo>
                <a:cubicBezTo>
                  <a:pt x="74" y="4096"/>
                  <a:pt x="136" y="4034"/>
                  <a:pt x="154" y="3966"/>
                </a:cubicBezTo>
                <a:lnTo>
                  <a:pt x="155" y="3966"/>
                </a:lnTo>
                <a:cubicBezTo>
                  <a:pt x="124" y="4133"/>
                  <a:pt x="124" y="4306"/>
                  <a:pt x="161" y="4467"/>
                </a:cubicBezTo>
                <a:cubicBezTo>
                  <a:pt x="221" y="4401"/>
                  <a:pt x="263" y="4312"/>
                  <a:pt x="288" y="4222"/>
                </a:cubicBezTo>
                <a:lnTo>
                  <a:pt x="288" y="4222"/>
                </a:lnTo>
                <a:cubicBezTo>
                  <a:pt x="269" y="4301"/>
                  <a:pt x="318" y="4400"/>
                  <a:pt x="389" y="4442"/>
                </a:cubicBezTo>
                <a:cubicBezTo>
                  <a:pt x="450" y="4043"/>
                  <a:pt x="776" y="3645"/>
                  <a:pt x="964" y="3645"/>
                </a:cubicBezTo>
                <a:cubicBezTo>
                  <a:pt x="968" y="3645"/>
                  <a:pt x="972" y="3645"/>
                  <a:pt x="976" y="3645"/>
                </a:cubicBezTo>
                <a:cubicBezTo>
                  <a:pt x="1044" y="3658"/>
                  <a:pt x="1155" y="3670"/>
                  <a:pt x="1112" y="3732"/>
                </a:cubicBezTo>
                <a:cubicBezTo>
                  <a:pt x="1248" y="3911"/>
                  <a:pt x="692" y="4306"/>
                  <a:pt x="995" y="4529"/>
                </a:cubicBezTo>
                <a:lnTo>
                  <a:pt x="995" y="4529"/>
                </a:lnTo>
                <a:cubicBezTo>
                  <a:pt x="960" y="4501"/>
                  <a:pt x="1699" y="3552"/>
                  <a:pt x="1730" y="3522"/>
                </a:cubicBezTo>
                <a:cubicBezTo>
                  <a:pt x="1736" y="3531"/>
                  <a:pt x="1742" y="3531"/>
                  <a:pt x="1750" y="3531"/>
                </a:cubicBezTo>
                <a:cubicBezTo>
                  <a:pt x="1758" y="3531"/>
                  <a:pt x="1767" y="3531"/>
                  <a:pt x="1779" y="3540"/>
                </a:cubicBezTo>
                <a:cubicBezTo>
                  <a:pt x="2212" y="3966"/>
                  <a:pt x="2453" y="4214"/>
                  <a:pt x="2737" y="4405"/>
                </a:cubicBezTo>
                <a:cubicBezTo>
                  <a:pt x="3725" y="5060"/>
                  <a:pt x="5054" y="4838"/>
                  <a:pt x="5579" y="5128"/>
                </a:cubicBezTo>
                <a:cubicBezTo>
                  <a:pt x="5251" y="6104"/>
                  <a:pt x="5319" y="6271"/>
                  <a:pt x="5517" y="7006"/>
                </a:cubicBezTo>
                <a:cubicBezTo>
                  <a:pt x="6802" y="11609"/>
                  <a:pt x="4763" y="12276"/>
                  <a:pt x="4831" y="12591"/>
                </a:cubicBezTo>
                <a:cubicBezTo>
                  <a:pt x="4955" y="12511"/>
                  <a:pt x="5085" y="12430"/>
                  <a:pt x="5208" y="12350"/>
                </a:cubicBezTo>
                <a:lnTo>
                  <a:pt x="5208" y="12350"/>
                </a:lnTo>
                <a:cubicBezTo>
                  <a:pt x="5128" y="12585"/>
                  <a:pt x="4887" y="12770"/>
                  <a:pt x="4893" y="13017"/>
                </a:cubicBezTo>
                <a:cubicBezTo>
                  <a:pt x="5004" y="12875"/>
                  <a:pt x="5103" y="12752"/>
                  <a:pt x="5227" y="12634"/>
                </a:cubicBezTo>
                <a:lnTo>
                  <a:pt x="5227" y="12634"/>
                </a:lnTo>
                <a:cubicBezTo>
                  <a:pt x="4918" y="13456"/>
                  <a:pt x="4881" y="14302"/>
                  <a:pt x="4671" y="15136"/>
                </a:cubicBezTo>
                <a:cubicBezTo>
                  <a:pt x="4436" y="16082"/>
                  <a:pt x="4559" y="15804"/>
                  <a:pt x="4634" y="16477"/>
                </a:cubicBezTo>
                <a:cubicBezTo>
                  <a:pt x="4652" y="16724"/>
                  <a:pt x="4609" y="16984"/>
                  <a:pt x="4609" y="17237"/>
                </a:cubicBezTo>
                <a:cubicBezTo>
                  <a:pt x="4621" y="18565"/>
                  <a:pt x="5023" y="19690"/>
                  <a:pt x="4930" y="20530"/>
                </a:cubicBezTo>
                <a:cubicBezTo>
                  <a:pt x="4905" y="20777"/>
                  <a:pt x="4763" y="21914"/>
                  <a:pt x="4547" y="22087"/>
                </a:cubicBezTo>
                <a:cubicBezTo>
                  <a:pt x="4405" y="22198"/>
                  <a:pt x="4115" y="22149"/>
                  <a:pt x="4244" y="22791"/>
                </a:cubicBezTo>
                <a:cubicBezTo>
                  <a:pt x="4263" y="22884"/>
                  <a:pt x="4294" y="22921"/>
                  <a:pt x="4424" y="22933"/>
                </a:cubicBezTo>
                <a:cubicBezTo>
                  <a:pt x="4492" y="22938"/>
                  <a:pt x="4603" y="22943"/>
                  <a:pt x="4724" y="22943"/>
                </a:cubicBezTo>
                <a:cubicBezTo>
                  <a:pt x="4919" y="22943"/>
                  <a:pt x="5137" y="22929"/>
                  <a:pt x="5233" y="22871"/>
                </a:cubicBezTo>
                <a:cubicBezTo>
                  <a:pt x="5597" y="22655"/>
                  <a:pt x="5313" y="22081"/>
                  <a:pt x="5764" y="21667"/>
                </a:cubicBezTo>
                <a:cubicBezTo>
                  <a:pt x="5820" y="21932"/>
                  <a:pt x="5845" y="22210"/>
                  <a:pt x="5826" y="22488"/>
                </a:cubicBezTo>
                <a:cubicBezTo>
                  <a:pt x="6085" y="22482"/>
                  <a:pt x="5777" y="22532"/>
                  <a:pt x="6153" y="21395"/>
                </a:cubicBezTo>
                <a:cubicBezTo>
                  <a:pt x="6413" y="20604"/>
                  <a:pt x="6098" y="20678"/>
                  <a:pt x="5931" y="20375"/>
                </a:cubicBezTo>
                <a:cubicBezTo>
                  <a:pt x="5795" y="20141"/>
                  <a:pt x="5919" y="18701"/>
                  <a:pt x="5950" y="18491"/>
                </a:cubicBezTo>
                <a:cubicBezTo>
                  <a:pt x="6129" y="17262"/>
                  <a:pt x="5974" y="17163"/>
                  <a:pt x="5943" y="16545"/>
                </a:cubicBezTo>
                <a:cubicBezTo>
                  <a:pt x="5912" y="16014"/>
                  <a:pt x="6067" y="15476"/>
                  <a:pt x="6364" y="15031"/>
                </a:cubicBezTo>
                <a:cubicBezTo>
                  <a:pt x="6431" y="15087"/>
                  <a:pt x="6364" y="15600"/>
                  <a:pt x="6364" y="15711"/>
                </a:cubicBezTo>
                <a:cubicBezTo>
                  <a:pt x="6382" y="16496"/>
                  <a:pt x="6370" y="16075"/>
                  <a:pt x="7822" y="19541"/>
                </a:cubicBezTo>
                <a:cubicBezTo>
                  <a:pt x="8538" y="21271"/>
                  <a:pt x="8421" y="21327"/>
                  <a:pt x="8081" y="22266"/>
                </a:cubicBezTo>
                <a:cubicBezTo>
                  <a:pt x="7976" y="22575"/>
                  <a:pt x="8050" y="22519"/>
                  <a:pt x="7661" y="22661"/>
                </a:cubicBezTo>
                <a:cubicBezTo>
                  <a:pt x="7049" y="22878"/>
                  <a:pt x="7123" y="23285"/>
                  <a:pt x="7673" y="23508"/>
                </a:cubicBezTo>
                <a:cubicBezTo>
                  <a:pt x="7829" y="23572"/>
                  <a:pt x="7963" y="23598"/>
                  <a:pt x="8079" y="23598"/>
                </a:cubicBezTo>
                <a:cubicBezTo>
                  <a:pt x="8554" y="23598"/>
                  <a:pt x="8722" y="23147"/>
                  <a:pt x="8841" y="22983"/>
                </a:cubicBezTo>
                <a:cubicBezTo>
                  <a:pt x="9072" y="22677"/>
                  <a:pt x="9269" y="22506"/>
                  <a:pt x="9409" y="22506"/>
                </a:cubicBezTo>
                <a:cubicBezTo>
                  <a:pt x="9582" y="22506"/>
                  <a:pt x="9667" y="22770"/>
                  <a:pt x="9619" y="23366"/>
                </a:cubicBezTo>
                <a:cubicBezTo>
                  <a:pt x="9610" y="23481"/>
                  <a:pt x="9656" y="23513"/>
                  <a:pt x="9693" y="23513"/>
                </a:cubicBezTo>
                <a:cubicBezTo>
                  <a:pt x="9708" y="23513"/>
                  <a:pt x="9722" y="23508"/>
                  <a:pt x="9731" y="23502"/>
                </a:cubicBezTo>
                <a:cubicBezTo>
                  <a:pt x="9774" y="22569"/>
                  <a:pt x="10138" y="22179"/>
                  <a:pt x="9947" y="21710"/>
                </a:cubicBezTo>
                <a:cubicBezTo>
                  <a:pt x="9749" y="21253"/>
                  <a:pt x="9434" y="21401"/>
                  <a:pt x="9162" y="20412"/>
                </a:cubicBezTo>
                <a:cubicBezTo>
                  <a:pt x="8668" y="18596"/>
                  <a:pt x="8909" y="18195"/>
                  <a:pt x="8328" y="17101"/>
                </a:cubicBezTo>
                <a:cubicBezTo>
                  <a:pt x="8137" y="16737"/>
                  <a:pt x="7729" y="16094"/>
                  <a:pt x="8019" y="15217"/>
                </a:cubicBezTo>
                <a:cubicBezTo>
                  <a:pt x="8452" y="13926"/>
                  <a:pt x="8347" y="13499"/>
                  <a:pt x="8421" y="12986"/>
                </a:cubicBezTo>
                <a:lnTo>
                  <a:pt x="8421" y="12986"/>
                </a:lnTo>
                <a:cubicBezTo>
                  <a:pt x="8559" y="13042"/>
                  <a:pt x="8581" y="13206"/>
                  <a:pt x="8600" y="13206"/>
                </a:cubicBezTo>
                <a:cubicBezTo>
                  <a:pt x="8615" y="13206"/>
                  <a:pt x="8627" y="13105"/>
                  <a:pt x="8693" y="12770"/>
                </a:cubicBezTo>
                <a:cubicBezTo>
                  <a:pt x="8724" y="12900"/>
                  <a:pt x="8773" y="13024"/>
                  <a:pt x="8835" y="13147"/>
                </a:cubicBezTo>
                <a:cubicBezTo>
                  <a:pt x="8909" y="12880"/>
                  <a:pt x="8920" y="12773"/>
                  <a:pt x="8944" y="12773"/>
                </a:cubicBezTo>
                <a:cubicBezTo>
                  <a:pt x="8969" y="12773"/>
                  <a:pt x="9008" y="12899"/>
                  <a:pt x="9156" y="13085"/>
                </a:cubicBezTo>
                <a:cubicBezTo>
                  <a:pt x="9094" y="12560"/>
                  <a:pt x="9156" y="12035"/>
                  <a:pt x="9162" y="11510"/>
                </a:cubicBezTo>
                <a:cubicBezTo>
                  <a:pt x="9187" y="10064"/>
                  <a:pt x="8668" y="9990"/>
                  <a:pt x="8353" y="8909"/>
                </a:cubicBezTo>
                <a:cubicBezTo>
                  <a:pt x="8038" y="7828"/>
                  <a:pt x="8353" y="7247"/>
                  <a:pt x="8557" y="6839"/>
                </a:cubicBezTo>
                <a:cubicBezTo>
                  <a:pt x="8699" y="6543"/>
                  <a:pt x="8810" y="6228"/>
                  <a:pt x="8946" y="5943"/>
                </a:cubicBezTo>
                <a:cubicBezTo>
                  <a:pt x="9317" y="6320"/>
                  <a:pt x="9694" y="6697"/>
                  <a:pt x="10070" y="7074"/>
                </a:cubicBezTo>
                <a:cubicBezTo>
                  <a:pt x="10305" y="7315"/>
                  <a:pt x="10509" y="7272"/>
                  <a:pt x="10120" y="8724"/>
                </a:cubicBezTo>
                <a:cubicBezTo>
                  <a:pt x="9706" y="10287"/>
                  <a:pt x="9724" y="10256"/>
                  <a:pt x="9632" y="10398"/>
                </a:cubicBezTo>
                <a:cubicBezTo>
                  <a:pt x="9341" y="10867"/>
                  <a:pt x="9385" y="10904"/>
                  <a:pt x="9397" y="11751"/>
                </a:cubicBezTo>
                <a:cubicBezTo>
                  <a:pt x="9496" y="11701"/>
                  <a:pt x="9490" y="11584"/>
                  <a:pt x="9558" y="11022"/>
                </a:cubicBezTo>
                <a:cubicBezTo>
                  <a:pt x="9582" y="11028"/>
                  <a:pt x="9601" y="11071"/>
                  <a:pt x="9601" y="11090"/>
                </a:cubicBezTo>
                <a:cubicBezTo>
                  <a:pt x="9511" y="11658"/>
                  <a:pt x="9689" y="12274"/>
                  <a:pt x="9787" y="12274"/>
                </a:cubicBezTo>
                <a:cubicBezTo>
                  <a:pt x="9844" y="12274"/>
                  <a:pt x="9874" y="12070"/>
                  <a:pt x="9811" y="11535"/>
                </a:cubicBezTo>
                <a:cubicBezTo>
                  <a:pt x="9805" y="11473"/>
                  <a:pt x="9805" y="11399"/>
                  <a:pt x="9842" y="11362"/>
                </a:cubicBezTo>
                <a:cubicBezTo>
                  <a:pt x="9910" y="11516"/>
                  <a:pt x="9928" y="11695"/>
                  <a:pt x="9959" y="11862"/>
                </a:cubicBezTo>
                <a:cubicBezTo>
                  <a:pt x="10004" y="12092"/>
                  <a:pt x="10119" y="12304"/>
                  <a:pt x="10180" y="12304"/>
                </a:cubicBezTo>
                <a:cubicBezTo>
                  <a:pt x="10213" y="12304"/>
                  <a:pt x="10230" y="12244"/>
                  <a:pt x="10212" y="12097"/>
                </a:cubicBezTo>
                <a:cubicBezTo>
                  <a:pt x="10157" y="11615"/>
                  <a:pt x="10095" y="11349"/>
                  <a:pt x="10212" y="11349"/>
                </a:cubicBezTo>
                <a:cubicBezTo>
                  <a:pt x="10314" y="11944"/>
                  <a:pt x="10414" y="12191"/>
                  <a:pt x="10470" y="12191"/>
                </a:cubicBezTo>
                <a:cubicBezTo>
                  <a:pt x="10533" y="12191"/>
                  <a:pt x="10540" y="11875"/>
                  <a:pt x="10429" y="11386"/>
                </a:cubicBezTo>
                <a:cubicBezTo>
                  <a:pt x="10416" y="11325"/>
                  <a:pt x="10410" y="11238"/>
                  <a:pt x="10460" y="11207"/>
                </a:cubicBezTo>
                <a:cubicBezTo>
                  <a:pt x="10546" y="11355"/>
                  <a:pt x="10633" y="11510"/>
                  <a:pt x="10719" y="11658"/>
                </a:cubicBezTo>
                <a:cubicBezTo>
                  <a:pt x="10819" y="11826"/>
                  <a:pt x="10877" y="11871"/>
                  <a:pt x="10904" y="11871"/>
                </a:cubicBezTo>
                <a:cubicBezTo>
                  <a:pt x="10929" y="11871"/>
                  <a:pt x="10928" y="11834"/>
                  <a:pt x="10911" y="11819"/>
                </a:cubicBezTo>
                <a:cubicBezTo>
                  <a:pt x="10904" y="11516"/>
                  <a:pt x="10676" y="11269"/>
                  <a:pt x="10633" y="10979"/>
                </a:cubicBezTo>
                <a:cubicBezTo>
                  <a:pt x="10614" y="10855"/>
                  <a:pt x="10633" y="10719"/>
                  <a:pt x="10614" y="10596"/>
                </a:cubicBezTo>
                <a:cubicBezTo>
                  <a:pt x="10596" y="10342"/>
                  <a:pt x="10460" y="10089"/>
                  <a:pt x="10515" y="9842"/>
                </a:cubicBezTo>
                <a:cubicBezTo>
                  <a:pt x="10596" y="9483"/>
                  <a:pt x="10812" y="9131"/>
                  <a:pt x="10935" y="8792"/>
                </a:cubicBezTo>
                <a:cubicBezTo>
                  <a:pt x="11028" y="8538"/>
                  <a:pt x="11405" y="7395"/>
                  <a:pt x="11318" y="7136"/>
                </a:cubicBezTo>
                <a:cubicBezTo>
                  <a:pt x="11152" y="6635"/>
                  <a:pt x="10348" y="6147"/>
                  <a:pt x="9965" y="5480"/>
                </a:cubicBezTo>
                <a:cubicBezTo>
                  <a:pt x="9799" y="5184"/>
                  <a:pt x="9792" y="4868"/>
                  <a:pt x="9700" y="4566"/>
                </a:cubicBezTo>
                <a:cubicBezTo>
                  <a:pt x="9675" y="4473"/>
                  <a:pt x="9656" y="4356"/>
                  <a:pt x="9737" y="4294"/>
                </a:cubicBezTo>
                <a:cubicBezTo>
                  <a:pt x="9809" y="4344"/>
                  <a:pt x="9886" y="4366"/>
                  <a:pt x="9960" y="4366"/>
                </a:cubicBezTo>
                <a:cubicBezTo>
                  <a:pt x="10226" y="4366"/>
                  <a:pt x="10455" y="4083"/>
                  <a:pt x="10330" y="3793"/>
                </a:cubicBezTo>
                <a:lnTo>
                  <a:pt x="10330" y="3793"/>
                </a:lnTo>
                <a:cubicBezTo>
                  <a:pt x="10353" y="3967"/>
                  <a:pt x="10210" y="4100"/>
                  <a:pt x="10056" y="4100"/>
                </a:cubicBezTo>
                <a:cubicBezTo>
                  <a:pt x="10003" y="4100"/>
                  <a:pt x="9947" y="4084"/>
                  <a:pt x="9897" y="4047"/>
                </a:cubicBezTo>
                <a:cubicBezTo>
                  <a:pt x="9619" y="3843"/>
                  <a:pt x="10083" y="3639"/>
                  <a:pt x="10021" y="3447"/>
                </a:cubicBezTo>
                <a:cubicBezTo>
                  <a:pt x="10015" y="3417"/>
                  <a:pt x="9990" y="3392"/>
                  <a:pt x="9984" y="3361"/>
                </a:cubicBezTo>
                <a:cubicBezTo>
                  <a:pt x="9922" y="3207"/>
                  <a:pt x="10138" y="3058"/>
                  <a:pt x="10107" y="2898"/>
                </a:cubicBezTo>
                <a:cubicBezTo>
                  <a:pt x="10089" y="2793"/>
                  <a:pt x="9984" y="2731"/>
                  <a:pt x="9904" y="2650"/>
                </a:cubicBezTo>
                <a:cubicBezTo>
                  <a:pt x="9829" y="2576"/>
                  <a:pt x="9811" y="2410"/>
                  <a:pt x="9922" y="2391"/>
                </a:cubicBezTo>
                <a:cubicBezTo>
                  <a:pt x="9931" y="2388"/>
                  <a:pt x="9940" y="2387"/>
                  <a:pt x="9949" y="2387"/>
                </a:cubicBezTo>
                <a:cubicBezTo>
                  <a:pt x="9977" y="2387"/>
                  <a:pt x="10007" y="2399"/>
                  <a:pt x="10039" y="2403"/>
                </a:cubicBezTo>
                <a:cubicBezTo>
                  <a:pt x="10047" y="2404"/>
                  <a:pt x="10054" y="2405"/>
                  <a:pt x="10061" y="2405"/>
                </a:cubicBezTo>
                <a:cubicBezTo>
                  <a:pt x="10180" y="2405"/>
                  <a:pt x="10272" y="2261"/>
                  <a:pt x="10225" y="2150"/>
                </a:cubicBezTo>
                <a:lnTo>
                  <a:pt x="10225" y="2150"/>
                </a:lnTo>
                <a:cubicBezTo>
                  <a:pt x="10198" y="2177"/>
                  <a:pt x="10154" y="2195"/>
                  <a:pt x="10104" y="2195"/>
                </a:cubicBezTo>
                <a:cubicBezTo>
                  <a:pt x="9993" y="2195"/>
                  <a:pt x="9857" y="2103"/>
                  <a:pt x="9836" y="1804"/>
                </a:cubicBezTo>
                <a:cubicBezTo>
                  <a:pt x="9836" y="1693"/>
                  <a:pt x="9836" y="1576"/>
                  <a:pt x="9792" y="1477"/>
                </a:cubicBezTo>
                <a:cubicBezTo>
                  <a:pt x="9727" y="1327"/>
                  <a:pt x="9566" y="1238"/>
                  <a:pt x="9406" y="1238"/>
                </a:cubicBezTo>
                <a:cubicBezTo>
                  <a:pt x="9355" y="1238"/>
                  <a:pt x="9303" y="1247"/>
                  <a:pt x="9255" y="1267"/>
                </a:cubicBezTo>
                <a:cubicBezTo>
                  <a:pt x="9361" y="931"/>
                  <a:pt x="9072" y="594"/>
                  <a:pt x="8681" y="594"/>
                </a:cubicBezTo>
                <a:cubicBezTo>
                  <a:pt x="8640" y="594"/>
                  <a:pt x="8599" y="598"/>
                  <a:pt x="8557" y="606"/>
                </a:cubicBezTo>
                <a:cubicBezTo>
                  <a:pt x="8522" y="611"/>
                  <a:pt x="8493" y="614"/>
                  <a:pt x="8470" y="614"/>
                </a:cubicBezTo>
                <a:cubicBezTo>
                  <a:pt x="8394" y="614"/>
                  <a:pt x="8369" y="582"/>
                  <a:pt x="8340" y="507"/>
                </a:cubicBezTo>
                <a:cubicBezTo>
                  <a:pt x="8208" y="153"/>
                  <a:pt x="7979" y="1"/>
                  <a:pt x="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3"/>
          <p:cNvSpPr/>
          <p:nvPr/>
        </p:nvSpPr>
        <p:spPr>
          <a:xfrm>
            <a:off x="6007079" y="3742744"/>
            <a:ext cx="867325" cy="1386557"/>
          </a:xfrm>
          <a:custGeom>
            <a:avLst/>
            <a:gdLst/>
            <a:ahLst/>
            <a:cxnLst/>
            <a:rect l="l" t="t" r="r" b="b"/>
            <a:pathLst>
              <a:path w="14768" h="23609" extrusionOk="0">
                <a:moveTo>
                  <a:pt x="2606" y="9157"/>
                </a:moveTo>
                <a:cubicBezTo>
                  <a:pt x="2606" y="9158"/>
                  <a:pt x="2606" y="9158"/>
                  <a:pt x="2606" y="9158"/>
                </a:cubicBezTo>
                <a:cubicBezTo>
                  <a:pt x="2606" y="9158"/>
                  <a:pt x="2606" y="9158"/>
                  <a:pt x="2606" y="9157"/>
                </a:cubicBezTo>
                <a:close/>
                <a:moveTo>
                  <a:pt x="5599" y="0"/>
                </a:moveTo>
                <a:cubicBezTo>
                  <a:pt x="5364" y="0"/>
                  <a:pt x="5142" y="142"/>
                  <a:pt x="5043" y="352"/>
                </a:cubicBezTo>
                <a:cubicBezTo>
                  <a:pt x="4994" y="247"/>
                  <a:pt x="4926" y="161"/>
                  <a:pt x="4839" y="93"/>
                </a:cubicBezTo>
                <a:cubicBezTo>
                  <a:pt x="4672" y="314"/>
                  <a:pt x="4629" y="395"/>
                  <a:pt x="4611" y="395"/>
                </a:cubicBezTo>
                <a:cubicBezTo>
                  <a:pt x="4592" y="395"/>
                  <a:pt x="4601" y="303"/>
                  <a:pt x="4518" y="192"/>
                </a:cubicBezTo>
                <a:cubicBezTo>
                  <a:pt x="4425" y="402"/>
                  <a:pt x="4364" y="624"/>
                  <a:pt x="4333" y="859"/>
                </a:cubicBezTo>
                <a:cubicBezTo>
                  <a:pt x="4277" y="834"/>
                  <a:pt x="4234" y="791"/>
                  <a:pt x="4203" y="735"/>
                </a:cubicBezTo>
                <a:lnTo>
                  <a:pt x="4203" y="735"/>
                </a:lnTo>
                <a:cubicBezTo>
                  <a:pt x="4177" y="944"/>
                  <a:pt x="4238" y="1057"/>
                  <a:pt x="4217" y="1057"/>
                </a:cubicBezTo>
                <a:cubicBezTo>
                  <a:pt x="4202" y="1057"/>
                  <a:pt x="4148" y="1003"/>
                  <a:pt x="3999" y="890"/>
                </a:cubicBezTo>
                <a:lnTo>
                  <a:pt x="3999" y="890"/>
                </a:lnTo>
                <a:cubicBezTo>
                  <a:pt x="4005" y="1100"/>
                  <a:pt x="4092" y="1310"/>
                  <a:pt x="4240" y="1452"/>
                </a:cubicBezTo>
                <a:cubicBezTo>
                  <a:pt x="4160" y="1452"/>
                  <a:pt x="4086" y="1440"/>
                  <a:pt x="4005" y="1415"/>
                </a:cubicBezTo>
                <a:lnTo>
                  <a:pt x="4005" y="1415"/>
                </a:lnTo>
                <a:cubicBezTo>
                  <a:pt x="4265" y="1730"/>
                  <a:pt x="4518" y="2039"/>
                  <a:pt x="4771" y="2360"/>
                </a:cubicBezTo>
                <a:cubicBezTo>
                  <a:pt x="5439" y="3170"/>
                  <a:pt x="5599" y="2984"/>
                  <a:pt x="5760" y="3299"/>
                </a:cubicBezTo>
                <a:cubicBezTo>
                  <a:pt x="5803" y="3386"/>
                  <a:pt x="5754" y="3411"/>
                  <a:pt x="5661" y="3441"/>
                </a:cubicBezTo>
                <a:cubicBezTo>
                  <a:pt x="5482" y="3491"/>
                  <a:pt x="5358" y="3651"/>
                  <a:pt x="5204" y="3763"/>
                </a:cubicBezTo>
                <a:cubicBezTo>
                  <a:pt x="5037" y="3886"/>
                  <a:pt x="4833" y="3942"/>
                  <a:pt x="4648" y="4034"/>
                </a:cubicBezTo>
                <a:cubicBezTo>
                  <a:pt x="3727" y="4479"/>
                  <a:pt x="3752" y="5350"/>
                  <a:pt x="3598" y="5653"/>
                </a:cubicBezTo>
                <a:cubicBezTo>
                  <a:pt x="3560" y="5733"/>
                  <a:pt x="3536" y="5758"/>
                  <a:pt x="3109" y="6265"/>
                </a:cubicBezTo>
                <a:cubicBezTo>
                  <a:pt x="3094" y="6283"/>
                  <a:pt x="3082" y="6293"/>
                  <a:pt x="3069" y="6293"/>
                </a:cubicBezTo>
                <a:cubicBezTo>
                  <a:pt x="3055" y="6293"/>
                  <a:pt x="3042" y="6283"/>
                  <a:pt x="3023" y="6265"/>
                </a:cubicBezTo>
                <a:cubicBezTo>
                  <a:pt x="2164" y="5282"/>
                  <a:pt x="2257" y="5004"/>
                  <a:pt x="1960" y="3608"/>
                </a:cubicBezTo>
                <a:cubicBezTo>
                  <a:pt x="1930" y="3471"/>
                  <a:pt x="1748" y="3115"/>
                  <a:pt x="1568" y="3115"/>
                </a:cubicBezTo>
                <a:cubicBezTo>
                  <a:pt x="1529" y="3115"/>
                  <a:pt x="1491" y="3131"/>
                  <a:pt x="1454" y="3170"/>
                </a:cubicBezTo>
                <a:cubicBezTo>
                  <a:pt x="1509" y="3250"/>
                  <a:pt x="1583" y="3330"/>
                  <a:pt x="1633" y="3417"/>
                </a:cubicBezTo>
                <a:cubicBezTo>
                  <a:pt x="1730" y="3592"/>
                  <a:pt x="1691" y="3649"/>
                  <a:pt x="1595" y="3649"/>
                </a:cubicBezTo>
                <a:cubicBezTo>
                  <a:pt x="1417" y="3649"/>
                  <a:pt x="1044" y="3454"/>
                  <a:pt x="984" y="3454"/>
                </a:cubicBezTo>
                <a:cubicBezTo>
                  <a:pt x="975" y="3454"/>
                  <a:pt x="967" y="3453"/>
                  <a:pt x="958" y="3453"/>
                </a:cubicBezTo>
                <a:cubicBezTo>
                  <a:pt x="708" y="3453"/>
                  <a:pt x="469" y="3537"/>
                  <a:pt x="230" y="3614"/>
                </a:cubicBezTo>
                <a:cubicBezTo>
                  <a:pt x="70" y="3676"/>
                  <a:pt x="163" y="3800"/>
                  <a:pt x="243" y="3818"/>
                </a:cubicBezTo>
                <a:cubicBezTo>
                  <a:pt x="248" y="3819"/>
                  <a:pt x="253" y="3819"/>
                  <a:pt x="258" y="3819"/>
                </a:cubicBezTo>
                <a:cubicBezTo>
                  <a:pt x="321" y="3819"/>
                  <a:pt x="383" y="3785"/>
                  <a:pt x="441" y="3756"/>
                </a:cubicBezTo>
                <a:lnTo>
                  <a:pt x="441" y="3756"/>
                </a:lnTo>
                <a:cubicBezTo>
                  <a:pt x="397" y="3831"/>
                  <a:pt x="311" y="3868"/>
                  <a:pt x="243" y="3923"/>
                </a:cubicBezTo>
                <a:cubicBezTo>
                  <a:pt x="0" y="4088"/>
                  <a:pt x="131" y="4238"/>
                  <a:pt x="228" y="4238"/>
                </a:cubicBezTo>
                <a:cubicBezTo>
                  <a:pt x="251" y="4238"/>
                  <a:pt x="273" y="4229"/>
                  <a:pt x="286" y="4211"/>
                </a:cubicBezTo>
                <a:lnTo>
                  <a:pt x="286" y="4211"/>
                </a:lnTo>
                <a:cubicBezTo>
                  <a:pt x="169" y="4402"/>
                  <a:pt x="275" y="4470"/>
                  <a:pt x="335" y="4470"/>
                </a:cubicBezTo>
                <a:cubicBezTo>
                  <a:pt x="342" y="4470"/>
                  <a:pt x="349" y="4469"/>
                  <a:pt x="354" y="4467"/>
                </a:cubicBezTo>
                <a:lnTo>
                  <a:pt x="354" y="4467"/>
                </a:lnTo>
                <a:cubicBezTo>
                  <a:pt x="335" y="4523"/>
                  <a:pt x="348" y="4578"/>
                  <a:pt x="385" y="4628"/>
                </a:cubicBezTo>
                <a:cubicBezTo>
                  <a:pt x="496" y="4535"/>
                  <a:pt x="558" y="4405"/>
                  <a:pt x="558" y="4263"/>
                </a:cubicBezTo>
                <a:cubicBezTo>
                  <a:pt x="1238" y="4671"/>
                  <a:pt x="1275" y="4689"/>
                  <a:pt x="1343" y="4764"/>
                </a:cubicBezTo>
                <a:cubicBezTo>
                  <a:pt x="1756" y="5208"/>
                  <a:pt x="1738" y="6858"/>
                  <a:pt x="2300" y="7760"/>
                </a:cubicBezTo>
                <a:cubicBezTo>
                  <a:pt x="1861" y="8236"/>
                  <a:pt x="2158" y="8773"/>
                  <a:pt x="2084" y="9304"/>
                </a:cubicBezTo>
                <a:cubicBezTo>
                  <a:pt x="2201" y="9082"/>
                  <a:pt x="2294" y="8841"/>
                  <a:pt x="2362" y="8594"/>
                </a:cubicBezTo>
                <a:cubicBezTo>
                  <a:pt x="2627" y="8927"/>
                  <a:pt x="2608" y="9145"/>
                  <a:pt x="2606" y="9157"/>
                </a:cubicBezTo>
                <a:lnTo>
                  <a:pt x="2606" y="9157"/>
                </a:lnTo>
                <a:cubicBezTo>
                  <a:pt x="2608" y="9147"/>
                  <a:pt x="2636" y="8983"/>
                  <a:pt x="2875" y="8612"/>
                </a:cubicBezTo>
                <a:cubicBezTo>
                  <a:pt x="3109" y="9008"/>
                  <a:pt x="2881" y="9626"/>
                  <a:pt x="3282" y="9910"/>
                </a:cubicBezTo>
                <a:cubicBezTo>
                  <a:pt x="2980" y="9193"/>
                  <a:pt x="3486" y="8396"/>
                  <a:pt x="3647" y="7741"/>
                </a:cubicBezTo>
                <a:cubicBezTo>
                  <a:pt x="3760" y="8072"/>
                  <a:pt x="3729" y="8423"/>
                  <a:pt x="3748" y="8423"/>
                </a:cubicBezTo>
                <a:cubicBezTo>
                  <a:pt x="3765" y="8423"/>
                  <a:pt x="3823" y="8135"/>
                  <a:pt x="4067" y="7284"/>
                </a:cubicBezTo>
                <a:lnTo>
                  <a:pt x="4067" y="7284"/>
                </a:lnTo>
                <a:cubicBezTo>
                  <a:pt x="4388" y="8557"/>
                  <a:pt x="3622" y="9607"/>
                  <a:pt x="3369" y="12888"/>
                </a:cubicBezTo>
                <a:cubicBezTo>
                  <a:pt x="3462" y="12715"/>
                  <a:pt x="3548" y="12536"/>
                  <a:pt x="3641" y="12356"/>
                </a:cubicBezTo>
                <a:lnTo>
                  <a:pt x="3641" y="12356"/>
                </a:lnTo>
                <a:cubicBezTo>
                  <a:pt x="3925" y="15452"/>
                  <a:pt x="3573" y="15544"/>
                  <a:pt x="3808" y="16310"/>
                </a:cubicBezTo>
                <a:cubicBezTo>
                  <a:pt x="3882" y="16576"/>
                  <a:pt x="4030" y="16829"/>
                  <a:pt x="3999" y="17101"/>
                </a:cubicBezTo>
                <a:cubicBezTo>
                  <a:pt x="3925" y="17058"/>
                  <a:pt x="3845" y="17027"/>
                  <a:pt x="3771" y="16990"/>
                </a:cubicBezTo>
                <a:lnTo>
                  <a:pt x="3771" y="16990"/>
                </a:lnTo>
                <a:cubicBezTo>
                  <a:pt x="3894" y="17565"/>
                  <a:pt x="4450" y="17948"/>
                  <a:pt x="4623" y="18504"/>
                </a:cubicBezTo>
                <a:cubicBezTo>
                  <a:pt x="4839" y="19158"/>
                  <a:pt x="4493" y="19962"/>
                  <a:pt x="4889" y="20536"/>
                </a:cubicBezTo>
                <a:cubicBezTo>
                  <a:pt x="4852" y="20165"/>
                  <a:pt x="4889" y="19789"/>
                  <a:pt x="5006" y="19436"/>
                </a:cubicBezTo>
                <a:cubicBezTo>
                  <a:pt x="5080" y="19714"/>
                  <a:pt x="5204" y="19974"/>
                  <a:pt x="5377" y="20203"/>
                </a:cubicBezTo>
                <a:cubicBezTo>
                  <a:pt x="5389" y="19955"/>
                  <a:pt x="5408" y="19702"/>
                  <a:pt x="5426" y="19455"/>
                </a:cubicBezTo>
                <a:cubicBezTo>
                  <a:pt x="5624" y="19727"/>
                  <a:pt x="5754" y="20048"/>
                  <a:pt x="5791" y="20388"/>
                </a:cubicBezTo>
                <a:cubicBezTo>
                  <a:pt x="5828" y="20697"/>
                  <a:pt x="5704" y="20808"/>
                  <a:pt x="5451" y="20907"/>
                </a:cubicBezTo>
                <a:cubicBezTo>
                  <a:pt x="5179" y="21012"/>
                  <a:pt x="4920" y="21160"/>
                  <a:pt x="4642" y="21247"/>
                </a:cubicBezTo>
                <a:cubicBezTo>
                  <a:pt x="4456" y="21302"/>
                  <a:pt x="4036" y="21580"/>
                  <a:pt x="4005" y="21654"/>
                </a:cubicBezTo>
                <a:cubicBezTo>
                  <a:pt x="3968" y="21741"/>
                  <a:pt x="4036" y="21840"/>
                  <a:pt x="4123" y="21877"/>
                </a:cubicBezTo>
                <a:cubicBezTo>
                  <a:pt x="4167" y="21896"/>
                  <a:pt x="4211" y="21903"/>
                  <a:pt x="4254" y="21903"/>
                </a:cubicBezTo>
                <a:cubicBezTo>
                  <a:pt x="4378" y="21903"/>
                  <a:pt x="4498" y="21843"/>
                  <a:pt x="4617" y="21834"/>
                </a:cubicBezTo>
                <a:cubicBezTo>
                  <a:pt x="4645" y="21831"/>
                  <a:pt x="4673" y="21830"/>
                  <a:pt x="4700" y="21830"/>
                </a:cubicBezTo>
                <a:cubicBezTo>
                  <a:pt x="4809" y="21830"/>
                  <a:pt x="4911" y="21844"/>
                  <a:pt x="5016" y="21844"/>
                </a:cubicBezTo>
                <a:cubicBezTo>
                  <a:pt x="5105" y="21844"/>
                  <a:pt x="5195" y="21834"/>
                  <a:pt x="5290" y="21796"/>
                </a:cubicBezTo>
                <a:cubicBezTo>
                  <a:pt x="5395" y="21753"/>
                  <a:pt x="5488" y="21685"/>
                  <a:pt x="5593" y="21642"/>
                </a:cubicBezTo>
                <a:cubicBezTo>
                  <a:pt x="5774" y="21566"/>
                  <a:pt x="5981" y="21553"/>
                  <a:pt x="6185" y="21553"/>
                </a:cubicBezTo>
                <a:cubicBezTo>
                  <a:pt x="6291" y="21553"/>
                  <a:pt x="6396" y="21556"/>
                  <a:pt x="6495" y="21556"/>
                </a:cubicBezTo>
                <a:cubicBezTo>
                  <a:pt x="6790" y="21556"/>
                  <a:pt x="7035" y="21525"/>
                  <a:pt x="7107" y="21271"/>
                </a:cubicBezTo>
                <a:cubicBezTo>
                  <a:pt x="7323" y="20474"/>
                  <a:pt x="6446" y="19832"/>
                  <a:pt x="6446" y="19047"/>
                </a:cubicBezTo>
                <a:lnTo>
                  <a:pt x="6446" y="19047"/>
                </a:lnTo>
                <a:cubicBezTo>
                  <a:pt x="6520" y="19090"/>
                  <a:pt x="6588" y="19128"/>
                  <a:pt x="6656" y="19177"/>
                </a:cubicBezTo>
                <a:cubicBezTo>
                  <a:pt x="5778" y="16032"/>
                  <a:pt x="6310" y="17750"/>
                  <a:pt x="6087" y="16681"/>
                </a:cubicBezTo>
                <a:cubicBezTo>
                  <a:pt x="6056" y="16520"/>
                  <a:pt x="5982" y="16360"/>
                  <a:pt x="5970" y="16187"/>
                </a:cubicBezTo>
                <a:cubicBezTo>
                  <a:pt x="5945" y="15835"/>
                  <a:pt x="6168" y="15507"/>
                  <a:pt x="6199" y="15155"/>
                </a:cubicBezTo>
                <a:cubicBezTo>
                  <a:pt x="7399" y="17075"/>
                  <a:pt x="7474" y="18101"/>
                  <a:pt x="7538" y="18101"/>
                </a:cubicBezTo>
                <a:cubicBezTo>
                  <a:pt x="7561" y="18101"/>
                  <a:pt x="7584" y="17958"/>
                  <a:pt x="7663" y="17663"/>
                </a:cubicBezTo>
                <a:cubicBezTo>
                  <a:pt x="7941" y="18615"/>
                  <a:pt x="8281" y="19541"/>
                  <a:pt x="8664" y="20443"/>
                </a:cubicBezTo>
                <a:cubicBezTo>
                  <a:pt x="8739" y="20132"/>
                  <a:pt x="8753" y="19997"/>
                  <a:pt x="8768" y="19997"/>
                </a:cubicBezTo>
                <a:cubicBezTo>
                  <a:pt x="8795" y="19997"/>
                  <a:pt x="8824" y="20432"/>
                  <a:pt x="9213" y="21055"/>
                </a:cubicBezTo>
                <a:lnTo>
                  <a:pt x="9422" y="20521"/>
                </a:lnTo>
                <a:lnTo>
                  <a:pt x="9422" y="20521"/>
                </a:lnTo>
                <a:cubicBezTo>
                  <a:pt x="9379" y="20641"/>
                  <a:pt x="9615" y="20913"/>
                  <a:pt x="9627" y="21549"/>
                </a:cubicBezTo>
                <a:cubicBezTo>
                  <a:pt x="9646" y="22371"/>
                  <a:pt x="9522" y="22309"/>
                  <a:pt x="8540" y="23075"/>
                </a:cubicBezTo>
                <a:cubicBezTo>
                  <a:pt x="8466" y="23137"/>
                  <a:pt x="8250" y="23187"/>
                  <a:pt x="8194" y="23353"/>
                </a:cubicBezTo>
                <a:cubicBezTo>
                  <a:pt x="8176" y="23409"/>
                  <a:pt x="8188" y="23471"/>
                  <a:pt x="8231" y="23502"/>
                </a:cubicBezTo>
                <a:cubicBezTo>
                  <a:pt x="8252" y="23517"/>
                  <a:pt x="8275" y="23523"/>
                  <a:pt x="8300" y="23523"/>
                </a:cubicBezTo>
                <a:cubicBezTo>
                  <a:pt x="8377" y="23523"/>
                  <a:pt x="8469" y="23464"/>
                  <a:pt x="8558" y="23464"/>
                </a:cubicBezTo>
                <a:cubicBezTo>
                  <a:pt x="8565" y="23464"/>
                  <a:pt x="8571" y="23464"/>
                  <a:pt x="8577" y="23465"/>
                </a:cubicBezTo>
                <a:cubicBezTo>
                  <a:pt x="8557" y="23509"/>
                  <a:pt x="8589" y="23592"/>
                  <a:pt x="8677" y="23592"/>
                </a:cubicBezTo>
                <a:cubicBezTo>
                  <a:pt x="8725" y="23592"/>
                  <a:pt x="8788" y="23568"/>
                  <a:pt x="8867" y="23502"/>
                </a:cubicBezTo>
                <a:cubicBezTo>
                  <a:pt x="8898" y="23574"/>
                  <a:pt x="8978" y="23609"/>
                  <a:pt x="9061" y="23609"/>
                </a:cubicBezTo>
                <a:cubicBezTo>
                  <a:pt x="9112" y="23609"/>
                  <a:pt x="9165" y="23596"/>
                  <a:pt x="9207" y="23570"/>
                </a:cubicBezTo>
                <a:cubicBezTo>
                  <a:pt x="9244" y="23547"/>
                  <a:pt x="9270" y="23540"/>
                  <a:pt x="9292" y="23540"/>
                </a:cubicBezTo>
                <a:cubicBezTo>
                  <a:pt x="9337" y="23540"/>
                  <a:pt x="9361" y="23571"/>
                  <a:pt x="9402" y="23571"/>
                </a:cubicBezTo>
                <a:cubicBezTo>
                  <a:pt x="9430" y="23571"/>
                  <a:pt x="9466" y="23556"/>
                  <a:pt x="9522" y="23508"/>
                </a:cubicBezTo>
                <a:cubicBezTo>
                  <a:pt x="9611" y="23425"/>
                  <a:pt x="9649" y="23401"/>
                  <a:pt x="9672" y="23401"/>
                </a:cubicBezTo>
                <a:cubicBezTo>
                  <a:pt x="9705" y="23401"/>
                  <a:pt x="9705" y="23451"/>
                  <a:pt x="9773" y="23451"/>
                </a:cubicBezTo>
                <a:cubicBezTo>
                  <a:pt x="9813" y="23451"/>
                  <a:pt x="9877" y="23434"/>
                  <a:pt x="9986" y="23378"/>
                </a:cubicBezTo>
                <a:cubicBezTo>
                  <a:pt x="10851" y="22921"/>
                  <a:pt x="10919" y="22909"/>
                  <a:pt x="10980" y="22797"/>
                </a:cubicBezTo>
                <a:cubicBezTo>
                  <a:pt x="11320" y="22266"/>
                  <a:pt x="10239" y="21321"/>
                  <a:pt x="10295" y="19263"/>
                </a:cubicBezTo>
                <a:lnTo>
                  <a:pt x="10295" y="19263"/>
                </a:lnTo>
                <a:cubicBezTo>
                  <a:pt x="10338" y="19276"/>
                  <a:pt x="10356" y="19356"/>
                  <a:pt x="10369" y="19393"/>
                </a:cubicBezTo>
                <a:cubicBezTo>
                  <a:pt x="10134" y="17941"/>
                  <a:pt x="9936" y="17880"/>
                  <a:pt x="9559" y="17268"/>
                </a:cubicBezTo>
                <a:cubicBezTo>
                  <a:pt x="9318" y="16891"/>
                  <a:pt x="9164" y="16459"/>
                  <a:pt x="9096" y="16008"/>
                </a:cubicBezTo>
                <a:lnTo>
                  <a:pt x="9096" y="16008"/>
                </a:lnTo>
                <a:lnTo>
                  <a:pt x="9257" y="16032"/>
                </a:lnTo>
                <a:cubicBezTo>
                  <a:pt x="8935" y="15248"/>
                  <a:pt x="8818" y="14370"/>
                  <a:pt x="8929" y="13530"/>
                </a:cubicBezTo>
                <a:lnTo>
                  <a:pt x="8929" y="13530"/>
                </a:lnTo>
                <a:cubicBezTo>
                  <a:pt x="8976" y="13577"/>
                  <a:pt x="9003" y="13625"/>
                  <a:pt x="9019" y="13625"/>
                </a:cubicBezTo>
                <a:cubicBezTo>
                  <a:pt x="9052" y="13625"/>
                  <a:pt x="9036" y="13422"/>
                  <a:pt x="9040" y="12579"/>
                </a:cubicBezTo>
                <a:cubicBezTo>
                  <a:pt x="9043" y="12579"/>
                  <a:pt x="9046" y="12578"/>
                  <a:pt x="9049" y="12578"/>
                </a:cubicBezTo>
                <a:cubicBezTo>
                  <a:pt x="9105" y="12578"/>
                  <a:pt x="9134" y="12637"/>
                  <a:pt x="9152" y="12690"/>
                </a:cubicBezTo>
                <a:cubicBezTo>
                  <a:pt x="9059" y="11547"/>
                  <a:pt x="9102" y="10398"/>
                  <a:pt x="9306" y="9267"/>
                </a:cubicBezTo>
                <a:cubicBezTo>
                  <a:pt x="9405" y="9916"/>
                  <a:pt x="9473" y="10565"/>
                  <a:pt x="9529" y="11213"/>
                </a:cubicBezTo>
                <a:cubicBezTo>
                  <a:pt x="9807" y="10818"/>
                  <a:pt x="9800" y="10305"/>
                  <a:pt x="9782" y="9817"/>
                </a:cubicBezTo>
                <a:lnTo>
                  <a:pt x="9782" y="9817"/>
                </a:lnTo>
                <a:cubicBezTo>
                  <a:pt x="10029" y="10157"/>
                  <a:pt x="10196" y="10565"/>
                  <a:pt x="10245" y="10985"/>
                </a:cubicBezTo>
                <a:cubicBezTo>
                  <a:pt x="10307" y="10571"/>
                  <a:pt x="10307" y="10157"/>
                  <a:pt x="10239" y="9749"/>
                </a:cubicBezTo>
                <a:lnTo>
                  <a:pt x="10239" y="9749"/>
                </a:lnTo>
                <a:cubicBezTo>
                  <a:pt x="10326" y="9842"/>
                  <a:pt x="10400" y="9941"/>
                  <a:pt x="10461" y="10058"/>
                </a:cubicBezTo>
                <a:cubicBezTo>
                  <a:pt x="10486" y="9799"/>
                  <a:pt x="10474" y="9539"/>
                  <a:pt x="10418" y="9292"/>
                </a:cubicBezTo>
                <a:lnTo>
                  <a:pt x="10418" y="9292"/>
                </a:lnTo>
                <a:cubicBezTo>
                  <a:pt x="10863" y="9502"/>
                  <a:pt x="11351" y="9731"/>
                  <a:pt x="11592" y="10163"/>
                </a:cubicBezTo>
                <a:cubicBezTo>
                  <a:pt x="11623" y="9922"/>
                  <a:pt x="11598" y="9675"/>
                  <a:pt x="11512" y="9447"/>
                </a:cubicBezTo>
                <a:cubicBezTo>
                  <a:pt x="12171" y="9372"/>
                  <a:pt x="12500" y="9276"/>
                  <a:pt x="12671" y="9276"/>
                </a:cubicBezTo>
                <a:cubicBezTo>
                  <a:pt x="12799" y="9276"/>
                  <a:pt x="12837" y="9331"/>
                  <a:pt x="12859" y="9490"/>
                </a:cubicBezTo>
                <a:cubicBezTo>
                  <a:pt x="12896" y="9786"/>
                  <a:pt x="13106" y="9848"/>
                  <a:pt x="13198" y="10009"/>
                </a:cubicBezTo>
                <a:cubicBezTo>
                  <a:pt x="13266" y="10126"/>
                  <a:pt x="13223" y="10528"/>
                  <a:pt x="13347" y="10589"/>
                </a:cubicBezTo>
                <a:cubicBezTo>
                  <a:pt x="13368" y="10600"/>
                  <a:pt x="13387" y="10604"/>
                  <a:pt x="13405" y="10604"/>
                </a:cubicBezTo>
                <a:cubicBezTo>
                  <a:pt x="13553" y="10604"/>
                  <a:pt x="13609" y="10299"/>
                  <a:pt x="13581" y="10194"/>
                </a:cubicBezTo>
                <a:cubicBezTo>
                  <a:pt x="13544" y="10040"/>
                  <a:pt x="13445" y="9910"/>
                  <a:pt x="13390" y="9762"/>
                </a:cubicBezTo>
                <a:lnTo>
                  <a:pt x="13390" y="9762"/>
                </a:lnTo>
                <a:cubicBezTo>
                  <a:pt x="14520" y="10342"/>
                  <a:pt x="13612" y="10806"/>
                  <a:pt x="13952" y="11176"/>
                </a:cubicBezTo>
                <a:cubicBezTo>
                  <a:pt x="14047" y="10944"/>
                  <a:pt x="14075" y="10845"/>
                  <a:pt x="14091" y="10845"/>
                </a:cubicBezTo>
                <a:cubicBezTo>
                  <a:pt x="14104" y="10845"/>
                  <a:pt x="14109" y="10913"/>
                  <a:pt x="14137" y="11028"/>
                </a:cubicBezTo>
                <a:cubicBezTo>
                  <a:pt x="14768" y="10386"/>
                  <a:pt x="13612" y="8890"/>
                  <a:pt x="12834" y="8619"/>
                </a:cubicBezTo>
                <a:cubicBezTo>
                  <a:pt x="12358" y="8458"/>
                  <a:pt x="11790" y="8551"/>
                  <a:pt x="11382" y="8266"/>
                </a:cubicBezTo>
                <a:lnTo>
                  <a:pt x="11382" y="8266"/>
                </a:lnTo>
                <a:cubicBezTo>
                  <a:pt x="11483" y="8287"/>
                  <a:pt x="11589" y="8298"/>
                  <a:pt x="11694" y="8298"/>
                </a:cubicBezTo>
                <a:cubicBezTo>
                  <a:pt x="11814" y="8298"/>
                  <a:pt x="11934" y="8284"/>
                  <a:pt x="12049" y="8254"/>
                </a:cubicBezTo>
                <a:cubicBezTo>
                  <a:pt x="11419" y="8192"/>
                  <a:pt x="11122" y="8192"/>
                  <a:pt x="10875" y="8032"/>
                </a:cubicBezTo>
                <a:cubicBezTo>
                  <a:pt x="10671" y="7908"/>
                  <a:pt x="10542" y="7649"/>
                  <a:pt x="10634" y="7432"/>
                </a:cubicBezTo>
                <a:lnTo>
                  <a:pt x="10634" y="7432"/>
                </a:lnTo>
                <a:cubicBezTo>
                  <a:pt x="10737" y="7537"/>
                  <a:pt x="10815" y="7647"/>
                  <a:pt x="10831" y="7647"/>
                </a:cubicBezTo>
                <a:cubicBezTo>
                  <a:pt x="10857" y="7647"/>
                  <a:pt x="10701" y="7326"/>
                  <a:pt x="10171" y="6110"/>
                </a:cubicBezTo>
                <a:lnTo>
                  <a:pt x="10171" y="6110"/>
                </a:lnTo>
                <a:cubicBezTo>
                  <a:pt x="10319" y="6154"/>
                  <a:pt x="10449" y="6259"/>
                  <a:pt x="10523" y="6388"/>
                </a:cubicBezTo>
                <a:cubicBezTo>
                  <a:pt x="9949" y="4603"/>
                  <a:pt x="9825" y="4356"/>
                  <a:pt x="9393" y="4072"/>
                </a:cubicBezTo>
                <a:cubicBezTo>
                  <a:pt x="9139" y="3911"/>
                  <a:pt x="8738" y="3874"/>
                  <a:pt x="8478" y="3627"/>
                </a:cubicBezTo>
                <a:cubicBezTo>
                  <a:pt x="8387" y="3536"/>
                  <a:pt x="8278" y="3339"/>
                  <a:pt x="7911" y="3339"/>
                </a:cubicBezTo>
                <a:cubicBezTo>
                  <a:pt x="7854" y="3339"/>
                  <a:pt x="7790" y="3344"/>
                  <a:pt x="7718" y="3355"/>
                </a:cubicBezTo>
                <a:cubicBezTo>
                  <a:pt x="7701" y="3358"/>
                  <a:pt x="7686" y="3359"/>
                  <a:pt x="7673" y="3359"/>
                </a:cubicBezTo>
                <a:cubicBezTo>
                  <a:pt x="7626" y="3359"/>
                  <a:pt x="7604" y="3340"/>
                  <a:pt x="7570" y="3287"/>
                </a:cubicBezTo>
                <a:cubicBezTo>
                  <a:pt x="7286" y="2805"/>
                  <a:pt x="7206" y="2953"/>
                  <a:pt x="6773" y="1977"/>
                </a:cubicBezTo>
                <a:cubicBezTo>
                  <a:pt x="6625" y="1644"/>
                  <a:pt x="6730" y="1631"/>
                  <a:pt x="6748" y="1446"/>
                </a:cubicBezTo>
                <a:cubicBezTo>
                  <a:pt x="6798" y="1057"/>
                  <a:pt x="6186" y="859"/>
                  <a:pt x="6186" y="464"/>
                </a:cubicBezTo>
                <a:cubicBezTo>
                  <a:pt x="6118" y="464"/>
                  <a:pt x="6044" y="457"/>
                  <a:pt x="5970" y="457"/>
                </a:cubicBezTo>
                <a:cubicBezTo>
                  <a:pt x="5995" y="371"/>
                  <a:pt x="6032" y="297"/>
                  <a:pt x="6093" y="241"/>
                </a:cubicBezTo>
                <a:cubicBezTo>
                  <a:pt x="6067" y="236"/>
                  <a:pt x="6040" y="234"/>
                  <a:pt x="6012" y="234"/>
                </a:cubicBezTo>
                <a:cubicBezTo>
                  <a:pt x="5936" y="234"/>
                  <a:pt x="5859" y="251"/>
                  <a:pt x="5791" y="278"/>
                </a:cubicBezTo>
                <a:cubicBezTo>
                  <a:pt x="5828" y="210"/>
                  <a:pt x="5877" y="148"/>
                  <a:pt x="5939" y="99"/>
                </a:cubicBezTo>
                <a:cubicBezTo>
                  <a:pt x="5930" y="99"/>
                  <a:pt x="5922" y="99"/>
                  <a:pt x="5913" y="99"/>
                </a:cubicBezTo>
                <a:cubicBezTo>
                  <a:pt x="5767" y="99"/>
                  <a:pt x="5624" y="147"/>
                  <a:pt x="5513" y="235"/>
                </a:cubicBezTo>
                <a:cubicBezTo>
                  <a:pt x="5513" y="148"/>
                  <a:pt x="5544" y="74"/>
                  <a:pt x="55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0" name="Google Shape;680;p43"/>
          <p:cNvGrpSpPr/>
          <p:nvPr/>
        </p:nvGrpSpPr>
        <p:grpSpPr>
          <a:xfrm>
            <a:off x="30" y="-141878"/>
            <a:ext cx="9332419" cy="5674254"/>
            <a:chOff x="30" y="-384403"/>
            <a:chExt cx="9332419" cy="5674254"/>
          </a:xfrm>
        </p:grpSpPr>
        <p:sp>
          <p:nvSpPr>
            <p:cNvPr id="681" name="Google Shape;681;p43"/>
            <p:cNvSpPr/>
            <p:nvPr/>
          </p:nvSpPr>
          <p:spPr>
            <a:xfrm flipH="1">
              <a:off x="8106068" y="935664"/>
              <a:ext cx="1134600" cy="369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3"/>
            <p:cNvSpPr/>
            <p:nvPr/>
          </p:nvSpPr>
          <p:spPr>
            <a:xfrm flipH="1">
              <a:off x="9056612" y="4979047"/>
              <a:ext cx="169277" cy="290258"/>
            </a:xfrm>
            <a:custGeom>
              <a:avLst/>
              <a:gdLst/>
              <a:ahLst/>
              <a:cxnLst/>
              <a:rect l="l" t="t" r="r" b="b"/>
              <a:pathLst>
                <a:path w="2447" h="4196" extrusionOk="0">
                  <a:moveTo>
                    <a:pt x="2076" y="4196"/>
                  </a:moveTo>
                  <a:lnTo>
                    <a:pt x="2447" y="1"/>
                  </a:lnTo>
                  <a:lnTo>
                    <a:pt x="0" y="4146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3"/>
            <p:cNvSpPr/>
            <p:nvPr/>
          </p:nvSpPr>
          <p:spPr>
            <a:xfrm flipH="1">
              <a:off x="5427087" y="-384403"/>
              <a:ext cx="1725392" cy="3470231"/>
            </a:xfrm>
            <a:custGeom>
              <a:avLst/>
              <a:gdLst/>
              <a:ahLst/>
              <a:cxnLst/>
              <a:rect l="l" t="t" r="r" b="b"/>
              <a:pathLst>
                <a:path w="18016" h="36236" extrusionOk="0">
                  <a:moveTo>
                    <a:pt x="9842" y="34604"/>
                  </a:moveTo>
                  <a:cubicBezTo>
                    <a:pt x="10565" y="33962"/>
                    <a:pt x="10985" y="32985"/>
                    <a:pt x="10954" y="32016"/>
                  </a:cubicBezTo>
                  <a:cubicBezTo>
                    <a:pt x="10503" y="31941"/>
                    <a:pt x="10219" y="31379"/>
                    <a:pt x="10417" y="30978"/>
                  </a:cubicBezTo>
                  <a:cubicBezTo>
                    <a:pt x="10522" y="30768"/>
                    <a:pt x="10713" y="30625"/>
                    <a:pt x="10849" y="30440"/>
                  </a:cubicBezTo>
                  <a:cubicBezTo>
                    <a:pt x="11337" y="29816"/>
                    <a:pt x="11152" y="28914"/>
                    <a:pt x="10942" y="28142"/>
                  </a:cubicBezTo>
                  <a:cubicBezTo>
                    <a:pt x="10843" y="27753"/>
                    <a:pt x="10713" y="27345"/>
                    <a:pt x="10386" y="27116"/>
                  </a:cubicBezTo>
                  <a:cubicBezTo>
                    <a:pt x="10157" y="26949"/>
                    <a:pt x="9848" y="26906"/>
                    <a:pt x="9626" y="26733"/>
                  </a:cubicBezTo>
                  <a:cubicBezTo>
                    <a:pt x="9397" y="26560"/>
                    <a:pt x="9336" y="26134"/>
                    <a:pt x="9608" y="26035"/>
                  </a:cubicBezTo>
                  <a:cubicBezTo>
                    <a:pt x="9614" y="25646"/>
                    <a:pt x="9626" y="25269"/>
                    <a:pt x="9626" y="24880"/>
                  </a:cubicBezTo>
                  <a:cubicBezTo>
                    <a:pt x="9947" y="24596"/>
                    <a:pt x="10472" y="24194"/>
                    <a:pt x="10874" y="24033"/>
                  </a:cubicBezTo>
                  <a:cubicBezTo>
                    <a:pt x="11412" y="23823"/>
                    <a:pt x="11961" y="23613"/>
                    <a:pt x="12505" y="23409"/>
                  </a:cubicBezTo>
                  <a:cubicBezTo>
                    <a:pt x="12789" y="23298"/>
                    <a:pt x="13092" y="23175"/>
                    <a:pt x="13253" y="22921"/>
                  </a:cubicBezTo>
                  <a:cubicBezTo>
                    <a:pt x="13401" y="22680"/>
                    <a:pt x="13401" y="22390"/>
                    <a:pt x="13389" y="22112"/>
                  </a:cubicBezTo>
                  <a:lnTo>
                    <a:pt x="13370" y="21371"/>
                  </a:lnTo>
                  <a:cubicBezTo>
                    <a:pt x="13351" y="20741"/>
                    <a:pt x="13222" y="19962"/>
                    <a:pt x="12616" y="19795"/>
                  </a:cubicBezTo>
                  <a:cubicBezTo>
                    <a:pt x="12443" y="19740"/>
                    <a:pt x="12246" y="19764"/>
                    <a:pt x="12073" y="19721"/>
                  </a:cubicBezTo>
                  <a:cubicBezTo>
                    <a:pt x="11893" y="19684"/>
                    <a:pt x="11702" y="19561"/>
                    <a:pt x="11683" y="19375"/>
                  </a:cubicBezTo>
                  <a:cubicBezTo>
                    <a:pt x="11659" y="19097"/>
                    <a:pt x="12011" y="18961"/>
                    <a:pt x="12289" y="18899"/>
                  </a:cubicBezTo>
                  <a:cubicBezTo>
                    <a:pt x="12561" y="18825"/>
                    <a:pt x="12900" y="18621"/>
                    <a:pt x="12795" y="18356"/>
                  </a:cubicBezTo>
                  <a:cubicBezTo>
                    <a:pt x="12950" y="18035"/>
                    <a:pt x="13092" y="17478"/>
                    <a:pt x="13246" y="17151"/>
                  </a:cubicBezTo>
                  <a:cubicBezTo>
                    <a:pt x="12610" y="16410"/>
                    <a:pt x="11819" y="15817"/>
                    <a:pt x="10936" y="15409"/>
                  </a:cubicBezTo>
                  <a:cubicBezTo>
                    <a:pt x="11492" y="14464"/>
                    <a:pt x="11764" y="13352"/>
                    <a:pt x="11702" y="12258"/>
                  </a:cubicBezTo>
                  <a:cubicBezTo>
                    <a:pt x="11665" y="11615"/>
                    <a:pt x="11399" y="10849"/>
                    <a:pt x="10769" y="10720"/>
                  </a:cubicBezTo>
                  <a:cubicBezTo>
                    <a:pt x="10571" y="10683"/>
                    <a:pt x="10380" y="10701"/>
                    <a:pt x="10188" y="10664"/>
                  </a:cubicBezTo>
                  <a:cubicBezTo>
                    <a:pt x="9997" y="10627"/>
                    <a:pt x="9799" y="10485"/>
                    <a:pt x="9793" y="10293"/>
                  </a:cubicBezTo>
                  <a:cubicBezTo>
                    <a:pt x="9608" y="10015"/>
                    <a:pt x="9144" y="10034"/>
                    <a:pt x="8823" y="10114"/>
                  </a:cubicBezTo>
                  <a:cubicBezTo>
                    <a:pt x="8495" y="10201"/>
                    <a:pt x="8038" y="10170"/>
                    <a:pt x="7970" y="9849"/>
                  </a:cubicBezTo>
                  <a:cubicBezTo>
                    <a:pt x="7939" y="9700"/>
                    <a:pt x="8007" y="9552"/>
                    <a:pt x="8038" y="9404"/>
                  </a:cubicBezTo>
                  <a:cubicBezTo>
                    <a:pt x="8100" y="9058"/>
                    <a:pt x="7909" y="8706"/>
                    <a:pt x="7637" y="8477"/>
                  </a:cubicBezTo>
                  <a:cubicBezTo>
                    <a:pt x="7371" y="8255"/>
                    <a:pt x="7019" y="8137"/>
                    <a:pt x="6679" y="8038"/>
                  </a:cubicBezTo>
                  <a:cubicBezTo>
                    <a:pt x="6172" y="7890"/>
                    <a:pt x="5660" y="7767"/>
                    <a:pt x="5147" y="7686"/>
                  </a:cubicBezTo>
                  <a:cubicBezTo>
                    <a:pt x="4807" y="7624"/>
                    <a:pt x="4449" y="7575"/>
                    <a:pt x="4134" y="7427"/>
                  </a:cubicBezTo>
                  <a:cubicBezTo>
                    <a:pt x="3819" y="7285"/>
                    <a:pt x="3528" y="7025"/>
                    <a:pt x="3454" y="6685"/>
                  </a:cubicBezTo>
                  <a:cubicBezTo>
                    <a:pt x="3374" y="6346"/>
                    <a:pt x="3559" y="5944"/>
                    <a:pt x="3899" y="5864"/>
                  </a:cubicBezTo>
                  <a:cubicBezTo>
                    <a:pt x="4097" y="5814"/>
                    <a:pt x="4047" y="5128"/>
                    <a:pt x="3911" y="4986"/>
                  </a:cubicBezTo>
                  <a:cubicBezTo>
                    <a:pt x="3763" y="4850"/>
                    <a:pt x="3547" y="4826"/>
                    <a:pt x="3343" y="4820"/>
                  </a:cubicBezTo>
                  <a:cubicBezTo>
                    <a:pt x="2744" y="4783"/>
                    <a:pt x="2132" y="4752"/>
                    <a:pt x="1533" y="4708"/>
                  </a:cubicBezTo>
                  <a:cubicBezTo>
                    <a:pt x="1143" y="4690"/>
                    <a:pt x="705" y="4640"/>
                    <a:pt x="482" y="4325"/>
                  </a:cubicBezTo>
                  <a:cubicBezTo>
                    <a:pt x="124" y="3843"/>
                    <a:pt x="544" y="3158"/>
                    <a:pt x="421" y="2571"/>
                  </a:cubicBezTo>
                  <a:cubicBezTo>
                    <a:pt x="359" y="2262"/>
                    <a:pt x="143" y="1990"/>
                    <a:pt x="69" y="1681"/>
                  </a:cubicBezTo>
                  <a:cubicBezTo>
                    <a:pt x="1" y="1372"/>
                    <a:pt x="192" y="958"/>
                    <a:pt x="513" y="1002"/>
                  </a:cubicBezTo>
                  <a:cubicBezTo>
                    <a:pt x="4325" y="1539"/>
                    <a:pt x="8557" y="1"/>
                    <a:pt x="12406" y="161"/>
                  </a:cubicBezTo>
                  <a:cubicBezTo>
                    <a:pt x="12641" y="1107"/>
                    <a:pt x="12845" y="1947"/>
                    <a:pt x="13086" y="2880"/>
                  </a:cubicBezTo>
                  <a:cubicBezTo>
                    <a:pt x="13407" y="4171"/>
                    <a:pt x="13716" y="5623"/>
                    <a:pt x="13036" y="6766"/>
                  </a:cubicBezTo>
                  <a:cubicBezTo>
                    <a:pt x="12789" y="7173"/>
                    <a:pt x="12425" y="7532"/>
                    <a:pt x="12289" y="7983"/>
                  </a:cubicBezTo>
                  <a:cubicBezTo>
                    <a:pt x="12066" y="8724"/>
                    <a:pt x="12487" y="9484"/>
                    <a:pt x="12777" y="10201"/>
                  </a:cubicBezTo>
                  <a:cubicBezTo>
                    <a:pt x="13351" y="11671"/>
                    <a:pt x="13376" y="13345"/>
                    <a:pt x="12826" y="14828"/>
                  </a:cubicBezTo>
                  <a:cubicBezTo>
                    <a:pt x="12727" y="15088"/>
                    <a:pt x="12981" y="15199"/>
                    <a:pt x="13222" y="15335"/>
                  </a:cubicBezTo>
                  <a:cubicBezTo>
                    <a:pt x="13469" y="15477"/>
                    <a:pt x="13753" y="15520"/>
                    <a:pt x="14025" y="15582"/>
                  </a:cubicBezTo>
                  <a:cubicBezTo>
                    <a:pt x="14859" y="15780"/>
                    <a:pt x="15650" y="16212"/>
                    <a:pt x="16255" y="16811"/>
                  </a:cubicBezTo>
                  <a:cubicBezTo>
                    <a:pt x="16410" y="16960"/>
                    <a:pt x="16558" y="17151"/>
                    <a:pt x="16527" y="17361"/>
                  </a:cubicBezTo>
                  <a:cubicBezTo>
                    <a:pt x="16484" y="17621"/>
                    <a:pt x="16187" y="17738"/>
                    <a:pt x="15996" y="17917"/>
                  </a:cubicBezTo>
                  <a:cubicBezTo>
                    <a:pt x="15477" y="18368"/>
                    <a:pt x="15662" y="19245"/>
                    <a:pt x="16095" y="19783"/>
                  </a:cubicBezTo>
                  <a:cubicBezTo>
                    <a:pt x="16527" y="20314"/>
                    <a:pt x="17145" y="20685"/>
                    <a:pt x="17546" y="21253"/>
                  </a:cubicBezTo>
                  <a:cubicBezTo>
                    <a:pt x="17948" y="21816"/>
                    <a:pt x="18016" y="22730"/>
                    <a:pt x="17429" y="23082"/>
                  </a:cubicBezTo>
                  <a:cubicBezTo>
                    <a:pt x="17139" y="23261"/>
                    <a:pt x="16731" y="23274"/>
                    <a:pt x="16552" y="23570"/>
                  </a:cubicBezTo>
                  <a:cubicBezTo>
                    <a:pt x="16410" y="23792"/>
                    <a:pt x="16471" y="24101"/>
                    <a:pt x="16342" y="24324"/>
                  </a:cubicBezTo>
                  <a:cubicBezTo>
                    <a:pt x="16156" y="24633"/>
                    <a:pt x="15724" y="24651"/>
                    <a:pt x="15372" y="24651"/>
                  </a:cubicBezTo>
                  <a:cubicBezTo>
                    <a:pt x="13988" y="24651"/>
                    <a:pt x="12610" y="25003"/>
                    <a:pt x="11399" y="25671"/>
                  </a:cubicBezTo>
                  <a:cubicBezTo>
                    <a:pt x="11510" y="26134"/>
                    <a:pt x="11893" y="26542"/>
                    <a:pt x="12314" y="26777"/>
                  </a:cubicBezTo>
                  <a:cubicBezTo>
                    <a:pt x="12727" y="26999"/>
                    <a:pt x="13178" y="27376"/>
                    <a:pt x="13098" y="27845"/>
                  </a:cubicBezTo>
                  <a:cubicBezTo>
                    <a:pt x="13043" y="28204"/>
                    <a:pt x="12697" y="28457"/>
                    <a:pt x="12672" y="28815"/>
                  </a:cubicBezTo>
                  <a:cubicBezTo>
                    <a:pt x="12635" y="29297"/>
                    <a:pt x="13185" y="29828"/>
                    <a:pt x="12857" y="30205"/>
                  </a:cubicBezTo>
                  <a:cubicBezTo>
                    <a:pt x="12690" y="30403"/>
                    <a:pt x="12344" y="30397"/>
                    <a:pt x="12202" y="30613"/>
                  </a:cubicBezTo>
                  <a:cubicBezTo>
                    <a:pt x="12073" y="30829"/>
                    <a:pt x="12208" y="31107"/>
                    <a:pt x="12388" y="31287"/>
                  </a:cubicBezTo>
                  <a:cubicBezTo>
                    <a:pt x="12567" y="31460"/>
                    <a:pt x="12789" y="31614"/>
                    <a:pt x="12870" y="31855"/>
                  </a:cubicBezTo>
                  <a:cubicBezTo>
                    <a:pt x="12950" y="32145"/>
                    <a:pt x="12789" y="32454"/>
                    <a:pt x="12567" y="32664"/>
                  </a:cubicBezTo>
                  <a:cubicBezTo>
                    <a:pt x="12351" y="32874"/>
                    <a:pt x="12079" y="33035"/>
                    <a:pt x="11887" y="33270"/>
                  </a:cubicBezTo>
                  <a:cubicBezTo>
                    <a:pt x="11492" y="33739"/>
                    <a:pt x="11479" y="34400"/>
                    <a:pt x="11337" y="35000"/>
                  </a:cubicBezTo>
                  <a:cubicBezTo>
                    <a:pt x="11189" y="35593"/>
                    <a:pt x="10750" y="36235"/>
                    <a:pt x="10151" y="36180"/>
                  </a:cubicBezTo>
                  <a:cubicBezTo>
                    <a:pt x="9842" y="36149"/>
                    <a:pt x="9570" y="35914"/>
                    <a:pt x="9484" y="35617"/>
                  </a:cubicBezTo>
                  <a:cubicBezTo>
                    <a:pt x="9379" y="35321"/>
                    <a:pt x="9614" y="34808"/>
                    <a:pt x="9842" y="34604"/>
                  </a:cubicBez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3"/>
            <p:cNvSpPr/>
            <p:nvPr/>
          </p:nvSpPr>
          <p:spPr>
            <a:xfrm flipH="1">
              <a:off x="7619673" y="2878526"/>
              <a:ext cx="230914" cy="1280913"/>
            </a:xfrm>
            <a:custGeom>
              <a:avLst/>
              <a:gdLst/>
              <a:ahLst/>
              <a:cxnLst/>
              <a:rect l="l" t="t" r="r" b="b"/>
              <a:pathLst>
                <a:path w="3338" h="18517" extrusionOk="0">
                  <a:moveTo>
                    <a:pt x="1" y="18393"/>
                  </a:moveTo>
                  <a:cubicBezTo>
                    <a:pt x="180" y="18084"/>
                    <a:pt x="489" y="124"/>
                    <a:pt x="489" y="124"/>
                  </a:cubicBezTo>
                  <a:lnTo>
                    <a:pt x="3275" y="1"/>
                  </a:lnTo>
                  <a:lnTo>
                    <a:pt x="3337" y="1851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3"/>
            <p:cNvSpPr/>
            <p:nvPr/>
          </p:nvSpPr>
          <p:spPr>
            <a:xfrm flipH="1">
              <a:off x="5036224" y="2529811"/>
              <a:ext cx="562067" cy="1567644"/>
            </a:xfrm>
            <a:custGeom>
              <a:avLst/>
              <a:gdLst/>
              <a:ahLst/>
              <a:cxnLst/>
              <a:rect l="l" t="t" r="r" b="b"/>
              <a:pathLst>
                <a:path w="8125" h="22662" extrusionOk="0">
                  <a:moveTo>
                    <a:pt x="1" y="22661"/>
                  </a:moveTo>
                  <a:lnTo>
                    <a:pt x="1" y="0"/>
                  </a:lnTo>
                  <a:lnTo>
                    <a:pt x="1539" y="0"/>
                  </a:lnTo>
                  <a:cubicBezTo>
                    <a:pt x="1539" y="0"/>
                    <a:pt x="1768" y="278"/>
                    <a:pt x="1768" y="507"/>
                  </a:cubicBezTo>
                  <a:cubicBezTo>
                    <a:pt x="1768" y="742"/>
                    <a:pt x="2002" y="1020"/>
                    <a:pt x="2002" y="1020"/>
                  </a:cubicBezTo>
                  <a:cubicBezTo>
                    <a:pt x="2002" y="1020"/>
                    <a:pt x="2280" y="1112"/>
                    <a:pt x="2509" y="1020"/>
                  </a:cubicBezTo>
                  <a:cubicBezTo>
                    <a:pt x="2744" y="927"/>
                    <a:pt x="2929" y="970"/>
                    <a:pt x="2929" y="970"/>
                  </a:cubicBezTo>
                  <a:lnTo>
                    <a:pt x="3436" y="1341"/>
                  </a:lnTo>
                  <a:lnTo>
                    <a:pt x="3300" y="2224"/>
                  </a:lnTo>
                  <a:lnTo>
                    <a:pt x="3392" y="3151"/>
                  </a:lnTo>
                  <a:lnTo>
                    <a:pt x="4319" y="3429"/>
                  </a:lnTo>
                  <a:lnTo>
                    <a:pt x="4782" y="3522"/>
                  </a:lnTo>
                  <a:lnTo>
                    <a:pt x="5752" y="3522"/>
                  </a:lnTo>
                  <a:lnTo>
                    <a:pt x="5987" y="3565"/>
                  </a:lnTo>
                  <a:lnTo>
                    <a:pt x="5987" y="8724"/>
                  </a:lnTo>
                  <a:lnTo>
                    <a:pt x="8125" y="8724"/>
                  </a:lnTo>
                  <a:lnTo>
                    <a:pt x="8125" y="2256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3"/>
            <p:cNvSpPr/>
            <p:nvPr/>
          </p:nvSpPr>
          <p:spPr>
            <a:xfrm flipH="1">
              <a:off x="5623883" y="2860126"/>
              <a:ext cx="128670" cy="871052"/>
            </a:xfrm>
            <a:custGeom>
              <a:avLst/>
              <a:gdLst/>
              <a:ahLst/>
              <a:cxnLst/>
              <a:rect l="l" t="t" r="r" b="b"/>
              <a:pathLst>
                <a:path w="1860" h="12592" extrusionOk="0">
                  <a:moveTo>
                    <a:pt x="1539" y="1"/>
                  </a:moveTo>
                  <a:lnTo>
                    <a:pt x="0" y="2651"/>
                  </a:lnTo>
                  <a:cubicBezTo>
                    <a:pt x="0" y="2651"/>
                    <a:pt x="186" y="12357"/>
                    <a:pt x="186" y="12542"/>
                  </a:cubicBezTo>
                  <a:lnTo>
                    <a:pt x="1860" y="1259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3"/>
            <p:cNvSpPr/>
            <p:nvPr/>
          </p:nvSpPr>
          <p:spPr>
            <a:xfrm flipH="1">
              <a:off x="6778222" y="2375072"/>
              <a:ext cx="440661" cy="1624506"/>
            </a:xfrm>
            <a:custGeom>
              <a:avLst/>
              <a:gdLst/>
              <a:ahLst/>
              <a:cxnLst/>
              <a:rect l="l" t="t" r="r" b="b"/>
              <a:pathLst>
                <a:path w="6370" h="23484" extrusionOk="0">
                  <a:moveTo>
                    <a:pt x="0" y="22736"/>
                  </a:moveTo>
                  <a:lnTo>
                    <a:pt x="0" y="1"/>
                  </a:lnTo>
                  <a:cubicBezTo>
                    <a:pt x="0" y="1"/>
                    <a:pt x="989" y="62"/>
                    <a:pt x="1421" y="62"/>
                  </a:cubicBezTo>
                  <a:cubicBezTo>
                    <a:pt x="1854" y="62"/>
                    <a:pt x="2101" y="124"/>
                    <a:pt x="2101" y="124"/>
                  </a:cubicBezTo>
                  <a:lnTo>
                    <a:pt x="2904" y="433"/>
                  </a:lnTo>
                  <a:lnTo>
                    <a:pt x="3769" y="186"/>
                  </a:lnTo>
                  <a:lnTo>
                    <a:pt x="4757" y="371"/>
                  </a:lnTo>
                  <a:lnTo>
                    <a:pt x="4634" y="2052"/>
                  </a:lnTo>
                  <a:lnTo>
                    <a:pt x="6370" y="1372"/>
                  </a:lnTo>
                  <a:lnTo>
                    <a:pt x="6370" y="2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3"/>
            <p:cNvSpPr/>
            <p:nvPr/>
          </p:nvSpPr>
          <p:spPr>
            <a:xfrm flipH="1">
              <a:off x="4995626" y="3679850"/>
              <a:ext cx="368024" cy="604404"/>
            </a:xfrm>
            <a:custGeom>
              <a:avLst/>
              <a:gdLst/>
              <a:ahLst/>
              <a:cxnLst/>
              <a:rect l="l" t="t" r="r" b="b"/>
              <a:pathLst>
                <a:path w="4690" h="8737" extrusionOk="0">
                  <a:moveTo>
                    <a:pt x="0" y="8736"/>
                  </a:moveTo>
                  <a:cubicBezTo>
                    <a:pt x="93" y="8594"/>
                    <a:pt x="1248" y="0"/>
                    <a:pt x="1248" y="0"/>
                  </a:cubicBezTo>
                  <a:lnTo>
                    <a:pt x="2743" y="0"/>
                  </a:lnTo>
                  <a:lnTo>
                    <a:pt x="2972" y="692"/>
                  </a:lnTo>
                  <a:lnTo>
                    <a:pt x="3343" y="927"/>
                  </a:lnTo>
                  <a:lnTo>
                    <a:pt x="3713" y="1248"/>
                  </a:lnTo>
                  <a:lnTo>
                    <a:pt x="4412" y="878"/>
                  </a:lnTo>
                  <a:lnTo>
                    <a:pt x="4690" y="827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3"/>
            <p:cNvSpPr/>
            <p:nvPr/>
          </p:nvSpPr>
          <p:spPr>
            <a:xfrm flipH="1">
              <a:off x="5095586" y="3831145"/>
              <a:ext cx="171076" cy="227032"/>
            </a:xfrm>
            <a:custGeom>
              <a:avLst/>
              <a:gdLst/>
              <a:ahLst/>
              <a:cxnLst/>
              <a:rect l="l" t="t" r="r" b="b"/>
              <a:pathLst>
                <a:path w="2473" h="3282" extrusionOk="0">
                  <a:moveTo>
                    <a:pt x="1477" y="99"/>
                  </a:moveTo>
                  <a:lnTo>
                    <a:pt x="458" y="0"/>
                  </a:lnTo>
                  <a:lnTo>
                    <a:pt x="421" y="390"/>
                  </a:lnTo>
                  <a:lnTo>
                    <a:pt x="1440" y="495"/>
                  </a:lnTo>
                  <a:close/>
                  <a:moveTo>
                    <a:pt x="1" y="3034"/>
                  </a:moveTo>
                  <a:lnTo>
                    <a:pt x="1020" y="3133"/>
                  </a:lnTo>
                  <a:lnTo>
                    <a:pt x="1057" y="2737"/>
                  </a:lnTo>
                  <a:lnTo>
                    <a:pt x="44" y="2638"/>
                  </a:lnTo>
                  <a:close/>
                  <a:moveTo>
                    <a:pt x="1453" y="2787"/>
                  </a:moveTo>
                  <a:lnTo>
                    <a:pt x="1416" y="3182"/>
                  </a:lnTo>
                  <a:lnTo>
                    <a:pt x="2435" y="3281"/>
                  </a:lnTo>
                  <a:lnTo>
                    <a:pt x="2472" y="2886"/>
                  </a:lnTo>
                  <a:close/>
                  <a:moveTo>
                    <a:pt x="211" y="1619"/>
                  </a:moveTo>
                  <a:lnTo>
                    <a:pt x="1230" y="1718"/>
                  </a:lnTo>
                  <a:lnTo>
                    <a:pt x="1267" y="1323"/>
                  </a:lnTo>
                  <a:lnTo>
                    <a:pt x="248" y="122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3"/>
            <p:cNvSpPr/>
            <p:nvPr/>
          </p:nvSpPr>
          <p:spPr>
            <a:xfrm flipH="1">
              <a:off x="7163477" y="149825"/>
              <a:ext cx="1577089" cy="3507408"/>
            </a:xfrm>
            <a:custGeom>
              <a:avLst/>
              <a:gdLst/>
              <a:ahLst/>
              <a:cxnLst/>
              <a:rect l="l" t="t" r="r" b="b"/>
              <a:pathLst>
                <a:path w="11912" h="26493" extrusionOk="0">
                  <a:moveTo>
                    <a:pt x="10929" y="23064"/>
                  </a:moveTo>
                  <a:cubicBezTo>
                    <a:pt x="10972" y="21680"/>
                    <a:pt x="10169" y="20426"/>
                    <a:pt x="9379" y="19295"/>
                  </a:cubicBezTo>
                  <a:cubicBezTo>
                    <a:pt x="8767" y="18418"/>
                    <a:pt x="7865" y="17448"/>
                    <a:pt x="6833" y="17720"/>
                  </a:cubicBezTo>
                  <a:cubicBezTo>
                    <a:pt x="7500" y="17071"/>
                    <a:pt x="7278" y="15946"/>
                    <a:pt x="6876" y="15112"/>
                  </a:cubicBezTo>
                  <a:cubicBezTo>
                    <a:pt x="6506" y="14328"/>
                    <a:pt x="6018" y="13599"/>
                    <a:pt x="5443" y="12944"/>
                  </a:cubicBezTo>
                  <a:cubicBezTo>
                    <a:pt x="5184" y="12641"/>
                    <a:pt x="4881" y="12332"/>
                    <a:pt x="4819" y="11937"/>
                  </a:cubicBezTo>
                  <a:cubicBezTo>
                    <a:pt x="4757" y="11585"/>
                    <a:pt x="4899" y="11239"/>
                    <a:pt x="4974" y="10880"/>
                  </a:cubicBezTo>
                  <a:cubicBezTo>
                    <a:pt x="5369" y="9181"/>
                    <a:pt x="4232" y="7285"/>
                    <a:pt x="2552" y="6828"/>
                  </a:cubicBezTo>
                  <a:cubicBezTo>
                    <a:pt x="2027" y="6679"/>
                    <a:pt x="1378" y="6605"/>
                    <a:pt x="1149" y="6111"/>
                  </a:cubicBezTo>
                  <a:cubicBezTo>
                    <a:pt x="995" y="5771"/>
                    <a:pt x="1112" y="5370"/>
                    <a:pt x="1013" y="5011"/>
                  </a:cubicBezTo>
                  <a:cubicBezTo>
                    <a:pt x="871" y="4511"/>
                    <a:pt x="334" y="4196"/>
                    <a:pt x="210" y="3695"/>
                  </a:cubicBezTo>
                  <a:cubicBezTo>
                    <a:pt x="0" y="2849"/>
                    <a:pt x="989" y="2250"/>
                    <a:pt x="1810" y="1947"/>
                  </a:cubicBezTo>
                  <a:cubicBezTo>
                    <a:pt x="3231" y="1422"/>
                    <a:pt x="4652" y="903"/>
                    <a:pt x="6079" y="378"/>
                  </a:cubicBezTo>
                  <a:cubicBezTo>
                    <a:pt x="6586" y="192"/>
                    <a:pt x="7105" y="1"/>
                    <a:pt x="7649" y="26"/>
                  </a:cubicBezTo>
                  <a:cubicBezTo>
                    <a:pt x="8186" y="50"/>
                    <a:pt x="8748" y="334"/>
                    <a:pt x="8934" y="841"/>
                  </a:cubicBezTo>
                  <a:cubicBezTo>
                    <a:pt x="9212" y="1613"/>
                    <a:pt x="8532" y="2441"/>
                    <a:pt x="8674" y="3251"/>
                  </a:cubicBezTo>
                  <a:cubicBezTo>
                    <a:pt x="8804" y="4017"/>
                    <a:pt x="9638" y="4579"/>
                    <a:pt x="9582" y="5351"/>
                  </a:cubicBezTo>
                  <a:cubicBezTo>
                    <a:pt x="9521" y="6179"/>
                    <a:pt x="8483" y="6686"/>
                    <a:pt x="8483" y="7513"/>
                  </a:cubicBezTo>
                  <a:cubicBezTo>
                    <a:pt x="8483" y="8706"/>
                    <a:pt x="10509" y="8965"/>
                    <a:pt x="10676" y="10139"/>
                  </a:cubicBezTo>
                  <a:cubicBezTo>
                    <a:pt x="10744" y="10689"/>
                    <a:pt x="10373" y="11177"/>
                    <a:pt x="10070" y="11628"/>
                  </a:cubicBezTo>
                  <a:cubicBezTo>
                    <a:pt x="9768" y="12091"/>
                    <a:pt x="9533" y="12722"/>
                    <a:pt x="9854" y="13160"/>
                  </a:cubicBezTo>
                  <a:cubicBezTo>
                    <a:pt x="10404" y="13599"/>
                    <a:pt x="10497" y="14495"/>
                    <a:pt x="10046" y="15038"/>
                  </a:cubicBezTo>
                  <a:cubicBezTo>
                    <a:pt x="10528" y="14791"/>
                    <a:pt x="10960" y="15545"/>
                    <a:pt x="10775" y="16058"/>
                  </a:cubicBezTo>
                  <a:cubicBezTo>
                    <a:pt x="10589" y="16558"/>
                    <a:pt x="10132" y="16935"/>
                    <a:pt x="9984" y="17454"/>
                  </a:cubicBezTo>
                  <a:cubicBezTo>
                    <a:pt x="9718" y="18436"/>
                    <a:pt x="10664" y="19276"/>
                    <a:pt x="11510" y="19851"/>
                  </a:cubicBezTo>
                  <a:cubicBezTo>
                    <a:pt x="11115" y="20506"/>
                    <a:pt x="11189" y="21346"/>
                    <a:pt x="11386" y="22088"/>
                  </a:cubicBezTo>
                  <a:cubicBezTo>
                    <a:pt x="11578" y="22829"/>
                    <a:pt x="11887" y="23558"/>
                    <a:pt x="11899" y="24330"/>
                  </a:cubicBezTo>
                  <a:cubicBezTo>
                    <a:pt x="11912" y="24781"/>
                    <a:pt x="11436" y="26492"/>
                    <a:pt x="10682" y="25770"/>
                  </a:cubicBezTo>
                  <a:cubicBezTo>
                    <a:pt x="10262" y="25368"/>
                    <a:pt x="10911" y="23589"/>
                    <a:pt x="10929" y="23064"/>
                  </a:cubicBez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3"/>
            <p:cNvSpPr/>
            <p:nvPr/>
          </p:nvSpPr>
          <p:spPr>
            <a:xfrm flipH="1">
              <a:off x="7129556" y="3159311"/>
              <a:ext cx="812490" cy="845388"/>
            </a:xfrm>
            <a:custGeom>
              <a:avLst/>
              <a:gdLst/>
              <a:ahLst/>
              <a:cxnLst/>
              <a:rect l="l" t="t" r="r" b="b"/>
              <a:pathLst>
                <a:path w="11745" h="12221" extrusionOk="0">
                  <a:moveTo>
                    <a:pt x="0" y="1205"/>
                  </a:moveTo>
                  <a:lnTo>
                    <a:pt x="5758" y="1205"/>
                  </a:lnTo>
                  <a:lnTo>
                    <a:pt x="5758" y="3256"/>
                  </a:lnTo>
                  <a:cubicBezTo>
                    <a:pt x="5758" y="3256"/>
                    <a:pt x="6500" y="3164"/>
                    <a:pt x="6734" y="3256"/>
                  </a:cubicBezTo>
                  <a:cubicBezTo>
                    <a:pt x="6963" y="3349"/>
                    <a:pt x="7383" y="3627"/>
                    <a:pt x="7383" y="3627"/>
                  </a:cubicBezTo>
                  <a:lnTo>
                    <a:pt x="7797" y="3992"/>
                  </a:lnTo>
                  <a:lnTo>
                    <a:pt x="8260" y="3528"/>
                  </a:lnTo>
                  <a:cubicBezTo>
                    <a:pt x="8260" y="3528"/>
                    <a:pt x="8680" y="3349"/>
                    <a:pt x="8816" y="3392"/>
                  </a:cubicBezTo>
                  <a:cubicBezTo>
                    <a:pt x="8958" y="3442"/>
                    <a:pt x="9372" y="3442"/>
                    <a:pt x="9372" y="3442"/>
                  </a:cubicBezTo>
                  <a:lnTo>
                    <a:pt x="9372" y="1"/>
                  </a:lnTo>
                  <a:lnTo>
                    <a:pt x="11745" y="1"/>
                  </a:lnTo>
                  <a:lnTo>
                    <a:pt x="11745" y="4418"/>
                  </a:lnTo>
                  <a:lnTo>
                    <a:pt x="11695" y="4745"/>
                  </a:lnTo>
                  <a:lnTo>
                    <a:pt x="11745" y="5023"/>
                  </a:lnTo>
                  <a:lnTo>
                    <a:pt x="11603" y="5530"/>
                  </a:lnTo>
                  <a:lnTo>
                    <a:pt x="11281" y="5857"/>
                  </a:lnTo>
                  <a:lnTo>
                    <a:pt x="11559" y="6135"/>
                  </a:lnTo>
                  <a:lnTo>
                    <a:pt x="11603" y="6642"/>
                  </a:lnTo>
                  <a:lnTo>
                    <a:pt x="11603" y="12221"/>
                  </a:lnTo>
                  <a:lnTo>
                    <a:pt x="223" y="12221"/>
                  </a:lnTo>
                  <a:close/>
                </a:path>
              </a:pathLst>
            </a:custGeom>
            <a:solidFill>
              <a:srgbClr val="C94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3"/>
            <p:cNvSpPr/>
            <p:nvPr/>
          </p:nvSpPr>
          <p:spPr>
            <a:xfrm flipH="1">
              <a:off x="7128666" y="3159311"/>
              <a:ext cx="414650" cy="845388"/>
            </a:xfrm>
            <a:custGeom>
              <a:avLst/>
              <a:gdLst/>
              <a:ahLst/>
              <a:cxnLst/>
              <a:rect l="l" t="t" r="r" b="b"/>
              <a:pathLst>
                <a:path w="5994" h="12221" extrusionOk="0">
                  <a:moveTo>
                    <a:pt x="3615" y="3442"/>
                  </a:moveTo>
                  <a:cubicBezTo>
                    <a:pt x="3615" y="3442"/>
                    <a:pt x="3201" y="3442"/>
                    <a:pt x="3059" y="3392"/>
                  </a:cubicBezTo>
                  <a:cubicBezTo>
                    <a:pt x="2923" y="3349"/>
                    <a:pt x="2503" y="3528"/>
                    <a:pt x="2503" y="3528"/>
                  </a:cubicBezTo>
                  <a:lnTo>
                    <a:pt x="2039" y="3992"/>
                  </a:lnTo>
                  <a:lnTo>
                    <a:pt x="1625" y="3627"/>
                  </a:lnTo>
                  <a:cubicBezTo>
                    <a:pt x="1625" y="3627"/>
                    <a:pt x="1205" y="3349"/>
                    <a:pt x="977" y="3256"/>
                  </a:cubicBezTo>
                  <a:cubicBezTo>
                    <a:pt x="742" y="3164"/>
                    <a:pt x="0" y="3256"/>
                    <a:pt x="0" y="3256"/>
                  </a:cubicBezTo>
                  <a:lnTo>
                    <a:pt x="0" y="12221"/>
                  </a:lnTo>
                  <a:lnTo>
                    <a:pt x="5857" y="12221"/>
                  </a:lnTo>
                  <a:lnTo>
                    <a:pt x="5857" y="6642"/>
                  </a:lnTo>
                  <a:lnTo>
                    <a:pt x="5808" y="6135"/>
                  </a:lnTo>
                  <a:lnTo>
                    <a:pt x="5530" y="5857"/>
                  </a:lnTo>
                  <a:lnTo>
                    <a:pt x="5857" y="5530"/>
                  </a:lnTo>
                  <a:lnTo>
                    <a:pt x="5993" y="5023"/>
                  </a:lnTo>
                  <a:lnTo>
                    <a:pt x="5950" y="4745"/>
                  </a:lnTo>
                  <a:lnTo>
                    <a:pt x="5993" y="4418"/>
                  </a:lnTo>
                  <a:lnTo>
                    <a:pt x="5993" y="1"/>
                  </a:lnTo>
                  <a:lnTo>
                    <a:pt x="3627" y="1"/>
                  </a:lnTo>
                  <a:lnTo>
                    <a:pt x="3627" y="3442"/>
                  </a:lnTo>
                  <a:close/>
                </a:path>
              </a:pathLst>
            </a:custGeom>
            <a:solidFill>
              <a:srgbClr val="C94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3"/>
            <p:cNvSpPr/>
            <p:nvPr/>
          </p:nvSpPr>
          <p:spPr>
            <a:xfrm flipH="1">
              <a:off x="5815280" y="3140080"/>
              <a:ext cx="679669" cy="385097"/>
            </a:xfrm>
            <a:custGeom>
              <a:avLst/>
              <a:gdLst/>
              <a:ahLst/>
              <a:cxnLst/>
              <a:rect l="l" t="t" r="r" b="b"/>
              <a:pathLst>
                <a:path w="9825" h="5567" extrusionOk="0">
                  <a:moveTo>
                    <a:pt x="1" y="5110"/>
                  </a:moveTo>
                  <a:lnTo>
                    <a:pt x="742" y="2274"/>
                  </a:lnTo>
                  <a:lnTo>
                    <a:pt x="1255" y="1903"/>
                  </a:lnTo>
                  <a:cubicBezTo>
                    <a:pt x="1255" y="1903"/>
                    <a:pt x="2089" y="2039"/>
                    <a:pt x="2460" y="1854"/>
                  </a:cubicBezTo>
                  <a:cubicBezTo>
                    <a:pt x="2830" y="1669"/>
                    <a:pt x="2830" y="1113"/>
                    <a:pt x="3059" y="977"/>
                  </a:cubicBezTo>
                  <a:cubicBezTo>
                    <a:pt x="3294" y="835"/>
                    <a:pt x="4035" y="927"/>
                    <a:pt x="4035" y="927"/>
                  </a:cubicBezTo>
                  <a:lnTo>
                    <a:pt x="4684" y="279"/>
                  </a:lnTo>
                  <a:lnTo>
                    <a:pt x="5703" y="371"/>
                  </a:lnTo>
                  <a:lnTo>
                    <a:pt x="6908" y="513"/>
                  </a:lnTo>
                  <a:lnTo>
                    <a:pt x="7507" y="0"/>
                  </a:lnTo>
                  <a:lnTo>
                    <a:pt x="8020" y="421"/>
                  </a:lnTo>
                  <a:lnTo>
                    <a:pt x="9132" y="328"/>
                  </a:lnTo>
                  <a:cubicBezTo>
                    <a:pt x="9132" y="328"/>
                    <a:pt x="9225" y="1440"/>
                    <a:pt x="9361" y="1483"/>
                  </a:cubicBezTo>
                  <a:cubicBezTo>
                    <a:pt x="9503" y="1533"/>
                    <a:pt x="9824" y="2132"/>
                    <a:pt x="9824" y="2132"/>
                  </a:cubicBezTo>
                  <a:lnTo>
                    <a:pt x="9731" y="4134"/>
                  </a:lnTo>
                  <a:lnTo>
                    <a:pt x="9503" y="556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3"/>
            <p:cNvSpPr/>
            <p:nvPr/>
          </p:nvSpPr>
          <p:spPr>
            <a:xfrm flipH="1">
              <a:off x="5193043" y="3008438"/>
              <a:ext cx="649300" cy="1238578"/>
            </a:xfrm>
            <a:custGeom>
              <a:avLst/>
              <a:gdLst/>
              <a:ahLst/>
              <a:cxnLst/>
              <a:rect l="l" t="t" r="r" b="b"/>
              <a:pathLst>
                <a:path w="9386" h="17905" extrusionOk="0">
                  <a:moveTo>
                    <a:pt x="3899" y="2694"/>
                  </a:moveTo>
                  <a:lnTo>
                    <a:pt x="4604" y="2602"/>
                  </a:lnTo>
                  <a:lnTo>
                    <a:pt x="5110" y="2416"/>
                  </a:lnTo>
                  <a:lnTo>
                    <a:pt x="5296" y="1903"/>
                  </a:lnTo>
                  <a:lnTo>
                    <a:pt x="5716" y="1527"/>
                  </a:lnTo>
                  <a:lnTo>
                    <a:pt x="5852" y="600"/>
                  </a:lnTo>
                  <a:lnTo>
                    <a:pt x="6179" y="1"/>
                  </a:lnTo>
                  <a:lnTo>
                    <a:pt x="9385" y="1113"/>
                  </a:lnTo>
                  <a:lnTo>
                    <a:pt x="5549" y="17905"/>
                  </a:lnTo>
                  <a:lnTo>
                    <a:pt x="1" y="1788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3"/>
            <p:cNvSpPr/>
            <p:nvPr/>
          </p:nvSpPr>
          <p:spPr>
            <a:xfrm flipH="1">
              <a:off x="5721775" y="3056308"/>
              <a:ext cx="125280" cy="838539"/>
            </a:xfrm>
            <a:custGeom>
              <a:avLst/>
              <a:gdLst/>
              <a:ahLst/>
              <a:cxnLst/>
              <a:rect l="l" t="t" r="r" b="b"/>
              <a:pathLst>
                <a:path w="1811" h="12122" extrusionOk="0">
                  <a:moveTo>
                    <a:pt x="0" y="12122"/>
                  </a:moveTo>
                  <a:lnTo>
                    <a:pt x="278" y="1"/>
                  </a:lnTo>
                  <a:lnTo>
                    <a:pt x="698" y="1"/>
                  </a:lnTo>
                  <a:cubicBezTo>
                    <a:pt x="698" y="1"/>
                    <a:pt x="1020" y="279"/>
                    <a:pt x="1205" y="229"/>
                  </a:cubicBezTo>
                  <a:cubicBezTo>
                    <a:pt x="1390" y="186"/>
                    <a:pt x="1811" y="279"/>
                    <a:pt x="1811" y="279"/>
                  </a:cubicBezTo>
                  <a:lnTo>
                    <a:pt x="1811" y="1212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3"/>
            <p:cNvSpPr/>
            <p:nvPr/>
          </p:nvSpPr>
          <p:spPr>
            <a:xfrm flipH="1">
              <a:off x="6618428" y="2982774"/>
              <a:ext cx="320984" cy="874095"/>
            </a:xfrm>
            <a:custGeom>
              <a:avLst/>
              <a:gdLst/>
              <a:ahLst/>
              <a:cxnLst/>
              <a:rect l="l" t="t" r="r" b="b"/>
              <a:pathLst>
                <a:path w="4640" h="12636" extrusionOk="0">
                  <a:moveTo>
                    <a:pt x="927" y="12635"/>
                  </a:moveTo>
                  <a:lnTo>
                    <a:pt x="0" y="742"/>
                  </a:lnTo>
                  <a:lnTo>
                    <a:pt x="3299" y="1"/>
                  </a:lnTo>
                  <a:lnTo>
                    <a:pt x="3991" y="4363"/>
                  </a:lnTo>
                  <a:lnTo>
                    <a:pt x="3806" y="4777"/>
                  </a:lnTo>
                  <a:lnTo>
                    <a:pt x="4084" y="5296"/>
                  </a:lnTo>
                  <a:lnTo>
                    <a:pt x="4146" y="5926"/>
                  </a:lnTo>
                  <a:lnTo>
                    <a:pt x="4640" y="126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3"/>
            <p:cNvSpPr/>
            <p:nvPr/>
          </p:nvSpPr>
          <p:spPr>
            <a:xfrm flipH="1">
              <a:off x="5870081" y="2889664"/>
              <a:ext cx="433397" cy="1009056"/>
            </a:xfrm>
            <a:custGeom>
              <a:avLst/>
              <a:gdLst/>
              <a:ahLst/>
              <a:cxnLst/>
              <a:rect l="l" t="t" r="r" b="b"/>
              <a:pathLst>
                <a:path w="6265" h="14587" extrusionOk="0">
                  <a:moveTo>
                    <a:pt x="142" y="14259"/>
                  </a:moveTo>
                  <a:lnTo>
                    <a:pt x="142" y="14117"/>
                  </a:lnTo>
                  <a:lnTo>
                    <a:pt x="142" y="4967"/>
                  </a:lnTo>
                  <a:lnTo>
                    <a:pt x="50" y="3948"/>
                  </a:lnTo>
                  <a:lnTo>
                    <a:pt x="2094" y="3899"/>
                  </a:lnTo>
                  <a:lnTo>
                    <a:pt x="2144" y="3342"/>
                  </a:lnTo>
                  <a:lnTo>
                    <a:pt x="0" y="3250"/>
                  </a:lnTo>
                  <a:lnTo>
                    <a:pt x="420" y="884"/>
                  </a:lnTo>
                  <a:lnTo>
                    <a:pt x="1162" y="513"/>
                  </a:lnTo>
                  <a:lnTo>
                    <a:pt x="1946" y="420"/>
                  </a:lnTo>
                  <a:cubicBezTo>
                    <a:pt x="1946" y="420"/>
                    <a:pt x="2138" y="0"/>
                    <a:pt x="2366" y="50"/>
                  </a:cubicBezTo>
                  <a:cubicBezTo>
                    <a:pt x="2601" y="93"/>
                    <a:pt x="3015" y="328"/>
                    <a:pt x="3015" y="328"/>
                  </a:cubicBezTo>
                  <a:lnTo>
                    <a:pt x="3942" y="371"/>
                  </a:lnTo>
                  <a:lnTo>
                    <a:pt x="4547" y="142"/>
                  </a:lnTo>
                  <a:lnTo>
                    <a:pt x="6079" y="0"/>
                  </a:lnTo>
                  <a:lnTo>
                    <a:pt x="6265" y="2045"/>
                  </a:lnTo>
                  <a:lnTo>
                    <a:pt x="6265" y="145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3"/>
            <p:cNvSpPr/>
            <p:nvPr/>
          </p:nvSpPr>
          <p:spPr>
            <a:xfrm flipH="1">
              <a:off x="6570459" y="2610125"/>
              <a:ext cx="1230114" cy="1677079"/>
            </a:xfrm>
            <a:custGeom>
              <a:avLst/>
              <a:gdLst/>
              <a:ahLst/>
              <a:cxnLst/>
              <a:rect l="l" t="t" r="r" b="b"/>
              <a:pathLst>
                <a:path w="17782" h="24244" extrusionOk="0">
                  <a:moveTo>
                    <a:pt x="17621" y="6265"/>
                  </a:moveTo>
                  <a:lnTo>
                    <a:pt x="16972" y="6173"/>
                  </a:lnTo>
                  <a:cubicBezTo>
                    <a:pt x="16972" y="6173"/>
                    <a:pt x="16416" y="5987"/>
                    <a:pt x="16274" y="5895"/>
                  </a:cubicBezTo>
                  <a:cubicBezTo>
                    <a:pt x="16138" y="5802"/>
                    <a:pt x="15625" y="5666"/>
                    <a:pt x="15625" y="5666"/>
                  </a:cubicBezTo>
                  <a:lnTo>
                    <a:pt x="15625" y="4437"/>
                  </a:lnTo>
                  <a:lnTo>
                    <a:pt x="14977" y="4437"/>
                  </a:lnTo>
                  <a:lnTo>
                    <a:pt x="14977" y="3510"/>
                  </a:lnTo>
                  <a:lnTo>
                    <a:pt x="15625" y="3510"/>
                  </a:lnTo>
                  <a:lnTo>
                    <a:pt x="15625" y="3300"/>
                  </a:lnTo>
                  <a:cubicBezTo>
                    <a:pt x="15625" y="3300"/>
                    <a:pt x="15347" y="791"/>
                    <a:pt x="15162" y="791"/>
                  </a:cubicBezTo>
                  <a:cubicBezTo>
                    <a:pt x="14977" y="791"/>
                    <a:pt x="14142" y="513"/>
                    <a:pt x="14142" y="513"/>
                  </a:cubicBezTo>
                  <a:lnTo>
                    <a:pt x="12654" y="699"/>
                  </a:lnTo>
                  <a:cubicBezTo>
                    <a:pt x="12654" y="699"/>
                    <a:pt x="11869" y="557"/>
                    <a:pt x="11634" y="513"/>
                  </a:cubicBezTo>
                  <a:cubicBezTo>
                    <a:pt x="11406" y="464"/>
                    <a:pt x="10942" y="421"/>
                    <a:pt x="10942" y="421"/>
                  </a:cubicBezTo>
                  <a:lnTo>
                    <a:pt x="9873" y="927"/>
                  </a:lnTo>
                  <a:lnTo>
                    <a:pt x="8292" y="1"/>
                  </a:lnTo>
                  <a:lnTo>
                    <a:pt x="7594" y="977"/>
                  </a:lnTo>
                  <a:lnTo>
                    <a:pt x="6945" y="1533"/>
                  </a:lnTo>
                  <a:lnTo>
                    <a:pt x="6389" y="1947"/>
                  </a:lnTo>
                  <a:cubicBezTo>
                    <a:pt x="6389" y="1947"/>
                    <a:pt x="6204" y="2460"/>
                    <a:pt x="6296" y="2688"/>
                  </a:cubicBezTo>
                  <a:cubicBezTo>
                    <a:pt x="6389" y="2923"/>
                    <a:pt x="6346" y="3942"/>
                    <a:pt x="6346" y="3942"/>
                  </a:cubicBezTo>
                  <a:cubicBezTo>
                    <a:pt x="6346" y="3942"/>
                    <a:pt x="6018" y="4591"/>
                    <a:pt x="5833" y="4776"/>
                  </a:cubicBezTo>
                  <a:cubicBezTo>
                    <a:pt x="5648" y="4962"/>
                    <a:pt x="4999" y="5147"/>
                    <a:pt x="4678" y="5190"/>
                  </a:cubicBezTo>
                  <a:cubicBezTo>
                    <a:pt x="4350" y="5240"/>
                    <a:pt x="3751" y="5746"/>
                    <a:pt x="3751" y="5746"/>
                  </a:cubicBezTo>
                  <a:lnTo>
                    <a:pt x="3609" y="6908"/>
                  </a:lnTo>
                  <a:cubicBezTo>
                    <a:pt x="3609" y="6908"/>
                    <a:pt x="3102" y="7278"/>
                    <a:pt x="2824" y="7371"/>
                  </a:cubicBezTo>
                  <a:cubicBezTo>
                    <a:pt x="2546" y="7464"/>
                    <a:pt x="2404" y="6815"/>
                    <a:pt x="2404" y="6815"/>
                  </a:cubicBezTo>
                  <a:lnTo>
                    <a:pt x="1755" y="6352"/>
                  </a:lnTo>
                  <a:cubicBezTo>
                    <a:pt x="1755" y="6352"/>
                    <a:pt x="1341" y="6259"/>
                    <a:pt x="921" y="6117"/>
                  </a:cubicBezTo>
                  <a:cubicBezTo>
                    <a:pt x="507" y="5981"/>
                    <a:pt x="1" y="5796"/>
                    <a:pt x="1" y="5796"/>
                  </a:cubicBezTo>
                  <a:lnTo>
                    <a:pt x="1" y="23984"/>
                  </a:lnTo>
                  <a:lnTo>
                    <a:pt x="17732" y="24243"/>
                  </a:lnTo>
                  <a:cubicBezTo>
                    <a:pt x="17732" y="24243"/>
                    <a:pt x="17689" y="8403"/>
                    <a:pt x="17732" y="8069"/>
                  </a:cubicBezTo>
                  <a:cubicBezTo>
                    <a:pt x="17781" y="7742"/>
                    <a:pt x="17621" y="6265"/>
                    <a:pt x="17621" y="62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3"/>
            <p:cNvSpPr/>
            <p:nvPr/>
          </p:nvSpPr>
          <p:spPr>
            <a:xfrm flipH="1">
              <a:off x="7226539" y="2609709"/>
              <a:ext cx="574450" cy="1666841"/>
            </a:xfrm>
            <a:custGeom>
              <a:avLst/>
              <a:gdLst/>
              <a:ahLst/>
              <a:cxnLst/>
              <a:rect l="l" t="t" r="r" b="b"/>
              <a:pathLst>
                <a:path w="8304" h="24096" extrusionOk="0">
                  <a:moveTo>
                    <a:pt x="6945" y="1533"/>
                  </a:moveTo>
                  <a:lnTo>
                    <a:pt x="6389" y="1947"/>
                  </a:lnTo>
                  <a:cubicBezTo>
                    <a:pt x="6389" y="1947"/>
                    <a:pt x="6203" y="2459"/>
                    <a:pt x="6296" y="2688"/>
                  </a:cubicBezTo>
                  <a:cubicBezTo>
                    <a:pt x="6389" y="2923"/>
                    <a:pt x="6339" y="3942"/>
                    <a:pt x="6339" y="3942"/>
                  </a:cubicBezTo>
                  <a:cubicBezTo>
                    <a:pt x="6339" y="3942"/>
                    <a:pt x="6018" y="4591"/>
                    <a:pt x="5833" y="4776"/>
                  </a:cubicBezTo>
                  <a:cubicBezTo>
                    <a:pt x="5647" y="4961"/>
                    <a:pt x="4999" y="5147"/>
                    <a:pt x="4671" y="5190"/>
                  </a:cubicBezTo>
                  <a:cubicBezTo>
                    <a:pt x="4350" y="5240"/>
                    <a:pt x="3745" y="5746"/>
                    <a:pt x="3745" y="5746"/>
                  </a:cubicBezTo>
                  <a:lnTo>
                    <a:pt x="3609" y="6908"/>
                  </a:lnTo>
                  <a:cubicBezTo>
                    <a:pt x="3609" y="6908"/>
                    <a:pt x="3102" y="7278"/>
                    <a:pt x="2818" y="7371"/>
                  </a:cubicBezTo>
                  <a:cubicBezTo>
                    <a:pt x="2540" y="7457"/>
                    <a:pt x="2404" y="6815"/>
                    <a:pt x="2404" y="6815"/>
                  </a:cubicBezTo>
                  <a:lnTo>
                    <a:pt x="1755" y="6352"/>
                  </a:lnTo>
                  <a:cubicBezTo>
                    <a:pt x="1755" y="6352"/>
                    <a:pt x="1335" y="6259"/>
                    <a:pt x="921" y="6117"/>
                  </a:cubicBezTo>
                  <a:cubicBezTo>
                    <a:pt x="501" y="5981"/>
                    <a:pt x="1" y="5796"/>
                    <a:pt x="1" y="5796"/>
                  </a:cubicBezTo>
                  <a:lnTo>
                    <a:pt x="1" y="23978"/>
                  </a:lnTo>
                  <a:lnTo>
                    <a:pt x="8119" y="24095"/>
                  </a:lnTo>
                  <a:lnTo>
                    <a:pt x="8119" y="7340"/>
                  </a:lnTo>
                  <a:cubicBezTo>
                    <a:pt x="8119" y="7340"/>
                    <a:pt x="8211" y="6877"/>
                    <a:pt x="8162" y="6735"/>
                  </a:cubicBezTo>
                  <a:cubicBezTo>
                    <a:pt x="8119" y="6599"/>
                    <a:pt x="7841" y="6457"/>
                    <a:pt x="7841" y="6457"/>
                  </a:cubicBezTo>
                  <a:lnTo>
                    <a:pt x="8304" y="5579"/>
                  </a:lnTo>
                  <a:lnTo>
                    <a:pt x="8304" y="0"/>
                  </a:lnTo>
                  <a:lnTo>
                    <a:pt x="7606" y="97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3"/>
            <p:cNvSpPr/>
            <p:nvPr/>
          </p:nvSpPr>
          <p:spPr>
            <a:xfrm flipH="1">
              <a:off x="7337642" y="3120434"/>
              <a:ext cx="272283" cy="654326"/>
            </a:xfrm>
            <a:custGeom>
              <a:avLst/>
              <a:gdLst/>
              <a:ahLst/>
              <a:cxnLst/>
              <a:rect l="l" t="t" r="r" b="b"/>
              <a:pathLst>
                <a:path w="3936" h="9459" extrusionOk="0">
                  <a:moveTo>
                    <a:pt x="507" y="1563"/>
                  </a:moveTo>
                  <a:lnTo>
                    <a:pt x="1854" y="2002"/>
                  </a:lnTo>
                  <a:lnTo>
                    <a:pt x="2317" y="2119"/>
                  </a:lnTo>
                  <a:lnTo>
                    <a:pt x="2478" y="3046"/>
                  </a:lnTo>
                  <a:lnTo>
                    <a:pt x="2966" y="4177"/>
                  </a:lnTo>
                  <a:lnTo>
                    <a:pt x="3244" y="4875"/>
                  </a:lnTo>
                  <a:lnTo>
                    <a:pt x="3262" y="5153"/>
                  </a:lnTo>
                  <a:lnTo>
                    <a:pt x="3126" y="5869"/>
                  </a:lnTo>
                  <a:lnTo>
                    <a:pt x="2824" y="6450"/>
                  </a:lnTo>
                  <a:lnTo>
                    <a:pt x="3102" y="6889"/>
                  </a:lnTo>
                  <a:cubicBezTo>
                    <a:pt x="3102" y="6889"/>
                    <a:pt x="3423" y="7630"/>
                    <a:pt x="3423" y="7723"/>
                  </a:cubicBezTo>
                  <a:cubicBezTo>
                    <a:pt x="3423" y="7816"/>
                    <a:pt x="3448" y="8532"/>
                    <a:pt x="3448" y="8532"/>
                  </a:cubicBezTo>
                  <a:lnTo>
                    <a:pt x="3219" y="9459"/>
                  </a:lnTo>
                  <a:lnTo>
                    <a:pt x="3565" y="8582"/>
                  </a:lnTo>
                  <a:lnTo>
                    <a:pt x="3565" y="7748"/>
                  </a:lnTo>
                  <a:lnTo>
                    <a:pt x="3287" y="7049"/>
                  </a:lnTo>
                  <a:lnTo>
                    <a:pt x="3009" y="6518"/>
                  </a:lnTo>
                  <a:cubicBezTo>
                    <a:pt x="3009" y="6518"/>
                    <a:pt x="3126" y="6197"/>
                    <a:pt x="3244" y="5987"/>
                  </a:cubicBezTo>
                  <a:cubicBezTo>
                    <a:pt x="3355" y="5777"/>
                    <a:pt x="3380" y="5245"/>
                    <a:pt x="3380" y="5245"/>
                  </a:cubicBezTo>
                  <a:lnTo>
                    <a:pt x="3608" y="5524"/>
                  </a:lnTo>
                  <a:lnTo>
                    <a:pt x="3936" y="6308"/>
                  </a:lnTo>
                  <a:lnTo>
                    <a:pt x="3682" y="5406"/>
                  </a:lnTo>
                  <a:lnTo>
                    <a:pt x="3448" y="5060"/>
                  </a:lnTo>
                  <a:cubicBezTo>
                    <a:pt x="3448" y="5060"/>
                    <a:pt x="3244" y="4319"/>
                    <a:pt x="3034" y="3991"/>
                  </a:cubicBezTo>
                  <a:cubicBezTo>
                    <a:pt x="2824" y="3670"/>
                    <a:pt x="2589" y="2879"/>
                    <a:pt x="2589" y="2879"/>
                  </a:cubicBezTo>
                  <a:lnTo>
                    <a:pt x="2496" y="1977"/>
                  </a:lnTo>
                  <a:lnTo>
                    <a:pt x="1897" y="1885"/>
                  </a:lnTo>
                  <a:cubicBezTo>
                    <a:pt x="1897" y="1885"/>
                    <a:pt x="810" y="1582"/>
                    <a:pt x="624" y="1471"/>
                  </a:cubicBezTo>
                  <a:cubicBezTo>
                    <a:pt x="488" y="1384"/>
                    <a:pt x="204" y="501"/>
                    <a:pt x="50" y="0"/>
                  </a:cubicBezTo>
                  <a:lnTo>
                    <a:pt x="43" y="0"/>
                  </a:lnTo>
                  <a:cubicBezTo>
                    <a:pt x="25" y="6"/>
                    <a:pt x="13" y="6"/>
                    <a:pt x="0" y="6"/>
                  </a:cubicBez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3"/>
            <p:cNvSpPr/>
            <p:nvPr/>
          </p:nvSpPr>
          <p:spPr>
            <a:xfrm flipH="1">
              <a:off x="7604736" y="3155022"/>
              <a:ext cx="42821" cy="247992"/>
            </a:xfrm>
            <a:custGeom>
              <a:avLst/>
              <a:gdLst/>
              <a:ahLst/>
              <a:cxnLst/>
              <a:rect l="l" t="t" r="r" b="b"/>
              <a:pathLst>
                <a:path w="619" h="3585" extrusionOk="0">
                  <a:moveTo>
                    <a:pt x="93" y="1"/>
                  </a:moveTo>
                  <a:cubicBezTo>
                    <a:pt x="93" y="1"/>
                    <a:pt x="402" y="557"/>
                    <a:pt x="445" y="773"/>
                  </a:cubicBezTo>
                  <a:cubicBezTo>
                    <a:pt x="495" y="989"/>
                    <a:pt x="464" y="1193"/>
                    <a:pt x="464" y="1193"/>
                  </a:cubicBezTo>
                  <a:lnTo>
                    <a:pt x="19" y="1564"/>
                  </a:lnTo>
                  <a:cubicBezTo>
                    <a:pt x="19" y="1564"/>
                    <a:pt x="1" y="1916"/>
                    <a:pt x="62" y="2058"/>
                  </a:cubicBezTo>
                  <a:cubicBezTo>
                    <a:pt x="124" y="2194"/>
                    <a:pt x="217" y="2287"/>
                    <a:pt x="217" y="2503"/>
                  </a:cubicBezTo>
                  <a:cubicBezTo>
                    <a:pt x="217" y="2719"/>
                    <a:pt x="155" y="3584"/>
                    <a:pt x="155" y="3584"/>
                  </a:cubicBezTo>
                  <a:lnTo>
                    <a:pt x="291" y="2534"/>
                  </a:lnTo>
                  <a:lnTo>
                    <a:pt x="260" y="2194"/>
                  </a:lnTo>
                  <a:lnTo>
                    <a:pt x="124" y="1996"/>
                  </a:lnTo>
                  <a:lnTo>
                    <a:pt x="124" y="1564"/>
                  </a:lnTo>
                  <a:lnTo>
                    <a:pt x="618" y="1162"/>
                  </a:lnTo>
                  <a:lnTo>
                    <a:pt x="575" y="761"/>
                  </a:ln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3"/>
            <p:cNvSpPr/>
            <p:nvPr/>
          </p:nvSpPr>
          <p:spPr>
            <a:xfrm flipH="1">
              <a:off x="6695694" y="3002489"/>
              <a:ext cx="100930" cy="379978"/>
            </a:xfrm>
            <a:custGeom>
              <a:avLst/>
              <a:gdLst/>
              <a:ahLst/>
              <a:cxnLst/>
              <a:rect l="l" t="t" r="r" b="b"/>
              <a:pathLst>
                <a:path w="1459" h="5493" extrusionOk="0">
                  <a:moveTo>
                    <a:pt x="272" y="4263"/>
                  </a:moveTo>
                  <a:lnTo>
                    <a:pt x="111" y="3701"/>
                  </a:lnTo>
                  <a:lnTo>
                    <a:pt x="111" y="3750"/>
                  </a:lnTo>
                  <a:close/>
                  <a:moveTo>
                    <a:pt x="927" y="4356"/>
                  </a:moveTo>
                  <a:lnTo>
                    <a:pt x="859" y="3775"/>
                  </a:lnTo>
                  <a:lnTo>
                    <a:pt x="556" y="3244"/>
                  </a:lnTo>
                  <a:lnTo>
                    <a:pt x="420" y="2570"/>
                  </a:lnTo>
                  <a:lnTo>
                    <a:pt x="513" y="2082"/>
                  </a:lnTo>
                  <a:lnTo>
                    <a:pt x="809" y="1458"/>
                  </a:lnTo>
                  <a:lnTo>
                    <a:pt x="674" y="649"/>
                  </a:lnTo>
                  <a:lnTo>
                    <a:pt x="513" y="396"/>
                  </a:lnTo>
                  <a:lnTo>
                    <a:pt x="1458" y="105"/>
                  </a:lnTo>
                  <a:cubicBezTo>
                    <a:pt x="1291" y="43"/>
                    <a:pt x="1112" y="0"/>
                    <a:pt x="1112" y="0"/>
                  </a:cubicBezTo>
                  <a:lnTo>
                    <a:pt x="210" y="321"/>
                  </a:lnTo>
                  <a:lnTo>
                    <a:pt x="513" y="649"/>
                  </a:lnTo>
                  <a:lnTo>
                    <a:pt x="698" y="1390"/>
                  </a:lnTo>
                  <a:lnTo>
                    <a:pt x="680" y="1421"/>
                  </a:lnTo>
                  <a:lnTo>
                    <a:pt x="328" y="2064"/>
                  </a:lnTo>
                  <a:lnTo>
                    <a:pt x="260" y="2688"/>
                  </a:lnTo>
                  <a:lnTo>
                    <a:pt x="0" y="3312"/>
                  </a:lnTo>
                  <a:lnTo>
                    <a:pt x="118" y="3701"/>
                  </a:lnTo>
                  <a:lnTo>
                    <a:pt x="93" y="3312"/>
                  </a:lnTo>
                  <a:lnTo>
                    <a:pt x="346" y="2848"/>
                  </a:lnTo>
                  <a:lnTo>
                    <a:pt x="439" y="3268"/>
                  </a:lnTo>
                  <a:lnTo>
                    <a:pt x="742" y="3868"/>
                  </a:lnTo>
                  <a:lnTo>
                    <a:pt x="809" y="4306"/>
                  </a:lnTo>
                  <a:lnTo>
                    <a:pt x="606" y="4751"/>
                  </a:lnTo>
                  <a:cubicBezTo>
                    <a:pt x="606" y="4751"/>
                    <a:pt x="908" y="5418"/>
                    <a:pt x="952" y="5492"/>
                  </a:cubicBezTo>
                  <a:lnTo>
                    <a:pt x="723" y="475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3"/>
            <p:cNvSpPr/>
            <p:nvPr/>
          </p:nvSpPr>
          <p:spPr>
            <a:xfrm flipH="1">
              <a:off x="6985057" y="3006709"/>
              <a:ext cx="94496" cy="64194"/>
            </a:xfrm>
            <a:custGeom>
              <a:avLst/>
              <a:gdLst/>
              <a:ahLst/>
              <a:cxnLst/>
              <a:rect l="l" t="t" r="r" b="b"/>
              <a:pathLst>
                <a:path w="1366" h="928" extrusionOk="0">
                  <a:moveTo>
                    <a:pt x="0" y="1"/>
                  </a:moveTo>
                  <a:lnTo>
                    <a:pt x="1366" y="1"/>
                  </a:lnTo>
                  <a:lnTo>
                    <a:pt x="1366" y="928"/>
                  </a:lnTo>
                  <a:lnTo>
                    <a:pt x="0" y="9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3"/>
            <p:cNvSpPr/>
            <p:nvPr/>
          </p:nvSpPr>
          <p:spPr>
            <a:xfrm flipH="1">
              <a:off x="6825607" y="3006709"/>
              <a:ext cx="94981" cy="64194"/>
            </a:xfrm>
            <a:custGeom>
              <a:avLst/>
              <a:gdLst/>
              <a:ahLst/>
              <a:cxnLst/>
              <a:rect l="l" t="t" r="r" b="b"/>
              <a:pathLst>
                <a:path w="1373" h="928" extrusionOk="0">
                  <a:moveTo>
                    <a:pt x="0" y="1"/>
                  </a:moveTo>
                  <a:lnTo>
                    <a:pt x="1372" y="1"/>
                  </a:lnTo>
                  <a:lnTo>
                    <a:pt x="1372" y="928"/>
                  </a:lnTo>
                  <a:lnTo>
                    <a:pt x="0" y="9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3"/>
            <p:cNvSpPr/>
            <p:nvPr/>
          </p:nvSpPr>
          <p:spPr>
            <a:xfrm flipH="1">
              <a:off x="6662352" y="3172108"/>
              <a:ext cx="94566" cy="64194"/>
            </a:xfrm>
            <a:custGeom>
              <a:avLst/>
              <a:gdLst/>
              <a:ahLst/>
              <a:cxnLst/>
              <a:rect l="l" t="t" r="r" b="b"/>
              <a:pathLst>
                <a:path w="1367" h="928" extrusionOk="0">
                  <a:moveTo>
                    <a:pt x="1" y="1"/>
                  </a:moveTo>
                  <a:lnTo>
                    <a:pt x="1366" y="1"/>
                  </a:lnTo>
                  <a:lnTo>
                    <a:pt x="1366" y="928"/>
                  </a:lnTo>
                  <a:lnTo>
                    <a:pt x="1" y="9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3"/>
            <p:cNvSpPr/>
            <p:nvPr/>
          </p:nvSpPr>
          <p:spPr>
            <a:xfrm flipH="1">
              <a:off x="6808105" y="3325955"/>
              <a:ext cx="94566" cy="64194"/>
            </a:xfrm>
            <a:custGeom>
              <a:avLst/>
              <a:gdLst/>
              <a:ahLst/>
              <a:cxnLst/>
              <a:rect l="l" t="t" r="r" b="b"/>
              <a:pathLst>
                <a:path w="1367" h="928" extrusionOk="0">
                  <a:moveTo>
                    <a:pt x="1" y="1"/>
                  </a:moveTo>
                  <a:lnTo>
                    <a:pt x="1366" y="1"/>
                  </a:lnTo>
                  <a:lnTo>
                    <a:pt x="1366" y="928"/>
                  </a:lnTo>
                  <a:lnTo>
                    <a:pt x="1" y="9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3"/>
            <p:cNvSpPr/>
            <p:nvPr/>
          </p:nvSpPr>
          <p:spPr>
            <a:xfrm flipH="1">
              <a:off x="6985057" y="2852447"/>
              <a:ext cx="94496" cy="64194"/>
            </a:xfrm>
            <a:custGeom>
              <a:avLst/>
              <a:gdLst/>
              <a:ahLst/>
              <a:cxnLst/>
              <a:rect l="l" t="t" r="r" b="b"/>
              <a:pathLst>
                <a:path w="1366" h="928" extrusionOk="0">
                  <a:moveTo>
                    <a:pt x="0" y="1"/>
                  </a:moveTo>
                  <a:lnTo>
                    <a:pt x="1366" y="1"/>
                  </a:lnTo>
                  <a:lnTo>
                    <a:pt x="1366" y="927"/>
                  </a:lnTo>
                  <a:lnTo>
                    <a:pt x="0" y="92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3"/>
            <p:cNvSpPr/>
            <p:nvPr/>
          </p:nvSpPr>
          <p:spPr>
            <a:xfrm flipH="1">
              <a:off x="6825607" y="2852447"/>
              <a:ext cx="94981" cy="64194"/>
            </a:xfrm>
            <a:custGeom>
              <a:avLst/>
              <a:gdLst/>
              <a:ahLst/>
              <a:cxnLst/>
              <a:rect l="l" t="t" r="r" b="b"/>
              <a:pathLst>
                <a:path w="1373" h="928" extrusionOk="0">
                  <a:moveTo>
                    <a:pt x="0" y="1"/>
                  </a:moveTo>
                  <a:lnTo>
                    <a:pt x="1372" y="1"/>
                  </a:lnTo>
                  <a:lnTo>
                    <a:pt x="1372" y="927"/>
                  </a:lnTo>
                  <a:lnTo>
                    <a:pt x="0" y="92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3"/>
            <p:cNvSpPr/>
            <p:nvPr/>
          </p:nvSpPr>
          <p:spPr>
            <a:xfrm flipH="1">
              <a:off x="6749999" y="2663528"/>
              <a:ext cx="31683" cy="94147"/>
            </a:xfrm>
            <a:custGeom>
              <a:avLst/>
              <a:gdLst/>
              <a:ahLst/>
              <a:cxnLst/>
              <a:rect l="l" t="t" r="r" b="b"/>
              <a:pathLst>
                <a:path w="458" h="1361" extrusionOk="0">
                  <a:moveTo>
                    <a:pt x="93" y="884"/>
                  </a:moveTo>
                  <a:lnTo>
                    <a:pt x="248" y="569"/>
                  </a:lnTo>
                  <a:lnTo>
                    <a:pt x="285" y="335"/>
                  </a:lnTo>
                  <a:lnTo>
                    <a:pt x="458" y="19"/>
                  </a:lnTo>
                  <a:cubicBezTo>
                    <a:pt x="451" y="19"/>
                    <a:pt x="451" y="7"/>
                    <a:pt x="439" y="7"/>
                  </a:cubicBezTo>
                  <a:cubicBezTo>
                    <a:pt x="420" y="7"/>
                    <a:pt x="390" y="1"/>
                    <a:pt x="353" y="1"/>
                  </a:cubicBezTo>
                  <a:lnTo>
                    <a:pt x="186" y="347"/>
                  </a:lnTo>
                  <a:cubicBezTo>
                    <a:pt x="186" y="347"/>
                    <a:pt x="229" y="606"/>
                    <a:pt x="118" y="674"/>
                  </a:cubicBezTo>
                  <a:lnTo>
                    <a:pt x="0" y="903"/>
                  </a:lnTo>
                  <a:lnTo>
                    <a:pt x="130" y="136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3"/>
            <p:cNvSpPr/>
            <p:nvPr/>
          </p:nvSpPr>
          <p:spPr>
            <a:xfrm flipH="1">
              <a:off x="6861083" y="3926469"/>
              <a:ext cx="557847" cy="351755"/>
            </a:xfrm>
            <a:custGeom>
              <a:avLst/>
              <a:gdLst/>
              <a:ahLst/>
              <a:cxnLst/>
              <a:rect l="l" t="t" r="r" b="b"/>
              <a:pathLst>
                <a:path w="8064" h="5085" extrusionOk="0">
                  <a:moveTo>
                    <a:pt x="1" y="4683"/>
                  </a:moveTo>
                  <a:cubicBezTo>
                    <a:pt x="26" y="4615"/>
                    <a:pt x="372" y="4078"/>
                    <a:pt x="372" y="4078"/>
                  </a:cubicBezTo>
                  <a:lnTo>
                    <a:pt x="792" y="3756"/>
                  </a:lnTo>
                  <a:lnTo>
                    <a:pt x="928" y="3132"/>
                  </a:lnTo>
                  <a:lnTo>
                    <a:pt x="1737" y="2366"/>
                  </a:lnTo>
                  <a:lnTo>
                    <a:pt x="2552" y="1786"/>
                  </a:lnTo>
                  <a:lnTo>
                    <a:pt x="3386" y="1736"/>
                  </a:lnTo>
                  <a:lnTo>
                    <a:pt x="3868" y="1576"/>
                  </a:lnTo>
                  <a:lnTo>
                    <a:pt x="4078" y="581"/>
                  </a:lnTo>
                  <a:lnTo>
                    <a:pt x="4912" y="118"/>
                  </a:lnTo>
                  <a:lnTo>
                    <a:pt x="6235" y="0"/>
                  </a:lnTo>
                  <a:lnTo>
                    <a:pt x="7044" y="717"/>
                  </a:lnTo>
                  <a:lnTo>
                    <a:pt x="7297" y="3441"/>
                  </a:lnTo>
                  <a:lnTo>
                    <a:pt x="7835" y="4504"/>
                  </a:lnTo>
                  <a:lnTo>
                    <a:pt x="8063" y="5085"/>
                  </a:lnTo>
                  <a:lnTo>
                    <a:pt x="3485" y="4831"/>
                  </a:lnTo>
                  <a:close/>
                </a:path>
              </a:pathLst>
            </a:custGeom>
            <a:solidFill>
              <a:srgbClr val="E459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3"/>
            <p:cNvSpPr/>
            <p:nvPr/>
          </p:nvSpPr>
          <p:spPr>
            <a:xfrm flipH="1">
              <a:off x="6859423" y="4073468"/>
              <a:ext cx="558608" cy="204343"/>
            </a:xfrm>
            <a:custGeom>
              <a:avLst/>
              <a:gdLst/>
              <a:ahLst/>
              <a:cxnLst/>
              <a:rect l="l" t="t" r="r" b="b"/>
              <a:pathLst>
                <a:path w="8075" h="2954" extrusionOk="0">
                  <a:moveTo>
                    <a:pt x="3497" y="2694"/>
                  </a:moveTo>
                  <a:lnTo>
                    <a:pt x="8075" y="2954"/>
                  </a:lnTo>
                  <a:lnTo>
                    <a:pt x="7840" y="2373"/>
                  </a:lnTo>
                  <a:lnTo>
                    <a:pt x="7309" y="1304"/>
                  </a:lnTo>
                  <a:lnTo>
                    <a:pt x="7191" y="68"/>
                  </a:lnTo>
                  <a:lnTo>
                    <a:pt x="5851" y="50"/>
                  </a:lnTo>
                  <a:lnTo>
                    <a:pt x="5202" y="649"/>
                  </a:lnTo>
                  <a:lnTo>
                    <a:pt x="5128" y="143"/>
                  </a:lnTo>
                  <a:lnTo>
                    <a:pt x="4665" y="0"/>
                  </a:lnTo>
                  <a:lnTo>
                    <a:pt x="3719" y="396"/>
                  </a:lnTo>
                  <a:lnTo>
                    <a:pt x="2997" y="1088"/>
                  </a:lnTo>
                  <a:lnTo>
                    <a:pt x="2422" y="1483"/>
                  </a:lnTo>
                  <a:lnTo>
                    <a:pt x="2861" y="2249"/>
                  </a:lnTo>
                  <a:lnTo>
                    <a:pt x="2305" y="1576"/>
                  </a:lnTo>
                  <a:lnTo>
                    <a:pt x="1403" y="1323"/>
                  </a:lnTo>
                  <a:cubicBezTo>
                    <a:pt x="1403" y="1323"/>
                    <a:pt x="1094" y="1360"/>
                    <a:pt x="834" y="1428"/>
                  </a:cubicBezTo>
                  <a:lnTo>
                    <a:pt x="791" y="1631"/>
                  </a:lnTo>
                  <a:lnTo>
                    <a:pt x="371" y="1953"/>
                  </a:lnTo>
                  <a:cubicBezTo>
                    <a:pt x="371" y="1953"/>
                    <a:pt x="25" y="2490"/>
                    <a:pt x="0" y="2558"/>
                  </a:cubicBezTo>
                  <a:close/>
                </a:path>
              </a:pathLst>
            </a:custGeom>
            <a:solidFill>
              <a:srgbClr val="E459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3"/>
            <p:cNvSpPr/>
            <p:nvPr/>
          </p:nvSpPr>
          <p:spPr>
            <a:xfrm flipH="1">
              <a:off x="6972681" y="3279815"/>
              <a:ext cx="163812" cy="632605"/>
            </a:xfrm>
            <a:custGeom>
              <a:avLst/>
              <a:gdLst/>
              <a:ahLst/>
              <a:cxnLst/>
              <a:rect l="l" t="t" r="r" b="b"/>
              <a:pathLst>
                <a:path w="2368" h="9145" extrusionOk="0">
                  <a:moveTo>
                    <a:pt x="2349" y="7730"/>
                  </a:moveTo>
                  <a:cubicBezTo>
                    <a:pt x="2244" y="7699"/>
                    <a:pt x="2132" y="7730"/>
                    <a:pt x="2021" y="7742"/>
                  </a:cubicBezTo>
                  <a:lnTo>
                    <a:pt x="1811" y="7767"/>
                  </a:lnTo>
                  <a:cubicBezTo>
                    <a:pt x="1749" y="6549"/>
                    <a:pt x="1688" y="5326"/>
                    <a:pt x="1651" y="4097"/>
                  </a:cubicBezTo>
                  <a:cubicBezTo>
                    <a:pt x="1681" y="4091"/>
                    <a:pt x="1718" y="4084"/>
                    <a:pt x="1749" y="4078"/>
                  </a:cubicBezTo>
                  <a:cubicBezTo>
                    <a:pt x="1793" y="4066"/>
                    <a:pt x="1780" y="4004"/>
                    <a:pt x="1743" y="4004"/>
                  </a:cubicBezTo>
                  <a:cubicBezTo>
                    <a:pt x="1712" y="4004"/>
                    <a:pt x="1681" y="4004"/>
                    <a:pt x="1651" y="4016"/>
                  </a:cubicBezTo>
                  <a:cubicBezTo>
                    <a:pt x="1638" y="3442"/>
                    <a:pt x="1620" y="2861"/>
                    <a:pt x="1613" y="2287"/>
                  </a:cubicBezTo>
                  <a:cubicBezTo>
                    <a:pt x="1607" y="1656"/>
                    <a:pt x="1626" y="1032"/>
                    <a:pt x="1595" y="408"/>
                  </a:cubicBezTo>
                  <a:cubicBezTo>
                    <a:pt x="1595" y="371"/>
                    <a:pt x="1545" y="371"/>
                    <a:pt x="1533" y="408"/>
                  </a:cubicBezTo>
                  <a:cubicBezTo>
                    <a:pt x="1502" y="965"/>
                    <a:pt x="1521" y="1521"/>
                    <a:pt x="1527" y="2077"/>
                  </a:cubicBezTo>
                  <a:cubicBezTo>
                    <a:pt x="1533" y="2626"/>
                    <a:pt x="1545" y="3164"/>
                    <a:pt x="1552" y="3714"/>
                  </a:cubicBezTo>
                  <a:cubicBezTo>
                    <a:pt x="1552" y="3813"/>
                    <a:pt x="1558" y="3911"/>
                    <a:pt x="1558" y="4023"/>
                  </a:cubicBezTo>
                  <a:cubicBezTo>
                    <a:pt x="1484" y="4029"/>
                    <a:pt x="1397" y="4035"/>
                    <a:pt x="1317" y="4047"/>
                  </a:cubicBezTo>
                  <a:cubicBezTo>
                    <a:pt x="1255" y="4054"/>
                    <a:pt x="1187" y="4054"/>
                    <a:pt x="1125" y="4054"/>
                  </a:cubicBezTo>
                  <a:cubicBezTo>
                    <a:pt x="1082" y="3380"/>
                    <a:pt x="1039" y="2701"/>
                    <a:pt x="989" y="2027"/>
                  </a:cubicBezTo>
                  <a:cubicBezTo>
                    <a:pt x="940" y="1366"/>
                    <a:pt x="884" y="693"/>
                    <a:pt x="835" y="32"/>
                  </a:cubicBezTo>
                  <a:cubicBezTo>
                    <a:pt x="835" y="1"/>
                    <a:pt x="779" y="1"/>
                    <a:pt x="779" y="32"/>
                  </a:cubicBezTo>
                  <a:cubicBezTo>
                    <a:pt x="847" y="1372"/>
                    <a:pt x="934" y="2719"/>
                    <a:pt x="1027" y="4060"/>
                  </a:cubicBezTo>
                  <a:lnTo>
                    <a:pt x="897" y="4060"/>
                  </a:lnTo>
                  <a:lnTo>
                    <a:pt x="841" y="4060"/>
                  </a:lnTo>
                  <a:cubicBezTo>
                    <a:pt x="773" y="3596"/>
                    <a:pt x="681" y="3139"/>
                    <a:pt x="569" y="2688"/>
                  </a:cubicBezTo>
                  <a:cubicBezTo>
                    <a:pt x="440" y="2120"/>
                    <a:pt x="291" y="1558"/>
                    <a:pt x="94" y="1020"/>
                  </a:cubicBezTo>
                  <a:cubicBezTo>
                    <a:pt x="75" y="971"/>
                    <a:pt x="1" y="989"/>
                    <a:pt x="13" y="1039"/>
                  </a:cubicBezTo>
                  <a:cubicBezTo>
                    <a:pt x="310" y="2015"/>
                    <a:pt x="563" y="2979"/>
                    <a:pt x="718" y="3986"/>
                  </a:cubicBezTo>
                  <a:cubicBezTo>
                    <a:pt x="724" y="4004"/>
                    <a:pt x="724" y="4035"/>
                    <a:pt x="724" y="4060"/>
                  </a:cubicBezTo>
                  <a:cubicBezTo>
                    <a:pt x="501" y="4054"/>
                    <a:pt x="279" y="4035"/>
                    <a:pt x="50" y="4004"/>
                  </a:cubicBezTo>
                  <a:cubicBezTo>
                    <a:pt x="19" y="4004"/>
                    <a:pt x="13" y="4054"/>
                    <a:pt x="44" y="4060"/>
                  </a:cubicBezTo>
                  <a:cubicBezTo>
                    <a:pt x="279" y="4109"/>
                    <a:pt x="501" y="4128"/>
                    <a:pt x="742" y="4146"/>
                  </a:cubicBezTo>
                  <a:cubicBezTo>
                    <a:pt x="823" y="4702"/>
                    <a:pt x="878" y="5271"/>
                    <a:pt x="909" y="5839"/>
                  </a:cubicBezTo>
                  <a:cubicBezTo>
                    <a:pt x="711" y="5839"/>
                    <a:pt x="501" y="5827"/>
                    <a:pt x="298" y="5808"/>
                  </a:cubicBezTo>
                  <a:cubicBezTo>
                    <a:pt x="267" y="5808"/>
                    <a:pt x="260" y="5851"/>
                    <a:pt x="291" y="5851"/>
                  </a:cubicBezTo>
                  <a:cubicBezTo>
                    <a:pt x="501" y="5882"/>
                    <a:pt x="711" y="5901"/>
                    <a:pt x="909" y="5907"/>
                  </a:cubicBezTo>
                  <a:cubicBezTo>
                    <a:pt x="928" y="6278"/>
                    <a:pt x="940" y="6642"/>
                    <a:pt x="934" y="7013"/>
                  </a:cubicBezTo>
                  <a:cubicBezTo>
                    <a:pt x="928" y="7581"/>
                    <a:pt x="897" y="8156"/>
                    <a:pt x="872" y="8718"/>
                  </a:cubicBezTo>
                  <a:cubicBezTo>
                    <a:pt x="872" y="8749"/>
                    <a:pt x="928" y="8755"/>
                    <a:pt x="928" y="8724"/>
                  </a:cubicBezTo>
                  <a:cubicBezTo>
                    <a:pt x="965" y="8465"/>
                    <a:pt x="996" y="8199"/>
                    <a:pt x="1008" y="7927"/>
                  </a:cubicBezTo>
                  <a:cubicBezTo>
                    <a:pt x="1094" y="7940"/>
                    <a:pt x="1187" y="7927"/>
                    <a:pt x="1280" y="7921"/>
                  </a:cubicBezTo>
                  <a:cubicBezTo>
                    <a:pt x="1286" y="8001"/>
                    <a:pt x="1286" y="8069"/>
                    <a:pt x="1298" y="8143"/>
                  </a:cubicBezTo>
                  <a:cubicBezTo>
                    <a:pt x="1317" y="8465"/>
                    <a:pt x="1317" y="8792"/>
                    <a:pt x="1373" y="9113"/>
                  </a:cubicBezTo>
                  <a:cubicBezTo>
                    <a:pt x="1379" y="9144"/>
                    <a:pt x="1428" y="9132"/>
                    <a:pt x="1428" y="9101"/>
                  </a:cubicBezTo>
                  <a:cubicBezTo>
                    <a:pt x="1434" y="8811"/>
                    <a:pt x="1397" y="8502"/>
                    <a:pt x="1379" y="8205"/>
                  </a:cubicBezTo>
                  <a:cubicBezTo>
                    <a:pt x="1373" y="8113"/>
                    <a:pt x="1366" y="8014"/>
                    <a:pt x="1366" y="7921"/>
                  </a:cubicBezTo>
                  <a:cubicBezTo>
                    <a:pt x="1465" y="7915"/>
                    <a:pt x="1576" y="7896"/>
                    <a:pt x="1675" y="7884"/>
                  </a:cubicBezTo>
                  <a:cubicBezTo>
                    <a:pt x="1688" y="7884"/>
                    <a:pt x="1712" y="7878"/>
                    <a:pt x="1731" y="7878"/>
                  </a:cubicBezTo>
                  <a:cubicBezTo>
                    <a:pt x="1749" y="8224"/>
                    <a:pt x="1780" y="8570"/>
                    <a:pt x="1824" y="8916"/>
                  </a:cubicBezTo>
                  <a:cubicBezTo>
                    <a:pt x="1824" y="8940"/>
                    <a:pt x="1861" y="8940"/>
                    <a:pt x="1854" y="8916"/>
                  </a:cubicBezTo>
                  <a:cubicBezTo>
                    <a:pt x="1836" y="8570"/>
                    <a:pt x="1811" y="8218"/>
                    <a:pt x="1799" y="7865"/>
                  </a:cubicBezTo>
                  <a:cubicBezTo>
                    <a:pt x="1867" y="7859"/>
                    <a:pt x="1935" y="7853"/>
                    <a:pt x="2015" y="7847"/>
                  </a:cubicBezTo>
                  <a:cubicBezTo>
                    <a:pt x="2114" y="7828"/>
                    <a:pt x="2237" y="7835"/>
                    <a:pt x="2330" y="7785"/>
                  </a:cubicBezTo>
                  <a:cubicBezTo>
                    <a:pt x="2367" y="7760"/>
                    <a:pt x="2361" y="7730"/>
                    <a:pt x="2349" y="7730"/>
                  </a:cubicBezTo>
                  <a:close/>
                  <a:moveTo>
                    <a:pt x="1576" y="4115"/>
                  </a:moveTo>
                  <a:cubicBezTo>
                    <a:pt x="1589" y="4671"/>
                    <a:pt x="1613" y="5234"/>
                    <a:pt x="1638" y="5790"/>
                  </a:cubicBezTo>
                  <a:cubicBezTo>
                    <a:pt x="1515" y="5808"/>
                    <a:pt x="1379" y="5814"/>
                    <a:pt x="1255" y="5820"/>
                  </a:cubicBezTo>
                  <a:cubicBezTo>
                    <a:pt x="1249" y="5734"/>
                    <a:pt x="1249" y="5660"/>
                    <a:pt x="1243" y="5573"/>
                  </a:cubicBezTo>
                  <a:cubicBezTo>
                    <a:pt x="1212" y="5091"/>
                    <a:pt x="1181" y="4622"/>
                    <a:pt x="1150" y="4146"/>
                  </a:cubicBezTo>
                  <a:cubicBezTo>
                    <a:pt x="1286" y="4146"/>
                    <a:pt x="1434" y="4140"/>
                    <a:pt x="1576" y="4115"/>
                  </a:cubicBezTo>
                  <a:close/>
                  <a:moveTo>
                    <a:pt x="909" y="4146"/>
                  </a:moveTo>
                  <a:lnTo>
                    <a:pt x="1051" y="4146"/>
                  </a:lnTo>
                  <a:cubicBezTo>
                    <a:pt x="1088" y="4702"/>
                    <a:pt x="1125" y="5264"/>
                    <a:pt x="1162" y="5820"/>
                  </a:cubicBezTo>
                  <a:cubicBezTo>
                    <a:pt x="1125" y="5820"/>
                    <a:pt x="1088" y="5820"/>
                    <a:pt x="1051" y="5827"/>
                  </a:cubicBezTo>
                  <a:cubicBezTo>
                    <a:pt x="1051" y="5783"/>
                    <a:pt x="1039" y="5734"/>
                    <a:pt x="1039" y="5691"/>
                  </a:cubicBezTo>
                  <a:cubicBezTo>
                    <a:pt x="1008" y="5172"/>
                    <a:pt x="946" y="4653"/>
                    <a:pt x="872" y="4146"/>
                  </a:cubicBezTo>
                  <a:close/>
                  <a:moveTo>
                    <a:pt x="1039" y="7884"/>
                  </a:moveTo>
                  <a:cubicBezTo>
                    <a:pt x="1088" y="7229"/>
                    <a:pt x="1082" y="6562"/>
                    <a:pt x="1051" y="5907"/>
                  </a:cubicBezTo>
                  <a:lnTo>
                    <a:pt x="1169" y="5907"/>
                  </a:lnTo>
                  <a:cubicBezTo>
                    <a:pt x="1206" y="6315"/>
                    <a:pt x="1224" y="6722"/>
                    <a:pt x="1255" y="7136"/>
                  </a:cubicBezTo>
                  <a:cubicBezTo>
                    <a:pt x="1274" y="7365"/>
                    <a:pt x="1286" y="7606"/>
                    <a:pt x="1305" y="7835"/>
                  </a:cubicBezTo>
                  <a:cubicBezTo>
                    <a:pt x="1212" y="7847"/>
                    <a:pt x="1125" y="7859"/>
                    <a:pt x="1039" y="7884"/>
                  </a:cubicBezTo>
                  <a:close/>
                  <a:moveTo>
                    <a:pt x="1669" y="7785"/>
                  </a:moveTo>
                  <a:cubicBezTo>
                    <a:pt x="1576" y="7797"/>
                    <a:pt x="1471" y="7804"/>
                    <a:pt x="1379" y="7822"/>
                  </a:cubicBezTo>
                  <a:cubicBezTo>
                    <a:pt x="1373" y="7655"/>
                    <a:pt x="1360" y="7495"/>
                    <a:pt x="1348" y="7334"/>
                  </a:cubicBezTo>
                  <a:lnTo>
                    <a:pt x="1255" y="5901"/>
                  </a:lnTo>
                  <a:cubicBezTo>
                    <a:pt x="1379" y="5888"/>
                    <a:pt x="1508" y="5882"/>
                    <a:pt x="1632" y="5876"/>
                  </a:cubicBezTo>
                  <a:cubicBezTo>
                    <a:pt x="1651" y="6259"/>
                    <a:pt x="1675" y="6655"/>
                    <a:pt x="1694" y="7044"/>
                  </a:cubicBezTo>
                  <a:cubicBezTo>
                    <a:pt x="1712" y="7291"/>
                    <a:pt x="1731" y="7526"/>
                    <a:pt x="1743" y="7773"/>
                  </a:cubicBezTo>
                  <a:cubicBezTo>
                    <a:pt x="1718" y="7773"/>
                    <a:pt x="1700" y="7785"/>
                    <a:pt x="1669" y="77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3"/>
            <p:cNvSpPr/>
            <p:nvPr/>
          </p:nvSpPr>
          <p:spPr>
            <a:xfrm flipH="1">
              <a:off x="7000891" y="3602935"/>
              <a:ext cx="752305" cy="632536"/>
            </a:xfrm>
            <a:custGeom>
              <a:avLst/>
              <a:gdLst/>
              <a:ahLst/>
              <a:cxnLst/>
              <a:rect l="l" t="t" r="r" b="b"/>
              <a:pathLst>
                <a:path w="10875" h="9144" extrusionOk="0">
                  <a:moveTo>
                    <a:pt x="149" y="0"/>
                  </a:moveTo>
                  <a:cubicBezTo>
                    <a:pt x="149" y="0"/>
                    <a:pt x="6142" y="44"/>
                    <a:pt x="6278" y="136"/>
                  </a:cubicBezTo>
                  <a:cubicBezTo>
                    <a:pt x="6420" y="229"/>
                    <a:pt x="6741" y="414"/>
                    <a:pt x="6741" y="414"/>
                  </a:cubicBezTo>
                  <a:lnTo>
                    <a:pt x="7112" y="93"/>
                  </a:lnTo>
                  <a:lnTo>
                    <a:pt x="9070" y="322"/>
                  </a:lnTo>
                  <a:cubicBezTo>
                    <a:pt x="9070" y="322"/>
                    <a:pt x="8885" y="1156"/>
                    <a:pt x="8928" y="1434"/>
                  </a:cubicBezTo>
                  <a:cubicBezTo>
                    <a:pt x="8978" y="1712"/>
                    <a:pt x="8978" y="1946"/>
                    <a:pt x="8792" y="2224"/>
                  </a:cubicBezTo>
                  <a:cubicBezTo>
                    <a:pt x="8607" y="2502"/>
                    <a:pt x="8885" y="2731"/>
                    <a:pt x="8885" y="2731"/>
                  </a:cubicBezTo>
                  <a:lnTo>
                    <a:pt x="9670" y="2916"/>
                  </a:lnTo>
                  <a:lnTo>
                    <a:pt x="9904" y="3565"/>
                  </a:lnTo>
                  <a:lnTo>
                    <a:pt x="10874" y="3936"/>
                  </a:lnTo>
                  <a:lnTo>
                    <a:pt x="10874" y="9144"/>
                  </a:lnTo>
                  <a:lnTo>
                    <a:pt x="1" y="914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3"/>
            <p:cNvSpPr/>
            <p:nvPr/>
          </p:nvSpPr>
          <p:spPr>
            <a:xfrm flipH="1">
              <a:off x="7127006" y="3604664"/>
              <a:ext cx="434711" cy="163322"/>
            </a:xfrm>
            <a:custGeom>
              <a:avLst/>
              <a:gdLst/>
              <a:ahLst/>
              <a:cxnLst/>
              <a:rect l="l" t="t" r="r" b="b"/>
              <a:pathLst>
                <a:path w="6284" h="2361" extrusionOk="0">
                  <a:moveTo>
                    <a:pt x="446" y="439"/>
                  </a:moveTo>
                  <a:lnTo>
                    <a:pt x="1440" y="649"/>
                  </a:lnTo>
                  <a:lnTo>
                    <a:pt x="1811" y="1063"/>
                  </a:lnTo>
                  <a:lnTo>
                    <a:pt x="2231" y="2360"/>
                  </a:lnTo>
                  <a:lnTo>
                    <a:pt x="2206" y="927"/>
                  </a:lnTo>
                  <a:lnTo>
                    <a:pt x="2738" y="809"/>
                  </a:lnTo>
                  <a:lnTo>
                    <a:pt x="3108" y="643"/>
                  </a:lnTo>
                  <a:lnTo>
                    <a:pt x="3664" y="785"/>
                  </a:lnTo>
                  <a:lnTo>
                    <a:pt x="4220" y="970"/>
                  </a:lnTo>
                  <a:lnTo>
                    <a:pt x="4128" y="2107"/>
                  </a:lnTo>
                  <a:lnTo>
                    <a:pt x="4758" y="785"/>
                  </a:lnTo>
                  <a:lnTo>
                    <a:pt x="4776" y="1273"/>
                  </a:lnTo>
                  <a:lnTo>
                    <a:pt x="5425" y="717"/>
                  </a:lnTo>
                  <a:lnTo>
                    <a:pt x="5753" y="877"/>
                  </a:lnTo>
                  <a:lnTo>
                    <a:pt x="5963" y="1316"/>
                  </a:lnTo>
                  <a:lnTo>
                    <a:pt x="6148" y="1168"/>
                  </a:lnTo>
                  <a:cubicBezTo>
                    <a:pt x="6166" y="816"/>
                    <a:pt x="6284" y="290"/>
                    <a:pt x="6284" y="290"/>
                  </a:cubicBezTo>
                  <a:lnTo>
                    <a:pt x="4332" y="56"/>
                  </a:lnTo>
                  <a:lnTo>
                    <a:pt x="3961" y="383"/>
                  </a:lnTo>
                  <a:cubicBezTo>
                    <a:pt x="3961" y="383"/>
                    <a:pt x="3633" y="198"/>
                    <a:pt x="3498" y="105"/>
                  </a:cubicBezTo>
                  <a:cubicBezTo>
                    <a:pt x="3417" y="49"/>
                    <a:pt x="1626" y="1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3"/>
            <p:cNvSpPr/>
            <p:nvPr/>
          </p:nvSpPr>
          <p:spPr>
            <a:xfrm flipH="1">
              <a:off x="6545728" y="3422178"/>
              <a:ext cx="156964" cy="149210"/>
            </a:xfrm>
            <a:custGeom>
              <a:avLst/>
              <a:gdLst/>
              <a:ahLst/>
              <a:cxnLst/>
              <a:rect l="l" t="t" r="r" b="b"/>
              <a:pathLst>
                <a:path w="2269" h="2157" extrusionOk="0">
                  <a:moveTo>
                    <a:pt x="1039" y="976"/>
                  </a:moveTo>
                  <a:cubicBezTo>
                    <a:pt x="1224" y="803"/>
                    <a:pt x="1409" y="643"/>
                    <a:pt x="1613" y="494"/>
                  </a:cubicBezTo>
                  <a:cubicBezTo>
                    <a:pt x="1811" y="346"/>
                    <a:pt x="2027" y="222"/>
                    <a:pt x="2231" y="87"/>
                  </a:cubicBezTo>
                  <a:cubicBezTo>
                    <a:pt x="2268" y="56"/>
                    <a:pt x="2237" y="0"/>
                    <a:pt x="2194" y="25"/>
                  </a:cubicBezTo>
                  <a:cubicBezTo>
                    <a:pt x="1959" y="136"/>
                    <a:pt x="1743" y="290"/>
                    <a:pt x="1533" y="445"/>
                  </a:cubicBezTo>
                  <a:cubicBezTo>
                    <a:pt x="1335" y="587"/>
                    <a:pt x="1150" y="754"/>
                    <a:pt x="971" y="914"/>
                  </a:cubicBezTo>
                  <a:cubicBezTo>
                    <a:pt x="600" y="1260"/>
                    <a:pt x="285" y="1656"/>
                    <a:pt x="19" y="2088"/>
                  </a:cubicBezTo>
                  <a:cubicBezTo>
                    <a:pt x="1" y="2125"/>
                    <a:pt x="50" y="2156"/>
                    <a:pt x="75" y="2119"/>
                  </a:cubicBezTo>
                  <a:cubicBezTo>
                    <a:pt x="359" y="1699"/>
                    <a:pt x="680" y="1316"/>
                    <a:pt x="1039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3"/>
            <p:cNvSpPr/>
            <p:nvPr/>
          </p:nvSpPr>
          <p:spPr>
            <a:xfrm flipH="1">
              <a:off x="6523937" y="3458011"/>
              <a:ext cx="149700" cy="164221"/>
            </a:xfrm>
            <a:custGeom>
              <a:avLst/>
              <a:gdLst/>
              <a:ahLst/>
              <a:cxnLst/>
              <a:rect l="l" t="t" r="r" b="b"/>
              <a:pathLst>
                <a:path w="2164" h="2374" extrusionOk="0">
                  <a:moveTo>
                    <a:pt x="2071" y="248"/>
                  </a:moveTo>
                  <a:cubicBezTo>
                    <a:pt x="1904" y="341"/>
                    <a:pt x="1749" y="471"/>
                    <a:pt x="1601" y="594"/>
                  </a:cubicBezTo>
                  <a:cubicBezTo>
                    <a:pt x="1601" y="588"/>
                    <a:pt x="1595" y="582"/>
                    <a:pt x="1595" y="582"/>
                  </a:cubicBezTo>
                  <a:cubicBezTo>
                    <a:pt x="1558" y="526"/>
                    <a:pt x="1502" y="483"/>
                    <a:pt x="1447" y="440"/>
                  </a:cubicBezTo>
                  <a:cubicBezTo>
                    <a:pt x="1508" y="390"/>
                    <a:pt x="1564" y="335"/>
                    <a:pt x="1626" y="279"/>
                  </a:cubicBezTo>
                  <a:cubicBezTo>
                    <a:pt x="1712" y="211"/>
                    <a:pt x="1811" y="143"/>
                    <a:pt x="1873" y="50"/>
                  </a:cubicBezTo>
                  <a:cubicBezTo>
                    <a:pt x="1885" y="32"/>
                    <a:pt x="1867" y="1"/>
                    <a:pt x="1842" y="7"/>
                  </a:cubicBezTo>
                  <a:cubicBezTo>
                    <a:pt x="1743" y="50"/>
                    <a:pt x="1669" y="125"/>
                    <a:pt x="1595" y="193"/>
                  </a:cubicBezTo>
                  <a:cubicBezTo>
                    <a:pt x="1527" y="254"/>
                    <a:pt x="1447" y="328"/>
                    <a:pt x="1379" y="396"/>
                  </a:cubicBezTo>
                  <a:lnTo>
                    <a:pt x="1379" y="396"/>
                  </a:lnTo>
                  <a:cubicBezTo>
                    <a:pt x="1280" y="328"/>
                    <a:pt x="1187" y="248"/>
                    <a:pt x="1082" y="180"/>
                  </a:cubicBezTo>
                  <a:cubicBezTo>
                    <a:pt x="1063" y="162"/>
                    <a:pt x="1033" y="205"/>
                    <a:pt x="1051" y="217"/>
                  </a:cubicBezTo>
                  <a:cubicBezTo>
                    <a:pt x="1144" y="285"/>
                    <a:pt x="1230" y="365"/>
                    <a:pt x="1323" y="433"/>
                  </a:cubicBezTo>
                  <a:lnTo>
                    <a:pt x="1329" y="440"/>
                  </a:lnTo>
                  <a:lnTo>
                    <a:pt x="1323" y="452"/>
                  </a:lnTo>
                  <a:cubicBezTo>
                    <a:pt x="1138" y="625"/>
                    <a:pt x="971" y="810"/>
                    <a:pt x="804" y="1008"/>
                  </a:cubicBezTo>
                  <a:cubicBezTo>
                    <a:pt x="730" y="1101"/>
                    <a:pt x="650" y="1193"/>
                    <a:pt x="582" y="1292"/>
                  </a:cubicBezTo>
                  <a:cubicBezTo>
                    <a:pt x="489" y="1181"/>
                    <a:pt x="384" y="1082"/>
                    <a:pt x="273" y="989"/>
                  </a:cubicBezTo>
                  <a:cubicBezTo>
                    <a:pt x="254" y="977"/>
                    <a:pt x="236" y="996"/>
                    <a:pt x="248" y="1014"/>
                  </a:cubicBezTo>
                  <a:cubicBezTo>
                    <a:pt x="347" y="1119"/>
                    <a:pt x="452" y="1237"/>
                    <a:pt x="545" y="1354"/>
                  </a:cubicBezTo>
                  <a:cubicBezTo>
                    <a:pt x="341" y="1632"/>
                    <a:pt x="161" y="1922"/>
                    <a:pt x="7" y="2231"/>
                  </a:cubicBezTo>
                  <a:cubicBezTo>
                    <a:pt x="1" y="2256"/>
                    <a:pt x="32" y="2275"/>
                    <a:pt x="38" y="2256"/>
                  </a:cubicBezTo>
                  <a:cubicBezTo>
                    <a:pt x="205" y="1972"/>
                    <a:pt x="390" y="1688"/>
                    <a:pt x="588" y="1416"/>
                  </a:cubicBezTo>
                  <a:cubicBezTo>
                    <a:pt x="619" y="1459"/>
                    <a:pt x="656" y="1508"/>
                    <a:pt x="687" y="1552"/>
                  </a:cubicBezTo>
                  <a:cubicBezTo>
                    <a:pt x="501" y="1793"/>
                    <a:pt x="334" y="2046"/>
                    <a:pt x="180" y="2312"/>
                  </a:cubicBezTo>
                  <a:cubicBezTo>
                    <a:pt x="161" y="2342"/>
                    <a:pt x="211" y="2373"/>
                    <a:pt x="236" y="2342"/>
                  </a:cubicBezTo>
                  <a:cubicBezTo>
                    <a:pt x="390" y="2095"/>
                    <a:pt x="557" y="1854"/>
                    <a:pt x="742" y="1626"/>
                  </a:cubicBezTo>
                  <a:cubicBezTo>
                    <a:pt x="792" y="1700"/>
                    <a:pt x="841" y="1780"/>
                    <a:pt x="884" y="1861"/>
                  </a:cubicBezTo>
                  <a:cubicBezTo>
                    <a:pt x="915" y="1916"/>
                    <a:pt x="996" y="1873"/>
                    <a:pt x="965" y="1817"/>
                  </a:cubicBezTo>
                  <a:cubicBezTo>
                    <a:pt x="915" y="1725"/>
                    <a:pt x="860" y="1638"/>
                    <a:pt x="798" y="1552"/>
                  </a:cubicBezTo>
                  <a:cubicBezTo>
                    <a:pt x="891" y="1447"/>
                    <a:pt x="983" y="1335"/>
                    <a:pt x="1082" y="1230"/>
                  </a:cubicBezTo>
                  <a:cubicBezTo>
                    <a:pt x="1236" y="1064"/>
                    <a:pt x="1397" y="909"/>
                    <a:pt x="1570" y="767"/>
                  </a:cubicBezTo>
                  <a:lnTo>
                    <a:pt x="1576" y="755"/>
                  </a:lnTo>
                  <a:cubicBezTo>
                    <a:pt x="1613" y="897"/>
                    <a:pt x="1607" y="1045"/>
                    <a:pt x="1694" y="1169"/>
                  </a:cubicBezTo>
                  <a:cubicBezTo>
                    <a:pt x="1718" y="1206"/>
                    <a:pt x="1786" y="1169"/>
                    <a:pt x="1755" y="1125"/>
                  </a:cubicBezTo>
                  <a:cubicBezTo>
                    <a:pt x="1669" y="1002"/>
                    <a:pt x="1675" y="841"/>
                    <a:pt x="1638" y="705"/>
                  </a:cubicBezTo>
                  <a:cubicBezTo>
                    <a:pt x="1799" y="569"/>
                    <a:pt x="1965" y="458"/>
                    <a:pt x="2126" y="322"/>
                  </a:cubicBezTo>
                  <a:cubicBezTo>
                    <a:pt x="2163" y="285"/>
                    <a:pt x="2120" y="223"/>
                    <a:pt x="2071" y="248"/>
                  </a:cubicBezTo>
                  <a:close/>
                  <a:moveTo>
                    <a:pt x="1527" y="668"/>
                  </a:moveTo>
                  <a:cubicBezTo>
                    <a:pt x="1342" y="823"/>
                    <a:pt x="1169" y="989"/>
                    <a:pt x="1002" y="1169"/>
                  </a:cubicBezTo>
                  <a:cubicBezTo>
                    <a:pt x="909" y="1267"/>
                    <a:pt x="823" y="1366"/>
                    <a:pt x="736" y="1478"/>
                  </a:cubicBezTo>
                  <a:cubicBezTo>
                    <a:pt x="705" y="1440"/>
                    <a:pt x="680" y="1397"/>
                    <a:pt x="650" y="1366"/>
                  </a:cubicBezTo>
                  <a:lnTo>
                    <a:pt x="631" y="1348"/>
                  </a:lnTo>
                  <a:cubicBezTo>
                    <a:pt x="705" y="1243"/>
                    <a:pt x="785" y="1144"/>
                    <a:pt x="866" y="1045"/>
                  </a:cubicBezTo>
                  <a:cubicBezTo>
                    <a:pt x="1020" y="866"/>
                    <a:pt x="1175" y="699"/>
                    <a:pt x="1348" y="526"/>
                  </a:cubicBezTo>
                  <a:cubicBezTo>
                    <a:pt x="1360" y="514"/>
                    <a:pt x="1379" y="501"/>
                    <a:pt x="1385" y="489"/>
                  </a:cubicBezTo>
                  <a:cubicBezTo>
                    <a:pt x="1440" y="532"/>
                    <a:pt x="1496" y="582"/>
                    <a:pt x="1533" y="644"/>
                  </a:cubicBezTo>
                  <a:cubicBezTo>
                    <a:pt x="1533" y="644"/>
                    <a:pt x="1533" y="650"/>
                    <a:pt x="1539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3"/>
            <p:cNvSpPr/>
            <p:nvPr/>
          </p:nvSpPr>
          <p:spPr>
            <a:xfrm flipH="1">
              <a:off x="6608124" y="3370020"/>
              <a:ext cx="150945" cy="151770"/>
            </a:xfrm>
            <a:custGeom>
              <a:avLst/>
              <a:gdLst/>
              <a:ahLst/>
              <a:cxnLst/>
              <a:rect l="l" t="t" r="r" b="b"/>
              <a:pathLst>
                <a:path w="2182" h="2194" extrusionOk="0">
                  <a:moveTo>
                    <a:pt x="1322" y="1421"/>
                  </a:moveTo>
                  <a:lnTo>
                    <a:pt x="1508" y="1279"/>
                  </a:lnTo>
                  <a:lnTo>
                    <a:pt x="1514" y="1279"/>
                  </a:lnTo>
                  <a:cubicBezTo>
                    <a:pt x="1619" y="1304"/>
                    <a:pt x="1718" y="1335"/>
                    <a:pt x="1817" y="1335"/>
                  </a:cubicBezTo>
                  <a:cubicBezTo>
                    <a:pt x="1854" y="1335"/>
                    <a:pt x="1866" y="1279"/>
                    <a:pt x="1823" y="1267"/>
                  </a:cubicBezTo>
                  <a:cubicBezTo>
                    <a:pt x="1755" y="1236"/>
                    <a:pt x="1681" y="1217"/>
                    <a:pt x="1600" y="1205"/>
                  </a:cubicBezTo>
                  <a:cubicBezTo>
                    <a:pt x="1644" y="1168"/>
                    <a:pt x="1699" y="1137"/>
                    <a:pt x="1749" y="1106"/>
                  </a:cubicBezTo>
                  <a:cubicBezTo>
                    <a:pt x="1817" y="1057"/>
                    <a:pt x="1897" y="1014"/>
                    <a:pt x="1965" y="964"/>
                  </a:cubicBezTo>
                  <a:cubicBezTo>
                    <a:pt x="2033" y="927"/>
                    <a:pt x="2126" y="896"/>
                    <a:pt x="2175" y="828"/>
                  </a:cubicBezTo>
                  <a:cubicBezTo>
                    <a:pt x="2181" y="810"/>
                    <a:pt x="2181" y="779"/>
                    <a:pt x="2156" y="785"/>
                  </a:cubicBezTo>
                  <a:cubicBezTo>
                    <a:pt x="2082" y="797"/>
                    <a:pt x="2008" y="841"/>
                    <a:pt x="1946" y="878"/>
                  </a:cubicBezTo>
                  <a:cubicBezTo>
                    <a:pt x="1872" y="927"/>
                    <a:pt x="1792" y="970"/>
                    <a:pt x="1718" y="1026"/>
                  </a:cubicBezTo>
                  <a:cubicBezTo>
                    <a:pt x="1637" y="1075"/>
                    <a:pt x="1569" y="1125"/>
                    <a:pt x="1489" y="1180"/>
                  </a:cubicBezTo>
                  <a:cubicBezTo>
                    <a:pt x="1440" y="1168"/>
                    <a:pt x="1390" y="1149"/>
                    <a:pt x="1335" y="1137"/>
                  </a:cubicBezTo>
                  <a:lnTo>
                    <a:pt x="1637" y="902"/>
                  </a:lnTo>
                  <a:lnTo>
                    <a:pt x="1872" y="742"/>
                  </a:lnTo>
                  <a:cubicBezTo>
                    <a:pt x="1946" y="686"/>
                    <a:pt x="2045" y="643"/>
                    <a:pt x="2107" y="569"/>
                  </a:cubicBezTo>
                  <a:cubicBezTo>
                    <a:pt x="2132" y="550"/>
                    <a:pt x="2107" y="507"/>
                    <a:pt x="2076" y="519"/>
                  </a:cubicBezTo>
                  <a:cubicBezTo>
                    <a:pt x="1996" y="550"/>
                    <a:pt x="1915" y="612"/>
                    <a:pt x="1841" y="661"/>
                  </a:cubicBezTo>
                  <a:cubicBezTo>
                    <a:pt x="1755" y="717"/>
                    <a:pt x="1681" y="779"/>
                    <a:pt x="1594" y="841"/>
                  </a:cubicBezTo>
                  <a:cubicBezTo>
                    <a:pt x="1477" y="927"/>
                    <a:pt x="1359" y="1020"/>
                    <a:pt x="1242" y="1112"/>
                  </a:cubicBezTo>
                  <a:lnTo>
                    <a:pt x="1236" y="1112"/>
                  </a:lnTo>
                  <a:cubicBezTo>
                    <a:pt x="1112" y="1075"/>
                    <a:pt x="1001" y="1026"/>
                    <a:pt x="884" y="970"/>
                  </a:cubicBezTo>
                  <a:cubicBezTo>
                    <a:pt x="927" y="927"/>
                    <a:pt x="976" y="878"/>
                    <a:pt x="1032" y="841"/>
                  </a:cubicBezTo>
                  <a:cubicBezTo>
                    <a:pt x="1205" y="686"/>
                    <a:pt x="1403" y="538"/>
                    <a:pt x="1594" y="402"/>
                  </a:cubicBezTo>
                  <a:cubicBezTo>
                    <a:pt x="1687" y="340"/>
                    <a:pt x="1786" y="272"/>
                    <a:pt x="1885" y="217"/>
                  </a:cubicBezTo>
                  <a:cubicBezTo>
                    <a:pt x="1971" y="167"/>
                    <a:pt x="2095" y="124"/>
                    <a:pt x="2144" y="44"/>
                  </a:cubicBezTo>
                  <a:cubicBezTo>
                    <a:pt x="2156" y="25"/>
                    <a:pt x="2144" y="0"/>
                    <a:pt x="2119" y="0"/>
                  </a:cubicBezTo>
                  <a:cubicBezTo>
                    <a:pt x="2020" y="0"/>
                    <a:pt x="1909" y="93"/>
                    <a:pt x="1823" y="149"/>
                  </a:cubicBezTo>
                  <a:cubicBezTo>
                    <a:pt x="1724" y="204"/>
                    <a:pt x="1631" y="272"/>
                    <a:pt x="1539" y="340"/>
                  </a:cubicBezTo>
                  <a:cubicBezTo>
                    <a:pt x="1347" y="476"/>
                    <a:pt x="1156" y="624"/>
                    <a:pt x="976" y="785"/>
                  </a:cubicBezTo>
                  <a:cubicBezTo>
                    <a:pt x="921" y="841"/>
                    <a:pt x="865" y="896"/>
                    <a:pt x="803" y="939"/>
                  </a:cubicBezTo>
                  <a:cubicBezTo>
                    <a:pt x="766" y="927"/>
                    <a:pt x="729" y="908"/>
                    <a:pt x="692" y="884"/>
                  </a:cubicBezTo>
                  <a:cubicBezTo>
                    <a:pt x="655" y="871"/>
                    <a:pt x="637" y="915"/>
                    <a:pt x="667" y="933"/>
                  </a:cubicBezTo>
                  <a:cubicBezTo>
                    <a:pt x="698" y="946"/>
                    <a:pt x="735" y="970"/>
                    <a:pt x="766" y="989"/>
                  </a:cubicBezTo>
                  <a:cubicBezTo>
                    <a:pt x="494" y="1254"/>
                    <a:pt x="241" y="1551"/>
                    <a:pt x="25" y="1866"/>
                  </a:cubicBezTo>
                  <a:cubicBezTo>
                    <a:pt x="0" y="1897"/>
                    <a:pt x="56" y="1928"/>
                    <a:pt x="81" y="1897"/>
                  </a:cubicBezTo>
                  <a:cubicBezTo>
                    <a:pt x="309" y="1582"/>
                    <a:pt x="569" y="1298"/>
                    <a:pt x="853" y="1032"/>
                  </a:cubicBezTo>
                  <a:cubicBezTo>
                    <a:pt x="970" y="1088"/>
                    <a:pt x="1075" y="1143"/>
                    <a:pt x="1199" y="1186"/>
                  </a:cubicBezTo>
                  <a:cubicBezTo>
                    <a:pt x="1186" y="1205"/>
                    <a:pt x="1162" y="1217"/>
                    <a:pt x="1143" y="1236"/>
                  </a:cubicBezTo>
                  <a:cubicBezTo>
                    <a:pt x="834" y="1495"/>
                    <a:pt x="544" y="1780"/>
                    <a:pt x="266" y="2088"/>
                  </a:cubicBezTo>
                  <a:cubicBezTo>
                    <a:pt x="235" y="2119"/>
                    <a:pt x="278" y="2169"/>
                    <a:pt x="309" y="2138"/>
                  </a:cubicBezTo>
                  <a:cubicBezTo>
                    <a:pt x="581" y="1848"/>
                    <a:pt x="865" y="1563"/>
                    <a:pt x="1168" y="1304"/>
                  </a:cubicBezTo>
                  <a:cubicBezTo>
                    <a:pt x="1199" y="1273"/>
                    <a:pt x="1236" y="1248"/>
                    <a:pt x="1273" y="1217"/>
                  </a:cubicBezTo>
                  <a:cubicBezTo>
                    <a:pt x="1322" y="1236"/>
                    <a:pt x="1378" y="1248"/>
                    <a:pt x="1421" y="1267"/>
                  </a:cubicBezTo>
                  <a:lnTo>
                    <a:pt x="1310" y="1359"/>
                  </a:lnTo>
                  <a:cubicBezTo>
                    <a:pt x="1032" y="1582"/>
                    <a:pt x="772" y="1848"/>
                    <a:pt x="544" y="2126"/>
                  </a:cubicBezTo>
                  <a:cubicBezTo>
                    <a:pt x="519" y="2156"/>
                    <a:pt x="556" y="2194"/>
                    <a:pt x="581" y="2163"/>
                  </a:cubicBezTo>
                  <a:cubicBezTo>
                    <a:pt x="797" y="1885"/>
                    <a:pt x="1051" y="1644"/>
                    <a:pt x="1322" y="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3"/>
            <p:cNvSpPr/>
            <p:nvPr/>
          </p:nvSpPr>
          <p:spPr>
            <a:xfrm flipH="1">
              <a:off x="6620578" y="3419550"/>
              <a:ext cx="51330" cy="28293"/>
            </a:xfrm>
            <a:custGeom>
              <a:avLst/>
              <a:gdLst/>
              <a:ahLst/>
              <a:cxnLst/>
              <a:rect l="l" t="t" r="r" b="b"/>
              <a:pathLst>
                <a:path w="742" h="409" extrusionOk="0">
                  <a:moveTo>
                    <a:pt x="730" y="359"/>
                  </a:moveTo>
                  <a:cubicBezTo>
                    <a:pt x="711" y="335"/>
                    <a:pt x="680" y="316"/>
                    <a:pt x="655" y="304"/>
                  </a:cubicBezTo>
                  <a:cubicBezTo>
                    <a:pt x="637" y="285"/>
                    <a:pt x="606" y="273"/>
                    <a:pt x="581" y="260"/>
                  </a:cubicBezTo>
                  <a:cubicBezTo>
                    <a:pt x="526" y="242"/>
                    <a:pt x="470" y="211"/>
                    <a:pt x="421" y="186"/>
                  </a:cubicBezTo>
                  <a:lnTo>
                    <a:pt x="93" y="26"/>
                  </a:lnTo>
                  <a:cubicBezTo>
                    <a:pt x="50" y="1"/>
                    <a:pt x="1" y="69"/>
                    <a:pt x="50" y="94"/>
                  </a:cubicBezTo>
                  <a:lnTo>
                    <a:pt x="371" y="254"/>
                  </a:lnTo>
                  <a:cubicBezTo>
                    <a:pt x="427" y="285"/>
                    <a:pt x="482" y="310"/>
                    <a:pt x="532" y="341"/>
                  </a:cubicBezTo>
                  <a:cubicBezTo>
                    <a:pt x="557" y="359"/>
                    <a:pt x="581" y="365"/>
                    <a:pt x="612" y="378"/>
                  </a:cubicBezTo>
                  <a:cubicBezTo>
                    <a:pt x="637" y="384"/>
                    <a:pt x="674" y="409"/>
                    <a:pt x="699" y="403"/>
                  </a:cubicBezTo>
                  <a:cubicBezTo>
                    <a:pt x="730" y="396"/>
                    <a:pt x="742" y="372"/>
                    <a:pt x="730" y="359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3"/>
            <p:cNvSpPr/>
            <p:nvPr/>
          </p:nvSpPr>
          <p:spPr>
            <a:xfrm flipH="1">
              <a:off x="7837646" y="3286248"/>
              <a:ext cx="232990" cy="488998"/>
            </a:xfrm>
            <a:custGeom>
              <a:avLst/>
              <a:gdLst/>
              <a:ahLst/>
              <a:cxnLst/>
              <a:rect l="l" t="t" r="r" b="b"/>
              <a:pathLst>
                <a:path w="3368" h="7069" extrusionOk="0">
                  <a:moveTo>
                    <a:pt x="3312" y="3923"/>
                  </a:moveTo>
                  <a:cubicBezTo>
                    <a:pt x="3163" y="3967"/>
                    <a:pt x="3027" y="4035"/>
                    <a:pt x="2873" y="4059"/>
                  </a:cubicBezTo>
                  <a:cubicBezTo>
                    <a:pt x="2817" y="4066"/>
                    <a:pt x="2762" y="4078"/>
                    <a:pt x="2712" y="4078"/>
                  </a:cubicBezTo>
                  <a:lnTo>
                    <a:pt x="2712" y="3417"/>
                  </a:lnTo>
                  <a:lnTo>
                    <a:pt x="2799" y="3417"/>
                  </a:lnTo>
                  <a:cubicBezTo>
                    <a:pt x="2966" y="3429"/>
                    <a:pt x="3145" y="3442"/>
                    <a:pt x="3312" y="3417"/>
                  </a:cubicBezTo>
                  <a:cubicBezTo>
                    <a:pt x="3343" y="3411"/>
                    <a:pt x="3343" y="3367"/>
                    <a:pt x="3312" y="3355"/>
                  </a:cubicBezTo>
                  <a:cubicBezTo>
                    <a:pt x="3145" y="3324"/>
                    <a:pt x="2966" y="3337"/>
                    <a:pt x="2799" y="3337"/>
                  </a:cubicBezTo>
                  <a:lnTo>
                    <a:pt x="2712" y="3337"/>
                  </a:lnTo>
                  <a:cubicBezTo>
                    <a:pt x="2712" y="2935"/>
                    <a:pt x="2694" y="2521"/>
                    <a:pt x="2681" y="2119"/>
                  </a:cubicBezTo>
                  <a:cubicBezTo>
                    <a:pt x="2681" y="2082"/>
                    <a:pt x="2620" y="2082"/>
                    <a:pt x="2620" y="2119"/>
                  </a:cubicBezTo>
                  <a:cubicBezTo>
                    <a:pt x="2632" y="2521"/>
                    <a:pt x="2644" y="2935"/>
                    <a:pt x="2651" y="3337"/>
                  </a:cubicBezTo>
                  <a:cubicBezTo>
                    <a:pt x="2521" y="3337"/>
                    <a:pt x="2379" y="3324"/>
                    <a:pt x="2249" y="3324"/>
                  </a:cubicBezTo>
                  <a:cubicBezTo>
                    <a:pt x="2187" y="3324"/>
                    <a:pt x="2125" y="3324"/>
                    <a:pt x="2064" y="3318"/>
                  </a:cubicBezTo>
                  <a:cubicBezTo>
                    <a:pt x="2027" y="2657"/>
                    <a:pt x="1977" y="1990"/>
                    <a:pt x="1922" y="1335"/>
                  </a:cubicBezTo>
                  <a:cubicBezTo>
                    <a:pt x="1922" y="1298"/>
                    <a:pt x="1860" y="1298"/>
                    <a:pt x="1860" y="1335"/>
                  </a:cubicBezTo>
                  <a:cubicBezTo>
                    <a:pt x="1909" y="1996"/>
                    <a:pt x="1940" y="2657"/>
                    <a:pt x="1971" y="3318"/>
                  </a:cubicBezTo>
                  <a:cubicBezTo>
                    <a:pt x="1909" y="3318"/>
                    <a:pt x="1847" y="3318"/>
                    <a:pt x="1786" y="3312"/>
                  </a:cubicBezTo>
                  <a:cubicBezTo>
                    <a:pt x="1749" y="3034"/>
                    <a:pt x="1693" y="2762"/>
                    <a:pt x="1594" y="2503"/>
                  </a:cubicBezTo>
                  <a:cubicBezTo>
                    <a:pt x="1440" y="2076"/>
                    <a:pt x="1162" y="1736"/>
                    <a:pt x="865" y="1403"/>
                  </a:cubicBezTo>
                  <a:cubicBezTo>
                    <a:pt x="494" y="989"/>
                    <a:pt x="155" y="569"/>
                    <a:pt x="25" y="13"/>
                  </a:cubicBezTo>
                  <a:cubicBezTo>
                    <a:pt x="25" y="0"/>
                    <a:pt x="0" y="7"/>
                    <a:pt x="0" y="13"/>
                  </a:cubicBezTo>
                  <a:cubicBezTo>
                    <a:pt x="87" y="933"/>
                    <a:pt x="1013" y="1471"/>
                    <a:pt x="1421" y="2237"/>
                  </a:cubicBezTo>
                  <a:cubicBezTo>
                    <a:pt x="1600" y="2570"/>
                    <a:pt x="1687" y="2941"/>
                    <a:pt x="1736" y="3312"/>
                  </a:cubicBezTo>
                  <a:cubicBezTo>
                    <a:pt x="1539" y="3299"/>
                    <a:pt x="1347" y="3299"/>
                    <a:pt x="1143" y="3293"/>
                  </a:cubicBezTo>
                  <a:cubicBezTo>
                    <a:pt x="1100" y="3293"/>
                    <a:pt x="1100" y="3361"/>
                    <a:pt x="1143" y="3361"/>
                  </a:cubicBezTo>
                  <a:cubicBezTo>
                    <a:pt x="1341" y="3374"/>
                    <a:pt x="1545" y="3374"/>
                    <a:pt x="1742" y="3380"/>
                  </a:cubicBezTo>
                  <a:cubicBezTo>
                    <a:pt x="1755" y="3466"/>
                    <a:pt x="1767" y="3559"/>
                    <a:pt x="1773" y="3639"/>
                  </a:cubicBezTo>
                  <a:lnTo>
                    <a:pt x="1798" y="3942"/>
                  </a:lnTo>
                  <a:cubicBezTo>
                    <a:pt x="1668" y="3905"/>
                    <a:pt x="1539" y="3868"/>
                    <a:pt x="1409" y="3818"/>
                  </a:cubicBezTo>
                  <a:cubicBezTo>
                    <a:pt x="1372" y="3812"/>
                    <a:pt x="1359" y="3856"/>
                    <a:pt x="1390" y="3868"/>
                  </a:cubicBezTo>
                  <a:cubicBezTo>
                    <a:pt x="1526" y="3911"/>
                    <a:pt x="1668" y="3967"/>
                    <a:pt x="1810" y="4004"/>
                  </a:cubicBezTo>
                  <a:cubicBezTo>
                    <a:pt x="1841" y="4381"/>
                    <a:pt x="1860" y="4764"/>
                    <a:pt x="1885" y="5141"/>
                  </a:cubicBezTo>
                  <a:cubicBezTo>
                    <a:pt x="1909" y="5456"/>
                    <a:pt x="1928" y="5783"/>
                    <a:pt x="1952" y="6098"/>
                  </a:cubicBezTo>
                  <a:lnTo>
                    <a:pt x="1446" y="6401"/>
                  </a:lnTo>
                  <a:cubicBezTo>
                    <a:pt x="1409" y="6419"/>
                    <a:pt x="1440" y="6475"/>
                    <a:pt x="1477" y="6463"/>
                  </a:cubicBezTo>
                  <a:cubicBezTo>
                    <a:pt x="1637" y="6376"/>
                    <a:pt x="1798" y="6290"/>
                    <a:pt x="1952" y="6203"/>
                  </a:cubicBezTo>
                  <a:cubicBezTo>
                    <a:pt x="1971" y="6444"/>
                    <a:pt x="1996" y="6691"/>
                    <a:pt x="2014" y="6932"/>
                  </a:cubicBezTo>
                  <a:cubicBezTo>
                    <a:pt x="2014" y="6945"/>
                    <a:pt x="2039" y="6945"/>
                    <a:pt x="2039" y="6932"/>
                  </a:cubicBezTo>
                  <a:cubicBezTo>
                    <a:pt x="2033" y="6685"/>
                    <a:pt x="2014" y="6432"/>
                    <a:pt x="2002" y="6185"/>
                  </a:cubicBezTo>
                  <a:lnTo>
                    <a:pt x="2008" y="6185"/>
                  </a:lnTo>
                  <a:cubicBezTo>
                    <a:pt x="2033" y="6166"/>
                    <a:pt x="2058" y="6160"/>
                    <a:pt x="2076" y="6141"/>
                  </a:cubicBezTo>
                  <a:lnTo>
                    <a:pt x="2076" y="6284"/>
                  </a:lnTo>
                  <a:cubicBezTo>
                    <a:pt x="2076" y="6401"/>
                    <a:pt x="2088" y="6524"/>
                    <a:pt x="2088" y="6636"/>
                  </a:cubicBezTo>
                  <a:cubicBezTo>
                    <a:pt x="2088" y="6747"/>
                    <a:pt x="2070" y="6870"/>
                    <a:pt x="2107" y="6969"/>
                  </a:cubicBezTo>
                  <a:cubicBezTo>
                    <a:pt x="2119" y="6988"/>
                    <a:pt x="2132" y="6988"/>
                    <a:pt x="2138" y="6969"/>
                  </a:cubicBezTo>
                  <a:cubicBezTo>
                    <a:pt x="2169" y="6870"/>
                    <a:pt x="2156" y="6772"/>
                    <a:pt x="2156" y="6667"/>
                  </a:cubicBezTo>
                  <a:cubicBezTo>
                    <a:pt x="2156" y="6555"/>
                    <a:pt x="2156" y="6432"/>
                    <a:pt x="2150" y="6314"/>
                  </a:cubicBezTo>
                  <a:lnTo>
                    <a:pt x="2150" y="6104"/>
                  </a:lnTo>
                  <a:cubicBezTo>
                    <a:pt x="2187" y="6080"/>
                    <a:pt x="2224" y="6067"/>
                    <a:pt x="2261" y="6043"/>
                  </a:cubicBezTo>
                  <a:cubicBezTo>
                    <a:pt x="2305" y="6018"/>
                    <a:pt x="2348" y="5999"/>
                    <a:pt x="2385" y="5975"/>
                  </a:cubicBezTo>
                  <a:cubicBezTo>
                    <a:pt x="2434" y="5950"/>
                    <a:pt x="2490" y="5925"/>
                    <a:pt x="2521" y="5888"/>
                  </a:cubicBezTo>
                  <a:cubicBezTo>
                    <a:pt x="2552" y="5851"/>
                    <a:pt x="2521" y="5795"/>
                    <a:pt x="2471" y="5802"/>
                  </a:cubicBezTo>
                  <a:cubicBezTo>
                    <a:pt x="2428" y="5814"/>
                    <a:pt x="2379" y="5851"/>
                    <a:pt x="2336" y="5876"/>
                  </a:cubicBezTo>
                  <a:cubicBezTo>
                    <a:pt x="2292" y="5894"/>
                    <a:pt x="2249" y="5919"/>
                    <a:pt x="2212" y="5944"/>
                  </a:cubicBezTo>
                  <a:cubicBezTo>
                    <a:pt x="2187" y="5956"/>
                    <a:pt x="2163" y="5968"/>
                    <a:pt x="2150" y="5981"/>
                  </a:cubicBezTo>
                  <a:cubicBezTo>
                    <a:pt x="2150" y="5851"/>
                    <a:pt x="2138" y="5727"/>
                    <a:pt x="2138" y="5598"/>
                  </a:cubicBezTo>
                  <a:cubicBezTo>
                    <a:pt x="2132" y="5116"/>
                    <a:pt x="2119" y="4646"/>
                    <a:pt x="2101" y="4164"/>
                  </a:cubicBezTo>
                  <a:lnTo>
                    <a:pt x="2101" y="4084"/>
                  </a:lnTo>
                  <a:cubicBezTo>
                    <a:pt x="2212" y="4103"/>
                    <a:pt x="2323" y="4127"/>
                    <a:pt x="2441" y="4134"/>
                  </a:cubicBezTo>
                  <a:cubicBezTo>
                    <a:pt x="2509" y="4146"/>
                    <a:pt x="2583" y="4146"/>
                    <a:pt x="2657" y="4146"/>
                  </a:cubicBezTo>
                  <a:cubicBezTo>
                    <a:pt x="2651" y="5116"/>
                    <a:pt x="2614" y="6092"/>
                    <a:pt x="2539" y="7056"/>
                  </a:cubicBezTo>
                  <a:cubicBezTo>
                    <a:pt x="2539" y="7068"/>
                    <a:pt x="2564" y="7068"/>
                    <a:pt x="2564" y="7056"/>
                  </a:cubicBezTo>
                  <a:cubicBezTo>
                    <a:pt x="2651" y="6080"/>
                    <a:pt x="2694" y="5116"/>
                    <a:pt x="2712" y="4146"/>
                  </a:cubicBezTo>
                  <a:lnTo>
                    <a:pt x="2922" y="4121"/>
                  </a:lnTo>
                  <a:cubicBezTo>
                    <a:pt x="3065" y="4090"/>
                    <a:pt x="3238" y="4053"/>
                    <a:pt x="3343" y="3948"/>
                  </a:cubicBezTo>
                  <a:cubicBezTo>
                    <a:pt x="3367" y="3954"/>
                    <a:pt x="3343" y="3911"/>
                    <a:pt x="3312" y="3923"/>
                  </a:cubicBezTo>
                  <a:close/>
                  <a:moveTo>
                    <a:pt x="1847" y="3818"/>
                  </a:moveTo>
                  <a:cubicBezTo>
                    <a:pt x="1841" y="3683"/>
                    <a:pt x="1823" y="3540"/>
                    <a:pt x="1810" y="3392"/>
                  </a:cubicBezTo>
                  <a:cubicBezTo>
                    <a:pt x="1872" y="3392"/>
                    <a:pt x="1922" y="3392"/>
                    <a:pt x="1983" y="3405"/>
                  </a:cubicBezTo>
                  <a:cubicBezTo>
                    <a:pt x="1990" y="3602"/>
                    <a:pt x="2002" y="3812"/>
                    <a:pt x="2014" y="4010"/>
                  </a:cubicBezTo>
                  <a:cubicBezTo>
                    <a:pt x="1965" y="3998"/>
                    <a:pt x="1915" y="3991"/>
                    <a:pt x="1860" y="3973"/>
                  </a:cubicBezTo>
                  <a:cubicBezTo>
                    <a:pt x="1854" y="3930"/>
                    <a:pt x="1854" y="3874"/>
                    <a:pt x="1847" y="3818"/>
                  </a:cubicBezTo>
                  <a:close/>
                  <a:moveTo>
                    <a:pt x="2002" y="6098"/>
                  </a:moveTo>
                  <a:cubicBezTo>
                    <a:pt x="1965" y="5412"/>
                    <a:pt x="1915" y="4733"/>
                    <a:pt x="1860" y="4041"/>
                  </a:cubicBezTo>
                  <a:cubicBezTo>
                    <a:pt x="1909" y="4059"/>
                    <a:pt x="1965" y="4072"/>
                    <a:pt x="2008" y="4084"/>
                  </a:cubicBezTo>
                  <a:cubicBezTo>
                    <a:pt x="2008" y="4121"/>
                    <a:pt x="2008" y="4152"/>
                    <a:pt x="2014" y="4189"/>
                  </a:cubicBezTo>
                  <a:cubicBezTo>
                    <a:pt x="2039" y="4671"/>
                    <a:pt x="2058" y="5141"/>
                    <a:pt x="2070" y="5616"/>
                  </a:cubicBezTo>
                  <a:cubicBezTo>
                    <a:pt x="2076" y="5765"/>
                    <a:pt x="2076" y="5907"/>
                    <a:pt x="2076" y="6049"/>
                  </a:cubicBezTo>
                  <a:cubicBezTo>
                    <a:pt x="2058" y="6067"/>
                    <a:pt x="2033" y="6086"/>
                    <a:pt x="2002" y="6098"/>
                  </a:cubicBezTo>
                  <a:close/>
                  <a:moveTo>
                    <a:pt x="2410" y="4084"/>
                  </a:moveTo>
                  <a:cubicBezTo>
                    <a:pt x="2311" y="4078"/>
                    <a:pt x="2200" y="4059"/>
                    <a:pt x="2101" y="4035"/>
                  </a:cubicBezTo>
                  <a:cubicBezTo>
                    <a:pt x="2095" y="3831"/>
                    <a:pt x="2088" y="3621"/>
                    <a:pt x="2070" y="3405"/>
                  </a:cubicBezTo>
                  <a:cubicBezTo>
                    <a:pt x="2132" y="3405"/>
                    <a:pt x="2187" y="3405"/>
                    <a:pt x="2249" y="3411"/>
                  </a:cubicBezTo>
                  <a:cubicBezTo>
                    <a:pt x="2379" y="3411"/>
                    <a:pt x="2521" y="3417"/>
                    <a:pt x="2651" y="3417"/>
                  </a:cubicBezTo>
                  <a:lnTo>
                    <a:pt x="2651" y="4084"/>
                  </a:lnTo>
                  <a:cubicBezTo>
                    <a:pt x="2570" y="4090"/>
                    <a:pt x="2496" y="4090"/>
                    <a:pt x="2410" y="4084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3"/>
            <p:cNvSpPr/>
            <p:nvPr/>
          </p:nvSpPr>
          <p:spPr>
            <a:xfrm flipH="1">
              <a:off x="5729012" y="3223437"/>
              <a:ext cx="1225825" cy="524831"/>
            </a:xfrm>
            <a:custGeom>
              <a:avLst/>
              <a:gdLst/>
              <a:ahLst/>
              <a:cxnLst/>
              <a:rect l="l" t="t" r="r" b="b"/>
              <a:pathLst>
                <a:path w="17720" h="7587" extrusionOk="0">
                  <a:moveTo>
                    <a:pt x="9330" y="0"/>
                  </a:moveTo>
                  <a:lnTo>
                    <a:pt x="5752" y="2187"/>
                  </a:lnTo>
                  <a:lnTo>
                    <a:pt x="5888" y="2373"/>
                  </a:lnTo>
                  <a:lnTo>
                    <a:pt x="6166" y="3021"/>
                  </a:lnTo>
                  <a:lnTo>
                    <a:pt x="6722" y="3621"/>
                  </a:lnTo>
                  <a:lnTo>
                    <a:pt x="6444" y="4319"/>
                  </a:lnTo>
                  <a:lnTo>
                    <a:pt x="6537" y="4875"/>
                  </a:lnTo>
                  <a:cubicBezTo>
                    <a:pt x="6537" y="4875"/>
                    <a:pt x="6309" y="5103"/>
                    <a:pt x="6074" y="5202"/>
                  </a:cubicBezTo>
                  <a:cubicBezTo>
                    <a:pt x="5845" y="5295"/>
                    <a:pt x="5845" y="5709"/>
                    <a:pt x="5845" y="5709"/>
                  </a:cubicBezTo>
                  <a:cubicBezTo>
                    <a:pt x="5845" y="5709"/>
                    <a:pt x="5240" y="5944"/>
                    <a:pt x="4918" y="5894"/>
                  </a:cubicBezTo>
                  <a:cubicBezTo>
                    <a:pt x="4591" y="5845"/>
                    <a:pt x="4591" y="5381"/>
                    <a:pt x="4591" y="5381"/>
                  </a:cubicBezTo>
                  <a:lnTo>
                    <a:pt x="4177" y="4640"/>
                  </a:lnTo>
                  <a:cubicBezTo>
                    <a:pt x="4177" y="4640"/>
                    <a:pt x="4035" y="4177"/>
                    <a:pt x="3572" y="4084"/>
                  </a:cubicBezTo>
                  <a:cubicBezTo>
                    <a:pt x="3108" y="3991"/>
                    <a:pt x="2972" y="3577"/>
                    <a:pt x="2972" y="3577"/>
                  </a:cubicBezTo>
                  <a:lnTo>
                    <a:pt x="1" y="5579"/>
                  </a:lnTo>
                  <a:lnTo>
                    <a:pt x="2107" y="5116"/>
                  </a:lnTo>
                  <a:lnTo>
                    <a:pt x="3034" y="4838"/>
                  </a:lnTo>
                  <a:lnTo>
                    <a:pt x="3374" y="5394"/>
                  </a:lnTo>
                  <a:lnTo>
                    <a:pt x="3837" y="5301"/>
                  </a:lnTo>
                  <a:lnTo>
                    <a:pt x="4053" y="6197"/>
                  </a:lnTo>
                  <a:lnTo>
                    <a:pt x="4332" y="7587"/>
                  </a:lnTo>
                  <a:lnTo>
                    <a:pt x="4486" y="5999"/>
                  </a:lnTo>
                  <a:lnTo>
                    <a:pt x="5474" y="6215"/>
                  </a:lnTo>
                  <a:lnTo>
                    <a:pt x="7180" y="6061"/>
                  </a:lnTo>
                  <a:lnTo>
                    <a:pt x="8168" y="5876"/>
                  </a:lnTo>
                  <a:lnTo>
                    <a:pt x="8662" y="3584"/>
                  </a:lnTo>
                  <a:lnTo>
                    <a:pt x="9651" y="2471"/>
                  </a:lnTo>
                  <a:lnTo>
                    <a:pt x="10423" y="3800"/>
                  </a:lnTo>
                  <a:lnTo>
                    <a:pt x="10337" y="667"/>
                  </a:lnTo>
                  <a:close/>
                  <a:moveTo>
                    <a:pt x="10639" y="878"/>
                  </a:moveTo>
                  <a:lnTo>
                    <a:pt x="10701" y="1928"/>
                  </a:lnTo>
                  <a:lnTo>
                    <a:pt x="10948" y="2947"/>
                  </a:lnTo>
                  <a:lnTo>
                    <a:pt x="11906" y="2947"/>
                  </a:lnTo>
                  <a:lnTo>
                    <a:pt x="12338" y="4337"/>
                  </a:lnTo>
                  <a:lnTo>
                    <a:pt x="12678" y="5388"/>
                  </a:lnTo>
                  <a:lnTo>
                    <a:pt x="12647" y="3491"/>
                  </a:lnTo>
                  <a:lnTo>
                    <a:pt x="13265" y="3954"/>
                  </a:lnTo>
                  <a:lnTo>
                    <a:pt x="13821" y="3954"/>
                  </a:lnTo>
                  <a:lnTo>
                    <a:pt x="14346" y="4448"/>
                  </a:lnTo>
                  <a:lnTo>
                    <a:pt x="14624" y="5591"/>
                  </a:lnTo>
                  <a:lnTo>
                    <a:pt x="17719" y="55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3"/>
            <p:cNvSpPr/>
            <p:nvPr/>
          </p:nvSpPr>
          <p:spPr>
            <a:xfrm flipH="1">
              <a:off x="6425639" y="3618707"/>
              <a:ext cx="138978" cy="178333"/>
            </a:xfrm>
            <a:custGeom>
              <a:avLst/>
              <a:gdLst/>
              <a:ahLst/>
              <a:cxnLst/>
              <a:rect l="l" t="t" r="r" b="b"/>
              <a:pathLst>
                <a:path w="2009" h="2578" extrusionOk="0">
                  <a:moveTo>
                    <a:pt x="179" y="582"/>
                  </a:moveTo>
                  <a:lnTo>
                    <a:pt x="482" y="1020"/>
                  </a:lnTo>
                  <a:lnTo>
                    <a:pt x="482" y="1440"/>
                  </a:lnTo>
                  <a:lnTo>
                    <a:pt x="735" y="1854"/>
                  </a:lnTo>
                  <a:cubicBezTo>
                    <a:pt x="735" y="1854"/>
                    <a:pt x="1502" y="1947"/>
                    <a:pt x="1619" y="1996"/>
                  </a:cubicBezTo>
                  <a:cubicBezTo>
                    <a:pt x="1730" y="2040"/>
                    <a:pt x="2008" y="2577"/>
                    <a:pt x="1990" y="2503"/>
                  </a:cubicBezTo>
                  <a:cubicBezTo>
                    <a:pt x="1965" y="2435"/>
                    <a:pt x="1897" y="2040"/>
                    <a:pt x="1755" y="1929"/>
                  </a:cubicBezTo>
                  <a:cubicBezTo>
                    <a:pt x="1619" y="1811"/>
                    <a:pt x="1131" y="1830"/>
                    <a:pt x="946" y="1811"/>
                  </a:cubicBezTo>
                  <a:cubicBezTo>
                    <a:pt x="760" y="1786"/>
                    <a:pt x="803" y="1391"/>
                    <a:pt x="803" y="1391"/>
                  </a:cubicBezTo>
                  <a:lnTo>
                    <a:pt x="600" y="952"/>
                  </a:lnTo>
                  <a:lnTo>
                    <a:pt x="414" y="538"/>
                  </a:lnTo>
                  <a:lnTo>
                    <a:pt x="204" y="1"/>
                  </a:lnTo>
                  <a:cubicBezTo>
                    <a:pt x="204" y="1"/>
                    <a:pt x="118" y="32"/>
                    <a:pt x="0" y="75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3"/>
            <p:cNvSpPr/>
            <p:nvPr/>
          </p:nvSpPr>
          <p:spPr>
            <a:xfrm flipH="1">
              <a:off x="5861923" y="3511069"/>
              <a:ext cx="232575" cy="167127"/>
            </a:xfrm>
            <a:custGeom>
              <a:avLst/>
              <a:gdLst/>
              <a:ahLst/>
              <a:cxnLst/>
              <a:rect l="l" t="t" r="r" b="b"/>
              <a:pathLst>
                <a:path w="3362" h="2416" extrusionOk="0">
                  <a:moveTo>
                    <a:pt x="2533" y="1236"/>
                  </a:moveTo>
                  <a:lnTo>
                    <a:pt x="2558" y="1372"/>
                  </a:lnTo>
                  <a:lnTo>
                    <a:pt x="2811" y="1699"/>
                  </a:lnTo>
                  <a:lnTo>
                    <a:pt x="2793" y="2416"/>
                  </a:lnTo>
                  <a:lnTo>
                    <a:pt x="2929" y="1699"/>
                  </a:lnTo>
                  <a:lnTo>
                    <a:pt x="2675" y="1094"/>
                  </a:lnTo>
                  <a:lnTo>
                    <a:pt x="2836" y="426"/>
                  </a:lnTo>
                  <a:lnTo>
                    <a:pt x="3361" y="136"/>
                  </a:lnTo>
                  <a:lnTo>
                    <a:pt x="3163" y="0"/>
                  </a:lnTo>
                  <a:cubicBezTo>
                    <a:pt x="2953" y="74"/>
                    <a:pt x="2743" y="192"/>
                    <a:pt x="2719" y="371"/>
                  </a:cubicBezTo>
                  <a:cubicBezTo>
                    <a:pt x="2675" y="692"/>
                    <a:pt x="2490" y="995"/>
                    <a:pt x="2490" y="995"/>
                  </a:cubicBezTo>
                  <a:lnTo>
                    <a:pt x="1749" y="1322"/>
                  </a:lnTo>
                  <a:lnTo>
                    <a:pt x="0" y="1878"/>
                  </a:lnTo>
                  <a:cubicBezTo>
                    <a:pt x="0" y="1878"/>
                    <a:pt x="1699" y="1483"/>
                    <a:pt x="1792" y="1433"/>
                  </a:cubicBezTo>
                  <a:cubicBezTo>
                    <a:pt x="1878" y="1396"/>
                    <a:pt x="2533" y="1236"/>
                    <a:pt x="2533" y="1236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3"/>
            <p:cNvSpPr/>
            <p:nvPr/>
          </p:nvSpPr>
          <p:spPr>
            <a:xfrm flipH="1">
              <a:off x="6336326" y="3814889"/>
              <a:ext cx="421914" cy="89858"/>
            </a:xfrm>
            <a:custGeom>
              <a:avLst/>
              <a:gdLst/>
              <a:ahLst/>
              <a:cxnLst/>
              <a:rect l="l" t="t" r="r" b="b"/>
              <a:pathLst>
                <a:path w="6099" h="1299" extrusionOk="0">
                  <a:moveTo>
                    <a:pt x="1" y="1"/>
                  </a:moveTo>
                  <a:lnTo>
                    <a:pt x="6098" y="1"/>
                  </a:lnTo>
                  <a:lnTo>
                    <a:pt x="6098" y="1298"/>
                  </a:lnTo>
                  <a:lnTo>
                    <a:pt x="1" y="129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3"/>
            <p:cNvSpPr/>
            <p:nvPr/>
          </p:nvSpPr>
          <p:spPr>
            <a:xfrm flipH="1">
              <a:off x="6336329" y="3814889"/>
              <a:ext cx="278301" cy="89858"/>
            </a:xfrm>
            <a:custGeom>
              <a:avLst/>
              <a:gdLst/>
              <a:ahLst/>
              <a:cxnLst/>
              <a:rect l="l" t="t" r="r" b="b"/>
              <a:pathLst>
                <a:path w="4023" h="1299" extrusionOk="0">
                  <a:moveTo>
                    <a:pt x="1774" y="1039"/>
                  </a:moveTo>
                  <a:cubicBezTo>
                    <a:pt x="1712" y="1008"/>
                    <a:pt x="1372" y="1039"/>
                    <a:pt x="1372" y="1039"/>
                  </a:cubicBezTo>
                  <a:lnTo>
                    <a:pt x="1205" y="915"/>
                  </a:lnTo>
                  <a:lnTo>
                    <a:pt x="970" y="1051"/>
                  </a:lnTo>
                  <a:lnTo>
                    <a:pt x="569" y="1082"/>
                  </a:lnTo>
                  <a:lnTo>
                    <a:pt x="0" y="1236"/>
                  </a:lnTo>
                  <a:lnTo>
                    <a:pt x="68" y="1298"/>
                  </a:lnTo>
                  <a:lnTo>
                    <a:pt x="1990" y="1298"/>
                  </a:lnTo>
                  <a:lnTo>
                    <a:pt x="1984" y="1280"/>
                  </a:lnTo>
                  <a:cubicBezTo>
                    <a:pt x="1977" y="1286"/>
                    <a:pt x="1835" y="1069"/>
                    <a:pt x="1774" y="1039"/>
                  </a:cubicBezTo>
                  <a:close/>
                  <a:moveTo>
                    <a:pt x="3794" y="1"/>
                  </a:moveTo>
                  <a:lnTo>
                    <a:pt x="3720" y="248"/>
                  </a:lnTo>
                  <a:lnTo>
                    <a:pt x="3862" y="464"/>
                  </a:lnTo>
                  <a:lnTo>
                    <a:pt x="3646" y="310"/>
                  </a:lnTo>
                  <a:lnTo>
                    <a:pt x="3460" y="495"/>
                  </a:lnTo>
                  <a:lnTo>
                    <a:pt x="3398" y="940"/>
                  </a:lnTo>
                  <a:lnTo>
                    <a:pt x="3318" y="476"/>
                  </a:lnTo>
                  <a:lnTo>
                    <a:pt x="3596" y="217"/>
                  </a:lnTo>
                  <a:lnTo>
                    <a:pt x="3621" y="1"/>
                  </a:lnTo>
                  <a:lnTo>
                    <a:pt x="2966" y="1"/>
                  </a:lnTo>
                  <a:lnTo>
                    <a:pt x="2719" y="137"/>
                  </a:lnTo>
                  <a:lnTo>
                    <a:pt x="2719" y="754"/>
                  </a:lnTo>
                  <a:lnTo>
                    <a:pt x="2472" y="958"/>
                  </a:lnTo>
                  <a:lnTo>
                    <a:pt x="1947" y="1051"/>
                  </a:lnTo>
                  <a:lnTo>
                    <a:pt x="2027" y="1298"/>
                  </a:lnTo>
                  <a:lnTo>
                    <a:pt x="4022" y="1298"/>
                  </a:lnTo>
                  <a:lnTo>
                    <a:pt x="4022" y="1"/>
                  </a:lnTo>
                  <a:lnTo>
                    <a:pt x="3794" y="1"/>
                  </a:lnTo>
                  <a:close/>
                </a:path>
              </a:pathLst>
            </a:custGeom>
            <a:solidFill>
              <a:srgbClr val="FFA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3"/>
            <p:cNvSpPr/>
            <p:nvPr/>
          </p:nvSpPr>
          <p:spPr>
            <a:xfrm flipH="1">
              <a:off x="5832864" y="3814889"/>
              <a:ext cx="422329" cy="89858"/>
            </a:xfrm>
            <a:custGeom>
              <a:avLst/>
              <a:gdLst/>
              <a:ahLst/>
              <a:cxnLst/>
              <a:rect l="l" t="t" r="r" b="b"/>
              <a:pathLst>
                <a:path w="6105" h="1299" extrusionOk="0">
                  <a:moveTo>
                    <a:pt x="0" y="1"/>
                  </a:moveTo>
                  <a:lnTo>
                    <a:pt x="6104" y="1"/>
                  </a:lnTo>
                  <a:lnTo>
                    <a:pt x="6104" y="1298"/>
                  </a:lnTo>
                  <a:lnTo>
                    <a:pt x="0" y="129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3"/>
            <p:cNvSpPr/>
            <p:nvPr/>
          </p:nvSpPr>
          <p:spPr>
            <a:xfrm flipH="1">
              <a:off x="6336326" y="3960642"/>
              <a:ext cx="421914" cy="89789"/>
            </a:xfrm>
            <a:custGeom>
              <a:avLst/>
              <a:gdLst/>
              <a:ahLst/>
              <a:cxnLst/>
              <a:rect l="l" t="t" r="r" b="b"/>
              <a:pathLst>
                <a:path w="6099" h="1298" extrusionOk="0">
                  <a:moveTo>
                    <a:pt x="1" y="0"/>
                  </a:moveTo>
                  <a:lnTo>
                    <a:pt x="6098" y="0"/>
                  </a:lnTo>
                  <a:lnTo>
                    <a:pt x="6098" y="1298"/>
                  </a:lnTo>
                  <a:lnTo>
                    <a:pt x="1" y="129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3"/>
            <p:cNvSpPr/>
            <p:nvPr/>
          </p:nvSpPr>
          <p:spPr>
            <a:xfrm flipH="1">
              <a:off x="5832864" y="3960642"/>
              <a:ext cx="422329" cy="89789"/>
            </a:xfrm>
            <a:custGeom>
              <a:avLst/>
              <a:gdLst/>
              <a:ahLst/>
              <a:cxnLst/>
              <a:rect l="l" t="t" r="r" b="b"/>
              <a:pathLst>
                <a:path w="6105" h="1298" extrusionOk="0">
                  <a:moveTo>
                    <a:pt x="0" y="0"/>
                  </a:moveTo>
                  <a:lnTo>
                    <a:pt x="6104" y="0"/>
                  </a:lnTo>
                  <a:lnTo>
                    <a:pt x="6104" y="1298"/>
                  </a:lnTo>
                  <a:lnTo>
                    <a:pt x="0" y="129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3"/>
            <p:cNvSpPr/>
            <p:nvPr/>
          </p:nvSpPr>
          <p:spPr>
            <a:xfrm flipH="1">
              <a:off x="6578656" y="3960642"/>
              <a:ext cx="127840" cy="39776"/>
            </a:xfrm>
            <a:custGeom>
              <a:avLst/>
              <a:gdLst/>
              <a:ahLst/>
              <a:cxnLst/>
              <a:rect l="l" t="t" r="r" b="b"/>
              <a:pathLst>
                <a:path w="1848" h="575" extrusionOk="0">
                  <a:moveTo>
                    <a:pt x="1804" y="0"/>
                  </a:moveTo>
                  <a:lnTo>
                    <a:pt x="1075" y="0"/>
                  </a:lnTo>
                  <a:lnTo>
                    <a:pt x="952" y="143"/>
                  </a:lnTo>
                  <a:lnTo>
                    <a:pt x="1322" y="204"/>
                  </a:lnTo>
                  <a:lnTo>
                    <a:pt x="1631" y="402"/>
                  </a:lnTo>
                  <a:lnTo>
                    <a:pt x="1847" y="31"/>
                  </a:lnTo>
                  <a:close/>
                  <a:moveTo>
                    <a:pt x="179" y="340"/>
                  </a:moveTo>
                  <a:lnTo>
                    <a:pt x="396" y="575"/>
                  </a:lnTo>
                  <a:lnTo>
                    <a:pt x="501" y="204"/>
                  </a:lnTo>
                  <a:lnTo>
                    <a:pt x="704" y="248"/>
                  </a:lnTo>
                  <a:cubicBezTo>
                    <a:pt x="797" y="143"/>
                    <a:pt x="859" y="62"/>
                    <a:pt x="908" y="0"/>
                  </a:cubicBezTo>
                  <a:lnTo>
                    <a:pt x="0" y="0"/>
                  </a:lnTo>
                  <a:cubicBezTo>
                    <a:pt x="74" y="143"/>
                    <a:pt x="179" y="340"/>
                    <a:pt x="179" y="340"/>
                  </a:cubicBezTo>
                  <a:close/>
                </a:path>
              </a:pathLst>
            </a:custGeom>
            <a:solidFill>
              <a:srgbClr val="FFA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3"/>
            <p:cNvSpPr/>
            <p:nvPr/>
          </p:nvSpPr>
          <p:spPr>
            <a:xfrm flipH="1">
              <a:off x="5941476" y="3855495"/>
              <a:ext cx="178685" cy="49253"/>
            </a:xfrm>
            <a:custGeom>
              <a:avLst/>
              <a:gdLst/>
              <a:ahLst/>
              <a:cxnLst/>
              <a:rect l="l" t="t" r="r" b="b"/>
              <a:pathLst>
                <a:path w="2583" h="712" extrusionOk="0">
                  <a:moveTo>
                    <a:pt x="2330" y="359"/>
                  </a:moveTo>
                  <a:lnTo>
                    <a:pt x="2113" y="143"/>
                  </a:lnTo>
                  <a:lnTo>
                    <a:pt x="1632" y="143"/>
                  </a:lnTo>
                  <a:lnTo>
                    <a:pt x="1774" y="310"/>
                  </a:lnTo>
                  <a:lnTo>
                    <a:pt x="1848" y="711"/>
                  </a:lnTo>
                  <a:lnTo>
                    <a:pt x="2583" y="711"/>
                  </a:lnTo>
                  <a:close/>
                  <a:moveTo>
                    <a:pt x="1502" y="143"/>
                  </a:moveTo>
                  <a:lnTo>
                    <a:pt x="1421" y="50"/>
                  </a:lnTo>
                  <a:lnTo>
                    <a:pt x="1051" y="106"/>
                  </a:lnTo>
                  <a:lnTo>
                    <a:pt x="668" y="1"/>
                  </a:lnTo>
                  <a:lnTo>
                    <a:pt x="402" y="260"/>
                  </a:lnTo>
                  <a:cubicBezTo>
                    <a:pt x="402" y="260"/>
                    <a:pt x="124" y="569"/>
                    <a:pt x="1" y="711"/>
                  </a:cubicBezTo>
                  <a:lnTo>
                    <a:pt x="1811" y="711"/>
                  </a:lnTo>
                  <a:lnTo>
                    <a:pt x="1669" y="353"/>
                  </a:lnTo>
                  <a:close/>
                </a:path>
              </a:pathLst>
            </a:custGeom>
            <a:solidFill>
              <a:srgbClr val="FFA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3"/>
            <p:cNvSpPr/>
            <p:nvPr/>
          </p:nvSpPr>
          <p:spPr>
            <a:xfrm flipH="1">
              <a:off x="5319956" y="3020406"/>
              <a:ext cx="1725425" cy="1255250"/>
            </a:xfrm>
            <a:custGeom>
              <a:avLst/>
              <a:gdLst/>
              <a:ahLst/>
              <a:cxnLst/>
              <a:rect l="l" t="t" r="r" b="b"/>
              <a:pathLst>
                <a:path w="24942" h="18146" extrusionOk="0">
                  <a:moveTo>
                    <a:pt x="0" y="18146"/>
                  </a:moveTo>
                  <a:lnTo>
                    <a:pt x="0" y="3831"/>
                  </a:lnTo>
                  <a:cubicBezTo>
                    <a:pt x="0" y="3831"/>
                    <a:pt x="1236" y="3337"/>
                    <a:pt x="1551" y="3337"/>
                  </a:cubicBezTo>
                  <a:cubicBezTo>
                    <a:pt x="1860" y="3337"/>
                    <a:pt x="1984" y="4078"/>
                    <a:pt x="1984" y="4078"/>
                  </a:cubicBezTo>
                  <a:lnTo>
                    <a:pt x="2045" y="5820"/>
                  </a:lnTo>
                  <a:lnTo>
                    <a:pt x="2478" y="6617"/>
                  </a:lnTo>
                  <a:lnTo>
                    <a:pt x="3466" y="6308"/>
                  </a:lnTo>
                  <a:lnTo>
                    <a:pt x="4331" y="6988"/>
                  </a:lnTo>
                  <a:cubicBezTo>
                    <a:pt x="4331" y="6988"/>
                    <a:pt x="4208" y="7791"/>
                    <a:pt x="4826" y="7668"/>
                  </a:cubicBezTo>
                  <a:cubicBezTo>
                    <a:pt x="5443" y="7544"/>
                    <a:pt x="6623" y="7606"/>
                    <a:pt x="6871" y="7482"/>
                  </a:cubicBezTo>
                  <a:cubicBezTo>
                    <a:pt x="7118" y="7359"/>
                    <a:pt x="7303" y="6061"/>
                    <a:pt x="7303" y="6061"/>
                  </a:cubicBezTo>
                  <a:lnTo>
                    <a:pt x="8044" y="5135"/>
                  </a:lnTo>
                  <a:lnTo>
                    <a:pt x="8786" y="4270"/>
                  </a:lnTo>
                  <a:lnTo>
                    <a:pt x="8848" y="680"/>
                  </a:lnTo>
                  <a:lnTo>
                    <a:pt x="10269" y="1"/>
                  </a:lnTo>
                  <a:lnTo>
                    <a:pt x="10886" y="618"/>
                  </a:lnTo>
                  <a:lnTo>
                    <a:pt x="11937" y="2354"/>
                  </a:lnTo>
                  <a:lnTo>
                    <a:pt x="12554" y="3911"/>
                  </a:lnTo>
                  <a:lnTo>
                    <a:pt x="14846" y="4529"/>
                  </a:lnTo>
                  <a:lnTo>
                    <a:pt x="16403" y="4158"/>
                  </a:lnTo>
                  <a:lnTo>
                    <a:pt x="17577" y="3788"/>
                  </a:lnTo>
                  <a:lnTo>
                    <a:pt x="18380" y="4529"/>
                  </a:lnTo>
                  <a:cubicBezTo>
                    <a:pt x="18380" y="4529"/>
                    <a:pt x="18875" y="4900"/>
                    <a:pt x="19184" y="4962"/>
                  </a:cubicBezTo>
                  <a:cubicBezTo>
                    <a:pt x="19492" y="5023"/>
                    <a:pt x="21599" y="5456"/>
                    <a:pt x="22093" y="5394"/>
                  </a:cubicBezTo>
                  <a:cubicBezTo>
                    <a:pt x="22588" y="5332"/>
                    <a:pt x="22958" y="4776"/>
                    <a:pt x="23391" y="4715"/>
                  </a:cubicBezTo>
                  <a:cubicBezTo>
                    <a:pt x="23823" y="4653"/>
                    <a:pt x="24942" y="4406"/>
                    <a:pt x="24942" y="4406"/>
                  </a:cubicBezTo>
                  <a:lnTo>
                    <a:pt x="24942" y="180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3"/>
            <p:cNvSpPr/>
            <p:nvPr/>
          </p:nvSpPr>
          <p:spPr>
            <a:xfrm flipH="1">
              <a:off x="6833768" y="3889668"/>
              <a:ext cx="143267" cy="265079"/>
            </a:xfrm>
            <a:custGeom>
              <a:avLst/>
              <a:gdLst/>
              <a:ahLst/>
              <a:cxnLst/>
              <a:rect l="l" t="t" r="r" b="b"/>
              <a:pathLst>
                <a:path w="2071" h="3832" extrusionOk="0">
                  <a:moveTo>
                    <a:pt x="186" y="2973"/>
                  </a:moveTo>
                  <a:cubicBezTo>
                    <a:pt x="155" y="2849"/>
                    <a:pt x="1" y="2077"/>
                    <a:pt x="1" y="2077"/>
                  </a:cubicBezTo>
                  <a:lnTo>
                    <a:pt x="650" y="588"/>
                  </a:lnTo>
                  <a:lnTo>
                    <a:pt x="1360" y="1"/>
                  </a:lnTo>
                  <a:lnTo>
                    <a:pt x="2071" y="1051"/>
                  </a:lnTo>
                  <a:lnTo>
                    <a:pt x="1453" y="2472"/>
                  </a:lnTo>
                  <a:lnTo>
                    <a:pt x="1113" y="38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3"/>
            <p:cNvSpPr/>
            <p:nvPr/>
          </p:nvSpPr>
          <p:spPr>
            <a:xfrm flipH="1">
              <a:off x="6666639" y="3990111"/>
              <a:ext cx="145411" cy="122301"/>
            </a:xfrm>
            <a:custGeom>
              <a:avLst/>
              <a:gdLst/>
              <a:ahLst/>
              <a:cxnLst/>
              <a:rect l="l" t="t" r="r" b="b"/>
              <a:pathLst>
                <a:path w="2102" h="1768" extrusionOk="0">
                  <a:moveTo>
                    <a:pt x="1" y="1768"/>
                  </a:moveTo>
                  <a:cubicBezTo>
                    <a:pt x="1" y="1521"/>
                    <a:pt x="63" y="316"/>
                    <a:pt x="310" y="155"/>
                  </a:cubicBezTo>
                  <a:cubicBezTo>
                    <a:pt x="557" y="1"/>
                    <a:pt x="1422" y="495"/>
                    <a:pt x="1422" y="495"/>
                  </a:cubicBezTo>
                  <a:lnTo>
                    <a:pt x="2101" y="105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3"/>
            <p:cNvSpPr/>
            <p:nvPr/>
          </p:nvSpPr>
          <p:spPr>
            <a:xfrm flipH="1">
              <a:off x="6409778" y="3055893"/>
              <a:ext cx="636018" cy="699221"/>
            </a:xfrm>
            <a:custGeom>
              <a:avLst/>
              <a:gdLst/>
              <a:ahLst/>
              <a:cxnLst/>
              <a:rect l="l" t="t" r="r" b="b"/>
              <a:pathLst>
                <a:path w="9194" h="10108" extrusionOk="0">
                  <a:moveTo>
                    <a:pt x="6" y="10108"/>
                  </a:moveTo>
                  <a:lnTo>
                    <a:pt x="655" y="7569"/>
                  </a:lnTo>
                  <a:lnTo>
                    <a:pt x="995" y="5060"/>
                  </a:lnTo>
                  <a:lnTo>
                    <a:pt x="1211" y="3948"/>
                  </a:lnTo>
                  <a:lnTo>
                    <a:pt x="1582" y="6148"/>
                  </a:lnTo>
                  <a:lnTo>
                    <a:pt x="2076" y="8007"/>
                  </a:lnTo>
                  <a:lnTo>
                    <a:pt x="2323" y="6648"/>
                  </a:lnTo>
                  <a:lnTo>
                    <a:pt x="2725" y="7050"/>
                  </a:lnTo>
                  <a:lnTo>
                    <a:pt x="3374" y="6679"/>
                  </a:lnTo>
                  <a:lnTo>
                    <a:pt x="3744" y="7328"/>
                  </a:lnTo>
                  <a:lnTo>
                    <a:pt x="4609" y="7698"/>
                  </a:lnTo>
                  <a:lnTo>
                    <a:pt x="5011" y="9465"/>
                  </a:lnTo>
                  <a:lnTo>
                    <a:pt x="5598" y="7451"/>
                  </a:lnTo>
                  <a:lnTo>
                    <a:pt x="7148" y="7111"/>
                  </a:lnTo>
                  <a:lnTo>
                    <a:pt x="8106" y="5622"/>
                  </a:lnTo>
                  <a:lnTo>
                    <a:pt x="9002" y="5870"/>
                  </a:lnTo>
                  <a:lnTo>
                    <a:pt x="9193" y="0"/>
                  </a:lnTo>
                  <a:lnTo>
                    <a:pt x="8847" y="167"/>
                  </a:lnTo>
                  <a:lnTo>
                    <a:pt x="8786" y="3763"/>
                  </a:lnTo>
                  <a:lnTo>
                    <a:pt x="8044" y="4628"/>
                  </a:lnTo>
                  <a:lnTo>
                    <a:pt x="7303" y="5555"/>
                  </a:lnTo>
                  <a:cubicBezTo>
                    <a:pt x="7303" y="5555"/>
                    <a:pt x="7117" y="6852"/>
                    <a:pt x="6870" y="6975"/>
                  </a:cubicBezTo>
                  <a:cubicBezTo>
                    <a:pt x="6623" y="7099"/>
                    <a:pt x="5449" y="7037"/>
                    <a:pt x="4825" y="7161"/>
                  </a:cubicBezTo>
                  <a:cubicBezTo>
                    <a:pt x="4208" y="7284"/>
                    <a:pt x="4331" y="6481"/>
                    <a:pt x="4331" y="6481"/>
                  </a:cubicBezTo>
                  <a:lnTo>
                    <a:pt x="3466" y="5802"/>
                  </a:lnTo>
                  <a:lnTo>
                    <a:pt x="2478" y="6111"/>
                  </a:lnTo>
                  <a:lnTo>
                    <a:pt x="2045" y="5307"/>
                  </a:lnTo>
                  <a:lnTo>
                    <a:pt x="1983" y="3565"/>
                  </a:lnTo>
                  <a:cubicBezTo>
                    <a:pt x="1983" y="3565"/>
                    <a:pt x="1860" y="2824"/>
                    <a:pt x="1551" y="2824"/>
                  </a:cubicBezTo>
                  <a:cubicBezTo>
                    <a:pt x="1242" y="2824"/>
                    <a:pt x="0" y="3318"/>
                    <a:pt x="0" y="3318"/>
                  </a:cubicBezTo>
                  <a:lnTo>
                    <a:pt x="0" y="1010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3"/>
            <p:cNvSpPr/>
            <p:nvPr/>
          </p:nvSpPr>
          <p:spPr>
            <a:xfrm flipH="1">
              <a:off x="5318657" y="3019576"/>
              <a:ext cx="1076679" cy="1252275"/>
            </a:xfrm>
            <a:custGeom>
              <a:avLst/>
              <a:gdLst/>
              <a:ahLst/>
              <a:cxnLst/>
              <a:rect l="l" t="t" r="r" b="b"/>
              <a:pathLst>
                <a:path w="15564" h="18103" extrusionOk="0">
                  <a:moveTo>
                    <a:pt x="649" y="7735"/>
                  </a:moveTo>
                  <a:lnTo>
                    <a:pt x="371" y="8341"/>
                  </a:lnTo>
                  <a:lnTo>
                    <a:pt x="142" y="8847"/>
                  </a:lnTo>
                  <a:lnTo>
                    <a:pt x="0" y="9218"/>
                  </a:lnTo>
                  <a:lnTo>
                    <a:pt x="507" y="9589"/>
                  </a:lnTo>
                  <a:lnTo>
                    <a:pt x="507" y="12146"/>
                  </a:lnTo>
                  <a:lnTo>
                    <a:pt x="136" y="12282"/>
                  </a:lnTo>
                  <a:lnTo>
                    <a:pt x="464" y="12888"/>
                  </a:lnTo>
                  <a:lnTo>
                    <a:pt x="464" y="18102"/>
                  </a:lnTo>
                  <a:lnTo>
                    <a:pt x="15563" y="18022"/>
                  </a:lnTo>
                  <a:lnTo>
                    <a:pt x="15563" y="4399"/>
                  </a:lnTo>
                  <a:cubicBezTo>
                    <a:pt x="15563" y="4399"/>
                    <a:pt x="14451" y="4646"/>
                    <a:pt x="14006" y="4708"/>
                  </a:cubicBezTo>
                  <a:cubicBezTo>
                    <a:pt x="13574" y="4770"/>
                    <a:pt x="13203" y="5326"/>
                    <a:pt x="12709" y="5388"/>
                  </a:cubicBezTo>
                  <a:cubicBezTo>
                    <a:pt x="12215" y="5449"/>
                    <a:pt x="10108" y="5017"/>
                    <a:pt x="9799" y="4955"/>
                  </a:cubicBezTo>
                  <a:cubicBezTo>
                    <a:pt x="9490" y="4893"/>
                    <a:pt x="8996" y="4523"/>
                    <a:pt x="8996" y="4523"/>
                  </a:cubicBezTo>
                  <a:lnTo>
                    <a:pt x="8193" y="3781"/>
                  </a:lnTo>
                  <a:lnTo>
                    <a:pt x="7019" y="4152"/>
                  </a:lnTo>
                  <a:lnTo>
                    <a:pt x="5468" y="4523"/>
                  </a:lnTo>
                  <a:lnTo>
                    <a:pt x="3176" y="3905"/>
                  </a:lnTo>
                  <a:lnTo>
                    <a:pt x="2558" y="2354"/>
                  </a:lnTo>
                  <a:lnTo>
                    <a:pt x="1508" y="618"/>
                  </a:lnTo>
                  <a:lnTo>
                    <a:pt x="890" y="0"/>
                  </a:lnTo>
                  <a:lnTo>
                    <a:pt x="655" y="1687"/>
                  </a:lnTo>
                  <a:lnTo>
                    <a:pt x="655" y="773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3"/>
            <p:cNvSpPr/>
            <p:nvPr/>
          </p:nvSpPr>
          <p:spPr>
            <a:xfrm flipH="1">
              <a:off x="5991831" y="3328099"/>
              <a:ext cx="79139" cy="265079"/>
            </a:xfrm>
            <a:custGeom>
              <a:avLst/>
              <a:gdLst/>
              <a:ahLst/>
              <a:cxnLst/>
              <a:rect l="l" t="t" r="r" b="b"/>
              <a:pathLst>
                <a:path w="1144" h="3832" extrusionOk="0">
                  <a:moveTo>
                    <a:pt x="470" y="2645"/>
                  </a:moveTo>
                  <a:cubicBezTo>
                    <a:pt x="495" y="2503"/>
                    <a:pt x="495" y="2132"/>
                    <a:pt x="495" y="2132"/>
                  </a:cubicBezTo>
                  <a:lnTo>
                    <a:pt x="680" y="2182"/>
                  </a:lnTo>
                  <a:lnTo>
                    <a:pt x="841" y="2552"/>
                  </a:lnTo>
                  <a:lnTo>
                    <a:pt x="1144" y="3405"/>
                  </a:lnTo>
                  <a:lnTo>
                    <a:pt x="983" y="2435"/>
                  </a:lnTo>
                  <a:cubicBezTo>
                    <a:pt x="983" y="2435"/>
                    <a:pt x="748" y="1811"/>
                    <a:pt x="680" y="1762"/>
                  </a:cubicBezTo>
                  <a:cubicBezTo>
                    <a:pt x="612" y="1718"/>
                    <a:pt x="890" y="1323"/>
                    <a:pt x="890" y="1323"/>
                  </a:cubicBezTo>
                  <a:lnTo>
                    <a:pt x="748" y="674"/>
                  </a:lnTo>
                  <a:lnTo>
                    <a:pt x="1051" y="1"/>
                  </a:lnTo>
                  <a:lnTo>
                    <a:pt x="779" y="63"/>
                  </a:lnTo>
                  <a:lnTo>
                    <a:pt x="680" y="304"/>
                  </a:lnTo>
                  <a:lnTo>
                    <a:pt x="557" y="594"/>
                  </a:lnTo>
                  <a:lnTo>
                    <a:pt x="668" y="1039"/>
                  </a:lnTo>
                  <a:lnTo>
                    <a:pt x="717" y="1360"/>
                  </a:lnTo>
                  <a:lnTo>
                    <a:pt x="254" y="1916"/>
                  </a:lnTo>
                  <a:lnTo>
                    <a:pt x="347" y="2614"/>
                  </a:lnTo>
                  <a:lnTo>
                    <a:pt x="1" y="3819"/>
                  </a:lnTo>
                  <a:cubicBezTo>
                    <a:pt x="7" y="3831"/>
                    <a:pt x="445" y="2781"/>
                    <a:pt x="470" y="2645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3"/>
            <p:cNvSpPr/>
            <p:nvPr/>
          </p:nvSpPr>
          <p:spPr>
            <a:xfrm flipH="1">
              <a:off x="5433644" y="4034176"/>
              <a:ext cx="368509" cy="168026"/>
            </a:xfrm>
            <a:custGeom>
              <a:avLst/>
              <a:gdLst/>
              <a:ahLst/>
              <a:cxnLst/>
              <a:rect l="l" t="t" r="r" b="b"/>
              <a:pathLst>
                <a:path w="5327" h="2429" extrusionOk="0">
                  <a:moveTo>
                    <a:pt x="1" y="2292"/>
                  </a:moveTo>
                  <a:lnTo>
                    <a:pt x="1039" y="1711"/>
                  </a:lnTo>
                  <a:lnTo>
                    <a:pt x="1897" y="1297"/>
                  </a:lnTo>
                  <a:cubicBezTo>
                    <a:pt x="1897" y="1297"/>
                    <a:pt x="1761" y="531"/>
                    <a:pt x="2200" y="346"/>
                  </a:cubicBezTo>
                  <a:cubicBezTo>
                    <a:pt x="2639" y="161"/>
                    <a:pt x="2985" y="68"/>
                    <a:pt x="3219" y="111"/>
                  </a:cubicBezTo>
                  <a:cubicBezTo>
                    <a:pt x="3448" y="161"/>
                    <a:pt x="4004" y="414"/>
                    <a:pt x="4004" y="414"/>
                  </a:cubicBezTo>
                  <a:lnTo>
                    <a:pt x="4702" y="371"/>
                  </a:lnTo>
                  <a:lnTo>
                    <a:pt x="5326" y="0"/>
                  </a:lnTo>
                  <a:cubicBezTo>
                    <a:pt x="5326" y="0"/>
                    <a:pt x="4813" y="507"/>
                    <a:pt x="4721" y="507"/>
                  </a:cubicBezTo>
                  <a:cubicBezTo>
                    <a:pt x="4628" y="507"/>
                    <a:pt x="3979" y="556"/>
                    <a:pt x="3979" y="556"/>
                  </a:cubicBezTo>
                  <a:lnTo>
                    <a:pt x="3219" y="229"/>
                  </a:lnTo>
                  <a:lnTo>
                    <a:pt x="3312" y="575"/>
                  </a:lnTo>
                  <a:lnTo>
                    <a:pt x="3726" y="1131"/>
                  </a:lnTo>
                  <a:lnTo>
                    <a:pt x="4189" y="1297"/>
                  </a:lnTo>
                  <a:lnTo>
                    <a:pt x="5116" y="1063"/>
                  </a:lnTo>
                  <a:lnTo>
                    <a:pt x="4097" y="1458"/>
                  </a:lnTo>
                  <a:cubicBezTo>
                    <a:pt x="4097" y="1458"/>
                    <a:pt x="3658" y="1248"/>
                    <a:pt x="3590" y="1205"/>
                  </a:cubicBezTo>
                  <a:cubicBezTo>
                    <a:pt x="3516" y="1155"/>
                    <a:pt x="3127" y="649"/>
                    <a:pt x="3127" y="649"/>
                  </a:cubicBezTo>
                  <a:lnTo>
                    <a:pt x="2917" y="297"/>
                  </a:lnTo>
                  <a:cubicBezTo>
                    <a:pt x="2917" y="297"/>
                    <a:pt x="2361" y="371"/>
                    <a:pt x="2268" y="507"/>
                  </a:cubicBezTo>
                  <a:cubicBezTo>
                    <a:pt x="2175" y="649"/>
                    <a:pt x="2058" y="853"/>
                    <a:pt x="2058" y="1063"/>
                  </a:cubicBezTo>
                  <a:cubicBezTo>
                    <a:pt x="2058" y="1273"/>
                    <a:pt x="2107" y="1501"/>
                    <a:pt x="2107" y="1501"/>
                  </a:cubicBezTo>
                  <a:lnTo>
                    <a:pt x="316" y="242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3"/>
            <p:cNvSpPr/>
            <p:nvPr/>
          </p:nvSpPr>
          <p:spPr>
            <a:xfrm flipH="1">
              <a:off x="5318264" y="4101692"/>
              <a:ext cx="139393" cy="144922"/>
            </a:xfrm>
            <a:custGeom>
              <a:avLst/>
              <a:gdLst/>
              <a:ahLst/>
              <a:cxnLst/>
              <a:rect l="l" t="t" r="r" b="b"/>
              <a:pathLst>
                <a:path w="2015" h="2095" extrusionOk="0">
                  <a:moveTo>
                    <a:pt x="2014" y="0"/>
                  </a:moveTo>
                  <a:lnTo>
                    <a:pt x="1341" y="544"/>
                  </a:lnTo>
                  <a:lnTo>
                    <a:pt x="902" y="1032"/>
                  </a:lnTo>
                  <a:cubicBezTo>
                    <a:pt x="902" y="1032"/>
                    <a:pt x="785" y="1143"/>
                    <a:pt x="464" y="1217"/>
                  </a:cubicBezTo>
                  <a:cubicBezTo>
                    <a:pt x="136" y="1285"/>
                    <a:pt x="118" y="1495"/>
                    <a:pt x="118" y="1495"/>
                  </a:cubicBezTo>
                  <a:cubicBezTo>
                    <a:pt x="118" y="1495"/>
                    <a:pt x="0" y="1909"/>
                    <a:pt x="0" y="2095"/>
                  </a:cubicBezTo>
                  <a:lnTo>
                    <a:pt x="229" y="1934"/>
                  </a:lnTo>
                  <a:cubicBezTo>
                    <a:pt x="229" y="1934"/>
                    <a:pt x="229" y="1656"/>
                    <a:pt x="253" y="1539"/>
                  </a:cubicBezTo>
                  <a:cubicBezTo>
                    <a:pt x="278" y="1421"/>
                    <a:pt x="396" y="1421"/>
                    <a:pt x="488" y="1421"/>
                  </a:cubicBezTo>
                  <a:cubicBezTo>
                    <a:pt x="581" y="1421"/>
                    <a:pt x="766" y="1304"/>
                    <a:pt x="877" y="1236"/>
                  </a:cubicBezTo>
                  <a:cubicBezTo>
                    <a:pt x="995" y="1168"/>
                    <a:pt x="1230" y="822"/>
                    <a:pt x="1366" y="655"/>
                  </a:cubicBezTo>
                  <a:cubicBezTo>
                    <a:pt x="1433" y="575"/>
                    <a:pt x="1742" y="402"/>
                    <a:pt x="2014" y="253"/>
                  </a:cubicBezTo>
                  <a:lnTo>
                    <a:pt x="2014" y="0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3"/>
            <p:cNvSpPr/>
            <p:nvPr/>
          </p:nvSpPr>
          <p:spPr>
            <a:xfrm flipH="1">
              <a:off x="6130321" y="3384547"/>
              <a:ext cx="83359" cy="101341"/>
            </a:xfrm>
            <a:custGeom>
              <a:avLst/>
              <a:gdLst/>
              <a:ahLst/>
              <a:cxnLst/>
              <a:rect l="l" t="t" r="r" b="b"/>
              <a:pathLst>
                <a:path w="1205" h="1465" extrusionOk="0">
                  <a:moveTo>
                    <a:pt x="0" y="0"/>
                  </a:moveTo>
                  <a:lnTo>
                    <a:pt x="1205" y="0"/>
                  </a:lnTo>
                  <a:lnTo>
                    <a:pt x="1205" y="1465"/>
                  </a:lnTo>
                  <a:lnTo>
                    <a:pt x="0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3"/>
            <p:cNvSpPr/>
            <p:nvPr/>
          </p:nvSpPr>
          <p:spPr>
            <a:xfrm flipH="1">
              <a:off x="5888413" y="3384547"/>
              <a:ext cx="83428" cy="101341"/>
            </a:xfrm>
            <a:custGeom>
              <a:avLst/>
              <a:gdLst/>
              <a:ahLst/>
              <a:cxnLst/>
              <a:rect l="l" t="t" r="r" b="b"/>
              <a:pathLst>
                <a:path w="1206" h="1465" extrusionOk="0">
                  <a:moveTo>
                    <a:pt x="1" y="0"/>
                  </a:moveTo>
                  <a:lnTo>
                    <a:pt x="1206" y="0"/>
                  </a:lnTo>
                  <a:lnTo>
                    <a:pt x="1206" y="1465"/>
                  </a:lnTo>
                  <a:lnTo>
                    <a:pt x="1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3"/>
            <p:cNvSpPr/>
            <p:nvPr/>
          </p:nvSpPr>
          <p:spPr>
            <a:xfrm flipH="1">
              <a:off x="5645675" y="3384547"/>
              <a:ext cx="83359" cy="101341"/>
            </a:xfrm>
            <a:custGeom>
              <a:avLst/>
              <a:gdLst/>
              <a:ahLst/>
              <a:cxnLst/>
              <a:rect l="l" t="t" r="r" b="b"/>
              <a:pathLst>
                <a:path w="1205" h="1465" extrusionOk="0">
                  <a:moveTo>
                    <a:pt x="0" y="0"/>
                  </a:moveTo>
                  <a:lnTo>
                    <a:pt x="1205" y="0"/>
                  </a:lnTo>
                  <a:lnTo>
                    <a:pt x="1205" y="1465"/>
                  </a:lnTo>
                  <a:lnTo>
                    <a:pt x="0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3"/>
            <p:cNvSpPr/>
            <p:nvPr/>
          </p:nvSpPr>
          <p:spPr>
            <a:xfrm flipH="1">
              <a:off x="5403767" y="3384547"/>
              <a:ext cx="83428" cy="101341"/>
            </a:xfrm>
            <a:custGeom>
              <a:avLst/>
              <a:gdLst/>
              <a:ahLst/>
              <a:cxnLst/>
              <a:rect l="l" t="t" r="r" b="b"/>
              <a:pathLst>
                <a:path w="1206" h="1465" extrusionOk="0">
                  <a:moveTo>
                    <a:pt x="1" y="0"/>
                  </a:moveTo>
                  <a:lnTo>
                    <a:pt x="1206" y="0"/>
                  </a:lnTo>
                  <a:lnTo>
                    <a:pt x="1206" y="1465"/>
                  </a:lnTo>
                  <a:lnTo>
                    <a:pt x="1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3"/>
            <p:cNvSpPr/>
            <p:nvPr/>
          </p:nvSpPr>
          <p:spPr>
            <a:xfrm flipH="1">
              <a:off x="6130321" y="3632818"/>
              <a:ext cx="83359" cy="101411"/>
            </a:xfrm>
            <a:custGeom>
              <a:avLst/>
              <a:gdLst/>
              <a:ahLst/>
              <a:cxnLst/>
              <a:rect l="l" t="t" r="r" b="b"/>
              <a:pathLst>
                <a:path w="1205" h="1466" extrusionOk="0">
                  <a:moveTo>
                    <a:pt x="0" y="1"/>
                  </a:moveTo>
                  <a:lnTo>
                    <a:pt x="1205" y="1"/>
                  </a:lnTo>
                  <a:lnTo>
                    <a:pt x="1205" y="1465"/>
                  </a:lnTo>
                  <a:lnTo>
                    <a:pt x="0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3"/>
            <p:cNvSpPr/>
            <p:nvPr/>
          </p:nvSpPr>
          <p:spPr>
            <a:xfrm flipH="1">
              <a:off x="5888413" y="3632818"/>
              <a:ext cx="83428" cy="101411"/>
            </a:xfrm>
            <a:custGeom>
              <a:avLst/>
              <a:gdLst/>
              <a:ahLst/>
              <a:cxnLst/>
              <a:rect l="l" t="t" r="r" b="b"/>
              <a:pathLst>
                <a:path w="1206" h="1466" extrusionOk="0">
                  <a:moveTo>
                    <a:pt x="1" y="1"/>
                  </a:moveTo>
                  <a:lnTo>
                    <a:pt x="1206" y="1"/>
                  </a:lnTo>
                  <a:lnTo>
                    <a:pt x="1206" y="1465"/>
                  </a:lnTo>
                  <a:lnTo>
                    <a:pt x="1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3"/>
            <p:cNvSpPr/>
            <p:nvPr/>
          </p:nvSpPr>
          <p:spPr>
            <a:xfrm flipH="1">
              <a:off x="5645675" y="3632818"/>
              <a:ext cx="83359" cy="101411"/>
            </a:xfrm>
            <a:custGeom>
              <a:avLst/>
              <a:gdLst/>
              <a:ahLst/>
              <a:cxnLst/>
              <a:rect l="l" t="t" r="r" b="b"/>
              <a:pathLst>
                <a:path w="1205" h="1466" extrusionOk="0">
                  <a:moveTo>
                    <a:pt x="0" y="1"/>
                  </a:moveTo>
                  <a:lnTo>
                    <a:pt x="1205" y="1"/>
                  </a:lnTo>
                  <a:lnTo>
                    <a:pt x="1205" y="1465"/>
                  </a:lnTo>
                  <a:lnTo>
                    <a:pt x="0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3"/>
            <p:cNvSpPr/>
            <p:nvPr/>
          </p:nvSpPr>
          <p:spPr>
            <a:xfrm flipH="1">
              <a:off x="5403767" y="3632818"/>
              <a:ext cx="83428" cy="101411"/>
            </a:xfrm>
            <a:custGeom>
              <a:avLst/>
              <a:gdLst/>
              <a:ahLst/>
              <a:cxnLst/>
              <a:rect l="l" t="t" r="r" b="b"/>
              <a:pathLst>
                <a:path w="1206" h="1466" extrusionOk="0">
                  <a:moveTo>
                    <a:pt x="1" y="1"/>
                  </a:moveTo>
                  <a:lnTo>
                    <a:pt x="1206" y="1"/>
                  </a:lnTo>
                  <a:lnTo>
                    <a:pt x="1206" y="1465"/>
                  </a:lnTo>
                  <a:lnTo>
                    <a:pt x="1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3"/>
            <p:cNvSpPr/>
            <p:nvPr/>
          </p:nvSpPr>
          <p:spPr>
            <a:xfrm flipH="1">
              <a:off x="6634608" y="3586263"/>
              <a:ext cx="288539" cy="207317"/>
            </a:xfrm>
            <a:custGeom>
              <a:avLst/>
              <a:gdLst/>
              <a:ahLst/>
              <a:cxnLst/>
              <a:rect l="l" t="t" r="r" b="b"/>
              <a:pathLst>
                <a:path w="4171" h="2997" extrusionOk="0">
                  <a:moveTo>
                    <a:pt x="0" y="2811"/>
                  </a:moveTo>
                  <a:cubicBezTo>
                    <a:pt x="50" y="2793"/>
                    <a:pt x="433" y="2793"/>
                    <a:pt x="451" y="2688"/>
                  </a:cubicBezTo>
                  <a:cubicBezTo>
                    <a:pt x="464" y="2583"/>
                    <a:pt x="544" y="2089"/>
                    <a:pt x="699" y="1934"/>
                  </a:cubicBezTo>
                  <a:cubicBezTo>
                    <a:pt x="853" y="1780"/>
                    <a:pt x="1316" y="1681"/>
                    <a:pt x="1557" y="1526"/>
                  </a:cubicBezTo>
                  <a:cubicBezTo>
                    <a:pt x="1804" y="1372"/>
                    <a:pt x="1934" y="804"/>
                    <a:pt x="1934" y="804"/>
                  </a:cubicBezTo>
                  <a:lnTo>
                    <a:pt x="2058" y="291"/>
                  </a:lnTo>
                  <a:cubicBezTo>
                    <a:pt x="2058" y="291"/>
                    <a:pt x="2453" y="291"/>
                    <a:pt x="2750" y="217"/>
                  </a:cubicBezTo>
                  <a:cubicBezTo>
                    <a:pt x="3046" y="136"/>
                    <a:pt x="3244" y="0"/>
                    <a:pt x="3553" y="31"/>
                  </a:cubicBezTo>
                  <a:cubicBezTo>
                    <a:pt x="3862" y="62"/>
                    <a:pt x="4171" y="167"/>
                    <a:pt x="4171" y="167"/>
                  </a:cubicBezTo>
                  <a:lnTo>
                    <a:pt x="3510" y="136"/>
                  </a:lnTo>
                  <a:cubicBezTo>
                    <a:pt x="3510" y="136"/>
                    <a:pt x="2861" y="322"/>
                    <a:pt x="2799" y="340"/>
                  </a:cubicBezTo>
                  <a:cubicBezTo>
                    <a:pt x="2737" y="359"/>
                    <a:pt x="2132" y="513"/>
                    <a:pt x="2132" y="513"/>
                  </a:cubicBezTo>
                  <a:cubicBezTo>
                    <a:pt x="2132" y="513"/>
                    <a:pt x="2058" y="1069"/>
                    <a:pt x="1916" y="1267"/>
                  </a:cubicBezTo>
                  <a:cubicBezTo>
                    <a:pt x="1780" y="1471"/>
                    <a:pt x="1718" y="1656"/>
                    <a:pt x="1563" y="1712"/>
                  </a:cubicBezTo>
                  <a:cubicBezTo>
                    <a:pt x="1409" y="1774"/>
                    <a:pt x="865" y="1897"/>
                    <a:pt x="742" y="2119"/>
                  </a:cubicBezTo>
                  <a:cubicBezTo>
                    <a:pt x="618" y="2330"/>
                    <a:pt x="544" y="2861"/>
                    <a:pt x="544" y="2861"/>
                  </a:cubicBezTo>
                  <a:lnTo>
                    <a:pt x="186" y="299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3"/>
            <p:cNvSpPr/>
            <p:nvPr/>
          </p:nvSpPr>
          <p:spPr>
            <a:xfrm flipH="1">
              <a:off x="6448248" y="3745644"/>
              <a:ext cx="288539" cy="207387"/>
            </a:xfrm>
            <a:custGeom>
              <a:avLst/>
              <a:gdLst/>
              <a:ahLst/>
              <a:cxnLst/>
              <a:rect l="l" t="t" r="r" b="b"/>
              <a:pathLst>
                <a:path w="4171" h="2998" extrusionOk="0">
                  <a:moveTo>
                    <a:pt x="0" y="2812"/>
                  </a:moveTo>
                  <a:cubicBezTo>
                    <a:pt x="50" y="2793"/>
                    <a:pt x="433" y="2793"/>
                    <a:pt x="451" y="2688"/>
                  </a:cubicBezTo>
                  <a:cubicBezTo>
                    <a:pt x="463" y="2577"/>
                    <a:pt x="544" y="2083"/>
                    <a:pt x="698" y="1928"/>
                  </a:cubicBezTo>
                  <a:cubicBezTo>
                    <a:pt x="853" y="1774"/>
                    <a:pt x="1316" y="1681"/>
                    <a:pt x="1563" y="1527"/>
                  </a:cubicBezTo>
                  <a:cubicBezTo>
                    <a:pt x="1810" y="1372"/>
                    <a:pt x="1934" y="804"/>
                    <a:pt x="1934" y="804"/>
                  </a:cubicBezTo>
                  <a:lnTo>
                    <a:pt x="2057" y="291"/>
                  </a:lnTo>
                  <a:cubicBezTo>
                    <a:pt x="2057" y="291"/>
                    <a:pt x="2459" y="291"/>
                    <a:pt x="2749" y="217"/>
                  </a:cubicBezTo>
                  <a:cubicBezTo>
                    <a:pt x="3046" y="137"/>
                    <a:pt x="3244" y="1"/>
                    <a:pt x="3552" y="32"/>
                  </a:cubicBezTo>
                  <a:cubicBezTo>
                    <a:pt x="3861" y="63"/>
                    <a:pt x="4170" y="168"/>
                    <a:pt x="4170" y="168"/>
                  </a:cubicBezTo>
                  <a:lnTo>
                    <a:pt x="3509" y="137"/>
                  </a:lnTo>
                  <a:cubicBezTo>
                    <a:pt x="3509" y="137"/>
                    <a:pt x="2861" y="322"/>
                    <a:pt x="2799" y="341"/>
                  </a:cubicBezTo>
                  <a:cubicBezTo>
                    <a:pt x="2737" y="353"/>
                    <a:pt x="2132" y="507"/>
                    <a:pt x="2132" y="507"/>
                  </a:cubicBezTo>
                  <a:cubicBezTo>
                    <a:pt x="2132" y="507"/>
                    <a:pt x="2057" y="1063"/>
                    <a:pt x="1915" y="1267"/>
                  </a:cubicBezTo>
                  <a:cubicBezTo>
                    <a:pt x="1779" y="1465"/>
                    <a:pt x="1718" y="1650"/>
                    <a:pt x="1563" y="1712"/>
                  </a:cubicBezTo>
                  <a:cubicBezTo>
                    <a:pt x="1409" y="1774"/>
                    <a:pt x="865" y="1898"/>
                    <a:pt x="741" y="2114"/>
                  </a:cubicBezTo>
                  <a:cubicBezTo>
                    <a:pt x="618" y="2330"/>
                    <a:pt x="544" y="2855"/>
                    <a:pt x="544" y="2855"/>
                  </a:cubicBezTo>
                  <a:lnTo>
                    <a:pt x="185" y="299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3"/>
            <p:cNvSpPr/>
            <p:nvPr/>
          </p:nvSpPr>
          <p:spPr>
            <a:xfrm flipH="1">
              <a:off x="5744383" y="3916647"/>
              <a:ext cx="638162" cy="215826"/>
            </a:xfrm>
            <a:custGeom>
              <a:avLst/>
              <a:gdLst/>
              <a:ahLst/>
              <a:cxnLst/>
              <a:rect l="l" t="t" r="r" b="b"/>
              <a:pathLst>
                <a:path w="9225" h="3120" extrusionOk="0">
                  <a:moveTo>
                    <a:pt x="9224" y="3034"/>
                  </a:moveTo>
                  <a:lnTo>
                    <a:pt x="7834" y="2199"/>
                  </a:lnTo>
                  <a:lnTo>
                    <a:pt x="6432" y="2199"/>
                  </a:lnTo>
                  <a:cubicBezTo>
                    <a:pt x="6432" y="2199"/>
                    <a:pt x="5678" y="1211"/>
                    <a:pt x="5548" y="1186"/>
                  </a:cubicBezTo>
                  <a:cubicBezTo>
                    <a:pt x="5418" y="1162"/>
                    <a:pt x="4121" y="1057"/>
                    <a:pt x="4121" y="1057"/>
                  </a:cubicBezTo>
                  <a:lnTo>
                    <a:pt x="3132" y="877"/>
                  </a:lnTo>
                  <a:lnTo>
                    <a:pt x="2335" y="80"/>
                  </a:lnTo>
                  <a:lnTo>
                    <a:pt x="1143" y="0"/>
                  </a:lnTo>
                  <a:lnTo>
                    <a:pt x="704" y="235"/>
                  </a:lnTo>
                  <a:lnTo>
                    <a:pt x="0" y="1736"/>
                  </a:lnTo>
                  <a:lnTo>
                    <a:pt x="358" y="1866"/>
                  </a:lnTo>
                  <a:lnTo>
                    <a:pt x="927" y="321"/>
                  </a:lnTo>
                  <a:lnTo>
                    <a:pt x="1285" y="99"/>
                  </a:lnTo>
                  <a:lnTo>
                    <a:pt x="2212" y="185"/>
                  </a:lnTo>
                  <a:lnTo>
                    <a:pt x="3071" y="976"/>
                  </a:lnTo>
                  <a:lnTo>
                    <a:pt x="5425" y="1285"/>
                  </a:lnTo>
                  <a:lnTo>
                    <a:pt x="6376" y="2348"/>
                  </a:lnTo>
                  <a:lnTo>
                    <a:pt x="7871" y="2416"/>
                  </a:lnTo>
                  <a:lnTo>
                    <a:pt x="9082" y="312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3"/>
            <p:cNvSpPr/>
            <p:nvPr/>
          </p:nvSpPr>
          <p:spPr>
            <a:xfrm flipH="1">
              <a:off x="7801315" y="4117879"/>
              <a:ext cx="810414" cy="160763"/>
            </a:xfrm>
            <a:custGeom>
              <a:avLst/>
              <a:gdLst/>
              <a:ahLst/>
              <a:cxnLst/>
              <a:rect l="l" t="t" r="r" b="b"/>
              <a:pathLst>
                <a:path w="11715" h="2324" extrusionOk="0">
                  <a:moveTo>
                    <a:pt x="5079" y="1360"/>
                  </a:moveTo>
                  <a:cubicBezTo>
                    <a:pt x="4863" y="1434"/>
                    <a:pt x="4610" y="1589"/>
                    <a:pt x="4610" y="1589"/>
                  </a:cubicBezTo>
                  <a:lnTo>
                    <a:pt x="5790" y="1311"/>
                  </a:lnTo>
                  <a:lnTo>
                    <a:pt x="6488" y="1478"/>
                  </a:lnTo>
                  <a:lnTo>
                    <a:pt x="6642" y="1558"/>
                  </a:lnTo>
                  <a:lnTo>
                    <a:pt x="6655" y="1737"/>
                  </a:lnTo>
                  <a:lnTo>
                    <a:pt x="6500" y="1848"/>
                  </a:lnTo>
                  <a:lnTo>
                    <a:pt x="6346" y="2293"/>
                  </a:lnTo>
                  <a:lnTo>
                    <a:pt x="6556" y="2324"/>
                  </a:lnTo>
                  <a:lnTo>
                    <a:pt x="6611" y="1910"/>
                  </a:lnTo>
                  <a:lnTo>
                    <a:pt x="6772" y="1756"/>
                  </a:lnTo>
                  <a:lnTo>
                    <a:pt x="6716" y="1601"/>
                  </a:lnTo>
                  <a:lnTo>
                    <a:pt x="7056" y="1780"/>
                  </a:lnTo>
                  <a:lnTo>
                    <a:pt x="7334" y="1984"/>
                  </a:lnTo>
                  <a:lnTo>
                    <a:pt x="7445" y="2237"/>
                  </a:lnTo>
                  <a:lnTo>
                    <a:pt x="8137" y="2287"/>
                  </a:lnTo>
                  <a:lnTo>
                    <a:pt x="7414" y="1947"/>
                  </a:lnTo>
                  <a:lnTo>
                    <a:pt x="7118" y="1725"/>
                  </a:lnTo>
                  <a:lnTo>
                    <a:pt x="6550" y="1434"/>
                  </a:lnTo>
                  <a:lnTo>
                    <a:pt x="5814" y="1237"/>
                  </a:lnTo>
                  <a:cubicBezTo>
                    <a:pt x="5814" y="1237"/>
                    <a:pt x="5462" y="1255"/>
                    <a:pt x="5227" y="1305"/>
                  </a:cubicBezTo>
                  <a:cubicBezTo>
                    <a:pt x="5184" y="1329"/>
                    <a:pt x="5135" y="1342"/>
                    <a:pt x="5079" y="1360"/>
                  </a:cubicBezTo>
                  <a:close/>
                  <a:moveTo>
                    <a:pt x="10324" y="1583"/>
                  </a:moveTo>
                  <a:lnTo>
                    <a:pt x="9725" y="1743"/>
                  </a:lnTo>
                  <a:lnTo>
                    <a:pt x="10343" y="1663"/>
                  </a:lnTo>
                  <a:lnTo>
                    <a:pt x="11195" y="1990"/>
                  </a:lnTo>
                  <a:lnTo>
                    <a:pt x="11381" y="2287"/>
                  </a:lnTo>
                  <a:lnTo>
                    <a:pt x="11714" y="2188"/>
                  </a:lnTo>
                  <a:lnTo>
                    <a:pt x="11226" y="1947"/>
                  </a:lnTo>
                  <a:lnTo>
                    <a:pt x="10720" y="1743"/>
                  </a:lnTo>
                  <a:lnTo>
                    <a:pt x="10880" y="1391"/>
                  </a:lnTo>
                  <a:lnTo>
                    <a:pt x="10658" y="1706"/>
                  </a:lnTo>
                  <a:close/>
                  <a:moveTo>
                    <a:pt x="1" y="1"/>
                  </a:moveTo>
                  <a:lnTo>
                    <a:pt x="44" y="75"/>
                  </a:lnTo>
                  <a:lnTo>
                    <a:pt x="934" y="186"/>
                  </a:lnTo>
                  <a:lnTo>
                    <a:pt x="1366" y="446"/>
                  </a:lnTo>
                  <a:lnTo>
                    <a:pt x="1496" y="699"/>
                  </a:lnTo>
                  <a:lnTo>
                    <a:pt x="1298" y="959"/>
                  </a:lnTo>
                  <a:lnTo>
                    <a:pt x="1119" y="1453"/>
                  </a:lnTo>
                  <a:lnTo>
                    <a:pt x="1230" y="1842"/>
                  </a:lnTo>
                  <a:lnTo>
                    <a:pt x="1199" y="1471"/>
                  </a:lnTo>
                  <a:lnTo>
                    <a:pt x="1422" y="983"/>
                  </a:lnTo>
                  <a:lnTo>
                    <a:pt x="1601" y="829"/>
                  </a:lnTo>
                  <a:lnTo>
                    <a:pt x="1755" y="1187"/>
                  </a:lnTo>
                  <a:lnTo>
                    <a:pt x="2534" y="1527"/>
                  </a:lnTo>
                  <a:lnTo>
                    <a:pt x="1817" y="1144"/>
                  </a:lnTo>
                  <a:lnTo>
                    <a:pt x="1694" y="854"/>
                  </a:lnTo>
                  <a:lnTo>
                    <a:pt x="1570" y="526"/>
                  </a:lnTo>
                  <a:lnTo>
                    <a:pt x="971" y="118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3"/>
            <p:cNvSpPr/>
            <p:nvPr/>
          </p:nvSpPr>
          <p:spPr>
            <a:xfrm flipH="1">
              <a:off x="7734645" y="4111099"/>
              <a:ext cx="177855" cy="97053"/>
            </a:xfrm>
            <a:custGeom>
              <a:avLst/>
              <a:gdLst/>
              <a:ahLst/>
              <a:cxnLst/>
              <a:rect l="l" t="t" r="r" b="b"/>
              <a:pathLst>
                <a:path w="2571" h="1403" extrusionOk="0">
                  <a:moveTo>
                    <a:pt x="0" y="346"/>
                  </a:moveTo>
                  <a:lnTo>
                    <a:pt x="377" y="661"/>
                  </a:lnTo>
                  <a:lnTo>
                    <a:pt x="741" y="501"/>
                  </a:lnTo>
                  <a:cubicBezTo>
                    <a:pt x="741" y="451"/>
                    <a:pt x="674" y="167"/>
                    <a:pt x="674" y="167"/>
                  </a:cubicBezTo>
                  <a:close/>
                  <a:moveTo>
                    <a:pt x="976" y="0"/>
                  </a:moveTo>
                  <a:lnTo>
                    <a:pt x="927" y="593"/>
                  </a:lnTo>
                  <a:lnTo>
                    <a:pt x="1260" y="1403"/>
                  </a:lnTo>
                  <a:lnTo>
                    <a:pt x="2570" y="247"/>
                  </a:lnTo>
                  <a:lnTo>
                    <a:pt x="1952" y="93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3"/>
            <p:cNvSpPr/>
            <p:nvPr/>
          </p:nvSpPr>
          <p:spPr>
            <a:xfrm flipH="1">
              <a:off x="7533829" y="4235893"/>
              <a:ext cx="102590" cy="39776"/>
            </a:xfrm>
            <a:custGeom>
              <a:avLst/>
              <a:gdLst/>
              <a:ahLst/>
              <a:cxnLst/>
              <a:rect l="l" t="t" r="r" b="b"/>
              <a:pathLst>
                <a:path w="1483" h="575" extrusionOk="0">
                  <a:moveTo>
                    <a:pt x="1483" y="488"/>
                  </a:moveTo>
                  <a:lnTo>
                    <a:pt x="711" y="0"/>
                  </a:lnTo>
                  <a:cubicBezTo>
                    <a:pt x="711" y="0"/>
                    <a:pt x="488" y="25"/>
                    <a:pt x="358" y="179"/>
                  </a:cubicBezTo>
                  <a:cubicBezTo>
                    <a:pt x="229" y="334"/>
                    <a:pt x="0" y="575"/>
                    <a:pt x="0" y="575"/>
                  </a:cubicBez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3"/>
            <p:cNvSpPr/>
            <p:nvPr/>
          </p:nvSpPr>
          <p:spPr>
            <a:xfrm flipH="1">
              <a:off x="6209810" y="4037566"/>
              <a:ext cx="141537" cy="42404"/>
            </a:xfrm>
            <a:custGeom>
              <a:avLst/>
              <a:gdLst/>
              <a:ahLst/>
              <a:cxnLst/>
              <a:rect l="l" t="t" r="r" b="b"/>
              <a:pathLst>
                <a:path w="2046" h="613" extrusionOk="0">
                  <a:moveTo>
                    <a:pt x="2045" y="464"/>
                  </a:moveTo>
                  <a:cubicBezTo>
                    <a:pt x="2002" y="451"/>
                    <a:pt x="797" y="149"/>
                    <a:pt x="797" y="149"/>
                  </a:cubicBezTo>
                  <a:lnTo>
                    <a:pt x="828" y="482"/>
                  </a:lnTo>
                  <a:lnTo>
                    <a:pt x="1489" y="612"/>
                  </a:lnTo>
                  <a:close/>
                  <a:moveTo>
                    <a:pt x="0" y="0"/>
                  </a:moveTo>
                  <a:lnTo>
                    <a:pt x="0" y="278"/>
                  </a:lnTo>
                  <a:lnTo>
                    <a:pt x="482" y="384"/>
                  </a:lnTo>
                  <a:lnTo>
                    <a:pt x="513" y="198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3"/>
            <p:cNvSpPr/>
            <p:nvPr/>
          </p:nvSpPr>
          <p:spPr>
            <a:xfrm flipH="1">
              <a:off x="5285808" y="3443069"/>
              <a:ext cx="641137" cy="832175"/>
            </a:xfrm>
            <a:custGeom>
              <a:avLst/>
              <a:gdLst/>
              <a:ahLst/>
              <a:cxnLst/>
              <a:rect l="l" t="t" r="r" b="b"/>
              <a:pathLst>
                <a:path w="9268" h="12030" extrusionOk="0">
                  <a:moveTo>
                    <a:pt x="310" y="8965"/>
                  </a:moveTo>
                  <a:cubicBezTo>
                    <a:pt x="124" y="8594"/>
                    <a:pt x="1" y="8224"/>
                    <a:pt x="1" y="7853"/>
                  </a:cubicBezTo>
                  <a:cubicBezTo>
                    <a:pt x="1" y="7482"/>
                    <a:pt x="31" y="7235"/>
                    <a:pt x="124" y="6957"/>
                  </a:cubicBezTo>
                  <a:cubicBezTo>
                    <a:pt x="217" y="6679"/>
                    <a:pt x="588" y="6092"/>
                    <a:pt x="588" y="6092"/>
                  </a:cubicBezTo>
                  <a:lnTo>
                    <a:pt x="804" y="5197"/>
                  </a:lnTo>
                  <a:cubicBezTo>
                    <a:pt x="804" y="5197"/>
                    <a:pt x="1020" y="5783"/>
                    <a:pt x="989" y="6061"/>
                  </a:cubicBezTo>
                  <a:cubicBezTo>
                    <a:pt x="958" y="6339"/>
                    <a:pt x="711" y="6988"/>
                    <a:pt x="1051" y="7266"/>
                  </a:cubicBezTo>
                  <a:cubicBezTo>
                    <a:pt x="1391" y="7544"/>
                    <a:pt x="1792" y="7822"/>
                    <a:pt x="2008" y="7482"/>
                  </a:cubicBezTo>
                  <a:cubicBezTo>
                    <a:pt x="2225" y="7143"/>
                    <a:pt x="2379" y="6278"/>
                    <a:pt x="2163" y="5870"/>
                  </a:cubicBezTo>
                  <a:cubicBezTo>
                    <a:pt x="1947" y="5468"/>
                    <a:pt x="1638" y="5190"/>
                    <a:pt x="1700" y="4789"/>
                  </a:cubicBezTo>
                  <a:cubicBezTo>
                    <a:pt x="1761" y="4387"/>
                    <a:pt x="2163" y="3615"/>
                    <a:pt x="2163" y="3615"/>
                  </a:cubicBezTo>
                  <a:lnTo>
                    <a:pt x="2132" y="2287"/>
                  </a:lnTo>
                  <a:cubicBezTo>
                    <a:pt x="2132" y="2287"/>
                    <a:pt x="2441" y="3182"/>
                    <a:pt x="2503" y="3460"/>
                  </a:cubicBezTo>
                  <a:cubicBezTo>
                    <a:pt x="2565" y="3738"/>
                    <a:pt x="2503" y="4511"/>
                    <a:pt x="2503" y="4511"/>
                  </a:cubicBezTo>
                  <a:lnTo>
                    <a:pt x="2843" y="5283"/>
                  </a:lnTo>
                  <a:cubicBezTo>
                    <a:pt x="2843" y="5283"/>
                    <a:pt x="3522" y="6086"/>
                    <a:pt x="3738" y="5530"/>
                  </a:cubicBezTo>
                  <a:cubicBezTo>
                    <a:pt x="3955" y="4974"/>
                    <a:pt x="3862" y="4171"/>
                    <a:pt x="3862" y="4171"/>
                  </a:cubicBezTo>
                  <a:lnTo>
                    <a:pt x="3862" y="3121"/>
                  </a:lnTo>
                  <a:cubicBezTo>
                    <a:pt x="3862" y="3121"/>
                    <a:pt x="4233" y="2534"/>
                    <a:pt x="4356" y="2163"/>
                  </a:cubicBezTo>
                  <a:cubicBezTo>
                    <a:pt x="4480" y="1792"/>
                    <a:pt x="4511" y="1051"/>
                    <a:pt x="4511" y="1051"/>
                  </a:cubicBezTo>
                  <a:lnTo>
                    <a:pt x="4171" y="1"/>
                  </a:lnTo>
                  <a:cubicBezTo>
                    <a:pt x="4171" y="1"/>
                    <a:pt x="4850" y="557"/>
                    <a:pt x="4974" y="1082"/>
                  </a:cubicBezTo>
                  <a:cubicBezTo>
                    <a:pt x="5098" y="1607"/>
                    <a:pt x="5277" y="1990"/>
                    <a:pt x="5122" y="2540"/>
                  </a:cubicBezTo>
                  <a:cubicBezTo>
                    <a:pt x="4974" y="3090"/>
                    <a:pt x="5067" y="3899"/>
                    <a:pt x="5067" y="3899"/>
                  </a:cubicBezTo>
                  <a:cubicBezTo>
                    <a:pt x="5067" y="3899"/>
                    <a:pt x="5499" y="4733"/>
                    <a:pt x="5623" y="5512"/>
                  </a:cubicBezTo>
                  <a:cubicBezTo>
                    <a:pt x="5746" y="6284"/>
                    <a:pt x="5592" y="6809"/>
                    <a:pt x="5962" y="6933"/>
                  </a:cubicBezTo>
                  <a:cubicBezTo>
                    <a:pt x="6333" y="7056"/>
                    <a:pt x="6611" y="7211"/>
                    <a:pt x="6797" y="6840"/>
                  </a:cubicBezTo>
                  <a:cubicBezTo>
                    <a:pt x="6982" y="6469"/>
                    <a:pt x="7105" y="6006"/>
                    <a:pt x="6951" y="5697"/>
                  </a:cubicBezTo>
                  <a:cubicBezTo>
                    <a:pt x="6797" y="5388"/>
                    <a:pt x="6457" y="5203"/>
                    <a:pt x="6580" y="4554"/>
                  </a:cubicBezTo>
                  <a:cubicBezTo>
                    <a:pt x="6704" y="3905"/>
                    <a:pt x="7044" y="3065"/>
                    <a:pt x="7044" y="3065"/>
                  </a:cubicBezTo>
                  <a:cubicBezTo>
                    <a:pt x="7044" y="3065"/>
                    <a:pt x="6766" y="4301"/>
                    <a:pt x="7044" y="4678"/>
                  </a:cubicBezTo>
                  <a:cubicBezTo>
                    <a:pt x="7322" y="5048"/>
                    <a:pt x="7816" y="5481"/>
                    <a:pt x="7847" y="5790"/>
                  </a:cubicBezTo>
                  <a:cubicBezTo>
                    <a:pt x="7878" y="6099"/>
                    <a:pt x="7816" y="6352"/>
                    <a:pt x="7569" y="6871"/>
                  </a:cubicBezTo>
                  <a:cubicBezTo>
                    <a:pt x="7322" y="7396"/>
                    <a:pt x="6951" y="7674"/>
                    <a:pt x="7322" y="8230"/>
                  </a:cubicBezTo>
                  <a:cubicBezTo>
                    <a:pt x="7692" y="8792"/>
                    <a:pt x="7909" y="8483"/>
                    <a:pt x="8248" y="8755"/>
                  </a:cubicBezTo>
                  <a:cubicBezTo>
                    <a:pt x="8588" y="9039"/>
                    <a:pt x="8897" y="8755"/>
                    <a:pt x="9021" y="9348"/>
                  </a:cubicBezTo>
                  <a:cubicBezTo>
                    <a:pt x="9144" y="9935"/>
                    <a:pt x="9268" y="10331"/>
                    <a:pt x="9268" y="10738"/>
                  </a:cubicBezTo>
                  <a:cubicBezTo>
                    <a:pt x="9268" y="11140"/>
                    <a:pt x="8681" y="11721"/>
                    <a:pt x="8681" y="11721"/>
                  </a:cubicBezTo>
                  <a:cubicBezTo>
                    <a:pt x="8681" y="11721"/>
                    <a:pt x="6080" y="11875"/>
                    <a:pt x="5122" y="11937"/>
                  </a:cubicBezTo>
                  <a:cubicBezTo>
                    <a:pt x="4165" y="11999"/>
                    <a:pt x="2212" y="12029"/>
                    <a:pt x="1595" y="11566"/>
                  </a:cubicBezTo>
                  <a:cubicBezTo>
                    <a:pt x="977" y="11103"/>
                    <a:pt x="310" y="8965"/>
                    <a:pt x="310" y="89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3"/>
            <p:cNvSpPr/>
            <p:nvPr/>
          </p:nvSpPr>
          <p:spPr>
            <a:xfrm flipH="1">
              <a:off x="5802912" y="3467419"/>
              <a:ext cx="64197" cy="237270"/>
            </a:xfrm>
            <a:custGeom>
              <a:avLst/>
              <a:gdLst/>
              <a:ahLst/>
              <a:cxnLst/>
              <a:rect l="l" t="t" r="r" b="b"/>
              <a:pathLst>
                <a:path w="928" h="3430" extrusionOk="0">
                  <a:moveTo>
                    <a:pt x="433" y="1"/>
                  </a:moveTo>
                  <a:cubicBezTo>
                    <a:pt x="433" y="1"/>
                    <a:pt x="1" y="563"/>
                    <a:pt x="93" y="928"/>
                  </a:cubicBezTo>
                  <a:cubicBezTo>
                    <a:pt x="186" y="1298"/>
                    <a:pt x="309" y="1545"/>
                    <a:pt x="402" y="1762"/>
                  </a:cubicBezTo>
                  <a:cubicBezTo>
                    <a:pt x="495" y="1978"/>
                    <a:pt x="464" y="2472"/>
                    <a:pt x="464" y="2472"/>
                  </a:cubicBezTo>
                  <a:lnTo>
                    <a:pt x="371" y="3430"/>
                  </a:lnTo>
                  <a:cubicBezTo>
                    <a:pt x="371" y="3430"/>
                    <a:pt x="927" y="2318"/>
                    <a:pt x="896" y="1941"/>
                  </a:cubicBezTo>
                  <a:cubicBezTo>
                    <a:pt x="865" y="1570"/>
                    <a:pt x="495" y="1292"/>
                    <a:pt x="452" y="829"/>
                  </a:cubicBezTo>
                  <a:cubicBezTo>
                    <a:pt x="402" y="378"/>
                    <a:pt x="433" y="1"/>
                    <a:pt x="4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3"/>
            <p:cNvSpPr/>
            <p:nvPr/>
          </p:nvSpPr>
          <p:spPr>
            <a:xfrm flipH="1">
              <a:off x="5488369" y="3311013"/>
              <a:ext cx="83013" cy="363791"/>
            </a:xfrm>
            <a:custGeom>
              <a:avLst/>
              <a:gdLst/>
              <a:ahLst/>
              <a:cxnLst/>
              <a:rect l="l" t="t" r="r" b="b"/>
              <a:pathLst>
                <a:path w="1200" h="5259" extrusionOk="0">
                  <a:moveTo>
                    <a:pt x="396" y="1"/>
                  </a:moveTo>
                  <a:cubicBezTo>
                    <a:pt x="279" y="155"/>
                    <a:pt x="1" y="1082"/>
                    <a:pt x="180" y="1391"/>
                  </a:cubicBezTo>
                  <a:cubicBezTo>
                    <a:pt x="365" y="1700"/>
                    <a:pt x="551" y="1792"/>
                    <a:pt x="582" y="2318"/>
                  </a:cubicBezTo>
                  <a:cubicBezTo>
                    <a:pt x="612" y="2843"/>
                    <a:pt x="582" y="3306"/>
                    <a:pt x="520" y="3806"/>
                  </a:cubicBezTo>
                  <a:cubicBezTo>
                    <a:pt x="458" y="4301"/>
                    <a:pt x="798" y="5258"/>
                    <a:pt x="798" y="5258"/>
                  </a:cubicBezTo>
                  <a:cubicBezTo>
                    <a:pt x="798" y="5258"/>
                    <a:pt x="921" y="4319"/>
                    <a:pt x="1045" y="4115"/>
                  </a:cubicBezTo>
                  <a:cubicBezTo>
                    <a:pt x="1168" y="3918"/>
                    <a:pt x="1199" y="2824"/>
                    <a:pt x="1199" y="2824"/>
                  </a:cubicBezTo>
                  <a:lnTo>
                    <a:pt x="921" y="3318"/>
                  </a:lnTo>
                  <a:cubicBezTo>
                    <a:pt x="921" y="3318"/>
                    <a:pt x="1014" y="2330"/>
                    <a:pt x="829" y="1867"/>
                  </a:cubicBezTo>
                  <a:cubicBezTo>
                    <a:pt x="656" y="1403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3"/>
            <p:cNvSpPr/>
            <p:nvPr/>
          </p:nvSpPr>
          <p:spPr>
            <a:xfrm flipH="1">
              <a:off x="5487511" y="3934148"/>
              <a:ext cx="1220222" cy="338957"/>
            </a:xfrm>
            <a:custGeom>
              <a:avLst/>
              <a:gdLst/>
              <a:ahLst/>
              <a:cxnLst/>
              <a:rect l="l" t="t" r="r" b="b"/>
              <a:pathLst>
                <a:path w="17639" h="4900" extrusionOk="0">
                  <a:moveTo>
                    <a:pt x="17639" y="4832"/>
                  </a:moveTo>
                  <a:lnTo>
                    <a:pt x="16687" y="4140"/>
                  </a:lnTo>
                  <a:lnTo>
                    <a:pt x="16125" y="2299"/>
                  </a:lnTo>
                  <a:lnTo>
                    <a:pt x="12950" y="1020"/>
                  </a:lnTo>
                  <a:cubicBezTo>
                    <a:pt x="12950" y="1020"/>
                    <a:pt x="11349" y="7"/>
                    <a:pt x="11102" y="0"/>
                  </a:cubicBezTo>
                  <a:cubicBezTo>
                    <a:pt x="10855" y="0"/>
                    <a:pt x="9144" y="593"/>
                    <a:pt x="8928" y="834"/>
                  </a:cubicBezTo>
                  <a:cubicBezTo>
                    <a:pt x="8699" y="1082"/>
                    <a:pt x="7457" y="1551"/>
                    <a:pt x="7457" y="1551"/>
                  </a:cubicBezTo>
                  <a:lnTo>
                    <a:pt x="5727" y="1125"/>
                  </a:lnTo>
                  <a:lnTo>
                    <a:pt x="5035" y="1798"/>
                  </a:lnTo>
                  <a:lnTo>
                    <a:pt x="5171" y="2638"/>
                  </a:lnTo>
                  <a:lnTo>
                    <a:pt x="4838" y="2169"/>
                  </a:lnTo>
                  <a:lnTo>
                    <a:pt x="3843" y="2614"/>
                  </a:lnTo>
                  <a:lnTo>
                    <a:pt x="2292" y="2657"/>
                  </a:lnTo>
                  <a:lnTo>
                    <a:pt x="1205" y="3133"/>
                  </a:lnTo>
                  <a:cubicBezTo>
                    <a:pt x="1205" y="3133"/>
                    <a:pt x="760" y="3837"/>
                    <a:pt x="723" y="3930"/>
                  </a:cubicBezTo>
                  <a:cubicBezTo>
                    <a:pt x="692" y="4022"/>
                    <a:pt x="377" y="4424"/>
                    <a:pt x="346" y="4510"/>
                  </a:cubicBezTo>
                  <a:cubicBezTo>
                    <a:pt x="315" y="4603"/>
                    <a:pt x="0" y="4900"/>
                    <a:pt x="186" y="4881"/>
                  </a:cubicBezTo>
                  <a:cubicBezTo>
                    <a:pt x="377" y="4856"/>
                    <a:pt x="17639" y="4832"/>
                    <a:pt x="17639" y="48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3"/>
            <p:cNvSpPr/>
            <p:nvPr/>
          </p:nvSpPr>
          <p:spPr>
            <a:xfrm flipH="1">
              <a:off x="5910613" y="3961887"/>
              <a:ext cx="281276" cy="169755"/>
            </a:xfrm>
            <a:custGeom>
              <a:avLst/>
              <a:gdLst/>
              <a:ahLst/>
              <a:cxnLst/>
              <a:rect l="l" t="t" r="r" b="b"/>
              <a:pathLst>
                <a:path w="4066" h="2454" extrusionOk="0">
                  <a:moveTo>
                    <a:pt x="2898" y="57"/>
                  </a:moveTo>
                  <a:lnTo>
                    <a:pt x="1483" y="1212"/>
                  </a:lnTo>
                  <a:lnTo>
                    <a:pt x="1903" y="2454"/>
                  </a:lnTo>
                  <a:lnTo>
                    <a:pt x="2688" y="1663"/>
                  </a:lnTo>
                  <a:lnTo>
                    <a:pt x="4065" y="687"/>
                  </a:lnTo>
                  <a:cubicBezTo>
                    <a:pt x="4065" y="687"/>
                    <a:pt x="3577" y="32"/>
                    <a:pt x="3485" y="1"/>
                  </a:cubicBezTo>
                  <a:close/>
                  <a:moveTo>
                    <a:pt x="0" y="1156"/>
                  </a:moveTo>
                  <a:lnTo>
                    <a:pt x="1137" y="1885"/>
                  </a:lnTo>
                  <a:cubicBezTo>
                    <a:pt x="1137" y="1885"/>
                    <a:pt x="995" y="1243"/>
                    <a:pt x="884" y="779"/>
                  </a:cubicBezTo>
                  <a:cubicBezTo>
                    <a:pt x="476" y="971"/>
                    <a:pt x="0" y="1156"/>
                    <a:pt x="0" y="115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3"/>
            <p:cNvSpPr/>
            <p:nvPr/>
          </p:nvSpPr>
          <p:spPr>
            <a:xfrm flipH="1">
              <a:off x="5487935" y="4093114"/>
              <a:ext cx="868524" cy="177434"/>
            </a:xfrm>
            <a:custGeom>
              <a:avLst/>
              <a:gdLst/>
              <a:ahLst/>
              <a:cxnLst/>
              <a:rect l="l" t="t" r="r" b="b"/>
              <a:pathLst>
                <a:path w="12555" h="2565" extrusionOk="0">
                  <a:moveTo>
                    <a:pt x="1" y="2565"/>
                  </a:moveTo>
                  <a:cubicBezTo>
                    <a:pt x="2447" y="2558"/>
                    <a:pt x="5406" y="2552"/>
                    <a:pt x="7834" y="2552"/>
                  </a:cubicBezTo>
                  <a:cubicBezTo>
                    <a:pt x="7921" y="2256"/>
                    <a:pt x="8082" y="1700"/>
                    <a:pt x="8082" y="1700"/>
                  </a:cubicBezTo>
                  <a:cubicBezTo>
                    <a:pt x="8082" y="1700"/>
                    <a:pt x="6970" y="1502"/>
                    <a:pt x="6506" y="1557"/>
                  </a:cubicBezTo>
                  <a:cubicBezTo>
                    <a:pt x="6043" y="1607"/>
                    <a:pt x="575" y="2336"/>
                    <a:pt x="297" y="2336"/>
                  </a:cubicBezTo>
                  <a:cubicBezTo>
                    <a:pt x="186" y="2330"/>
                    <a:pt x="87" y="2429"/>
                    <a:pt x="1" y="2565"/>
                  </a:cubicBezTo>
                  <a:close/>
                  <a:moveTo>
                    <a:pt x="8755" y="2546"/>
                  </a:moveTo>
                  <a:cubicBezTo>
                    <a:pt x="10967" y="2534"/>
                    <a:pt x="12555" y="2534"/>
                    <a:pt x="12555" y="2534"/>
                  </a:cubicBezTo>
                  <a:lnTo>
                    <a:pt x="11603" y="1842"/>
                  </a:lnTo>
                  <a:lnTo>
                    <a:pt x="11035" y="1"/>
                  </a:lnTo>
                  <a:lnTo>
                    <a:pt x="9719" y="1224"/>
                  </a:lnTo>
                  <a:cubicBezTo>
                    <a:pt x="9719" y="1224"/>
                    <a:pt x="9052" y="2114"/>
                    <a:pt x="8959" y="2114"/>
                  </a:cubicBezTo>
                  <a:cubicBezTo>
                    <a:pt x="8928" y="2114"/>
                    <a:pt x="8848" y="2305"/>
                    <a:pt x="8755" y="254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3"/>
            <p:cNvSpPr/>
            <p:nvPr/>
          </p:nvSpPr>
          <p:spPr>
            <a:xfrm flipH="1">
              <a:off x="6708971" y="4188023"/>
              <a:ext cx="310745" cy="91103"/>
            </a:xfrm>
            <a:custGeom>
              <a:avLst/>
              <a:gdLst/>
              <a:ahLst/>
              <a:cxnLst/>
              <a:rect l="l" t="t" r="r" b="b"/>
              <a:pathLst>
                <a:path w="4492" h="1317" extrusionOk="0">
                  <a:moveTo>
                    <a:pt x="4492" y="1032"/>
                  </a:moveTo>
                  <a:lnTo>
                    <a:pt x="3299" y="173"/>
                  </a:lnTo>
                  <a:lnTo>
                    <a:pt x="1971" y="0"/>
                  </a:lnTo>
                  <a:lnTo>
                    <a:pt x="562" y="661"/>
                  </a:lnTo>
                  <a:lnTo>
                    <a:pt x="0" y="1087"/>
                  </a:lnTo>
                  <a:lnTo>
                    <a:pt x="3281" y="1316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3"/>
            <p:cNvSpPr/>
            <p:nvPr/>
          </p:nvSpPr>
          <p:spPr>
            <a:xfrm flipH="1">
              <a:off x="6778218" y="4214102"/>
              <a:ext cx="215004" cy="65025"/>
            </a:xfrm>
            <a:custGeom>
              <a:avLst/>
              <a:gdLst/>
              <a:ahLst/>
              <a:cxnLst/>
              <a:rect l="l" t="t" r="r" b="b"/>
              <a:pathLst>
                <a:path w="3108" h="940" extrusionOk="0">
                  <a:moveTo>
                    <a:pt x="2898" y="939"/>
                  </a:moveTo>
                  <a:lnTo>
                    <a:pt x="0" y="741"/>
                  </a:lnTo>
                  <a:lnTo>
                    <a:pt x="674" y="105"/>
                  </a:lnTo>
                  <a:lnTo>
                    <a:pt x="1699" y="0"/>
                  </a:lnTo>
                  <a:lnTo>
                    <a:pt x="2410" y="192"/>
                  </a:lnTo>
                  <a:lnTo>
                    <a:pt x="3108" y="896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3"/>
            <p:cNvSpPr/>
            <p:nvPr/>
          </p:nvSpPr>
          <p:spPr>
            <a:xfrm flipH="1">
              <a:off x="7838035" y="3822152"/>
              <a:ext cx="1327585" cy="414220"/>
            </a:xfrm>
            <a:custGeom>
              <a:avLst/>
              <a:gdLst/>
              <a:ahLst/>
              <a:cxnLst/>
              <a:rect l="l" t="t" r="r" b="b"/>
              <a:pathLst>
                <a:path w="19191" h="5988" extrusionOk="0">
                  <a:moveTo>
                    <a:pt x="17979" y="3473"/>
                  </a:moveTo>
                  <a:cubicBezTo>
                    <a:pt x="17948" y="3325"/>
                    <a:pt x="17800" y="3232"/>
                    <a:pt x="17652" y="3263"/>
                  </a:cubicBezTo>
                  <a:lnTo>
                    <a:pt x="17442" y="2311"/>
                  </a:lnTo>
                  <a:lnTo>
                    <a:pt x="19190" y="1941"/>
                  </a:lnTo>
                  <a:lnTo>
                    <a:pt x="18955" y="1292"/>
                  </a:lnTo>
                  <a:lnTo>
                    <a:pt x="17293" y="1663"/>
                  </a:lnTo>
                  <a:lnTo>
                    <a:pt x="17102" y="779"/>
                  </a:lnTo>
                  <a:cubicBezTo>
                    <a:pt x="17250" y="748"/>
                    <a:pt x="17343" y="600"/>
                    <a:pt x="17312" y="452"/>
                  </a:cubicBezTo>
                  <a:lnTo>
                    <a:pt x="17306" y="408"/>
                  </a:lnTo>
                  <a:cubicBezTo>
                    <a:pt x="17275" y="260"/>
                    <a:pt x="17127" y="168"/>
                    <a:pt x="16978" y="198"/>
                  </a:cubicBezTo>
                  <a:lnTo>
                    <a:pt x="16935" y="1"/>
                  </a:lnTo>
                  <a:lnTo>
                    <a:pt x="16639" y="62"/>
                  </a:lnTo>
                  <a:lnTo>
                    <a:pt x="17003" y="1743"/>
                  </a:lnTo>
                  <a:lnTo>
                    <a:pt x="15940" y="1978"/>
                  </a:lnTo>
                  <a:lnTo>
                    <a:pt x="15737" y="1070"/>
                  </a:lnTo>
                  <a:cubicBezTo>
                    <a:pt x="15885" y="1039"/>
                    <a:pt x="15977" y="890"/>
                    <a:pt x="15947" y="742"/>
                  </a:cubicBezTo>
                  <a:lnTo>
                    <a:pt x="15940" y="699"/>
                  </a:lnTo>
                  <a:cubicBezTo>
                    <a:pt x="15910" y="551"/>
                    <a:pt x="15761" y="458"/>
                    <a:pt x="15613" y="489"/>
                  </a:cubicBezTo>
                  <a:lnTo>
                    <a:pt x="15570" y="297"/>
                  </a:lnTo>
                  <a:lnTo>
                    <a:pt x="15273" y="359"/>
                  </a:lnTo>
                  <a:lnTo>
                    <a:pt x="15644" y="2052"/>
                  </a:lnTo>
                  <a:lnTo>
                    <a:pt x="1" y="5542"/>
                  </a:lnTo>
                  <a:lnTo>
                    <a:pt x="199" y="5987"/>
                  </a:lnTo>
                  <a:lnTo>
                    <a:pt x="15774" y="2682"/>
                  </a:lnTo>
                  <a:lnTo>
                    <a:pt x="16138" y="4338"/>
                  </a:lnTo>
                  <a:lnTo>
                    <a:pt x="16435" y="4276"/>
                  </a:lnTo>
                  <a:lnTo>
                    <a:pt x="16410" y="4152"/>
                  </a:lnTo>
                  <a:cubicBezTo>
                    <a:pt x="16558" y="4121"/>
                    <a:pt x="16651" y="3973"/>
                    <a:pt x="16620" y="3825"/>
                  </a:cubicBezTo>
                  <a:lnTo>
                    <a:pt x="16608" y="3782"/>
                  </a:lnTo>
                  <a:cubicBezTo>
                    <a:pt x="16577" y="3633"/>
                    <a:pt x="16435" y="3541"/>
                    <a:pt x="16286" y="3572"/>
                  </a:cubicBezTo>
                  <a:lnTo>
                    <a:pt x="16076" y="2626"/>
                  </a:lnTo>
                  <a:lnTo>
                    <a:pt x="17151" y="2404"/>
                  </a:lnTo>
                  <a:lnTo>
                    <a:pt x="17516" y="4066"/>
                  </a:lnTo>
                  <a:lnTo>
                    <a:pt x="17806" y="4004"/>
                  </a:lnTo>
                  <a:lnTo>
                    <a:pt x="17781" y="3881"/>
                  </a:lnTo>
                  <a:cubicBezTo>
                    <a:pt x="17930" y="3850"/>
                    <a:pt x="18022" y="3701"/>
                    <a:pt x="17992" y="3553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3"/>
            <p:cNvSpPr/>
            <p:nvPr/>
          </p:nvSpPr>
          <p:spPr>
            <a:xfrm flipH="1">
              <a:off x="7046600" y="3877701"/>
              <a:ext cx="1082213" cy="603137"/>
            </a:xfrm>
            <a:custGeom>
              <a:avLst/>
              <a:gdLst/>
              <a:ahLst/>
              <a:cxnLst/>
              <a:rect l="l" t="t" r="r" b="b"/>
              <a:pathLst>
                <a:path w="15644" h="8719" extrusionOk="0">
                  <a:moveTo>
                    <a:pt x="4023" y="3949"/>
                  </a:moveTo>
                  <a:cubicBezTo>
                    <a:pt x="4789" y="4258"/>
                    <a:pt x="5629" y="4307"/>
                    <a:pt x="6377" y="4671"/>
                  </a:cubicBezTo>
                  <a:cubicBezTo>
                    <a:pt x="6760" y="4857"/>
                    <a:pt x="7087" y="5110"/>
                    <a:pt x="7446" y="5339"/>
                  </a:cubicBezTo>
                  <a:cubicBezTo>
                    <a:pt x="7767" y="5549"/>
                    <a:pt x="8107" y="5722"/>
                    <a:pt x="8477" y="5827"/>
                  </a:cubicBezTo>
                  <a:cubicBezTo>
                    <a:pt x="9268" y="6049"/>
                    <a:pt x="10102" y="6012"/>
                    <a:pt x="10905" y="5919"/>
                  </a:cubicBezTo>
                  <a:cubicBezTo>
                    <a:pt x="11949" y="5796"/>
                    <a:pt x="12987" y="5586"/>
                    <a:pt x="14038" y="5734"/>
                  </a:cubicBezTo>
                  <a:cubicBezTo>
                    <a:pt x="14062" y="5734"/>
                    <a:pt x="14081" y="5697"/>
                    <a:pt x="14050" y="5697"/>
                  </a:cubicBezTo>
                  <a:cubicBezTo>
                    <a:pt x="12332" y="5450"/>
                    <a:pt x="10640" y="6160"/>
                    <a:pt x="8935" y="5882"/>
                  </a:cubicBezTo>
                  <a:cubicBezTo>
                    <a:pt x="8533" y="5814"/>
                    <a:pt x="8138" y="5691"/>
                    <a:pt x="7779" y="5487"/>
                  </a:cubicBezTo>
                  <a:cubicBezTo>
                    <a:pt x="7421" y="5295"/>
                    <a:pt x="7106" y="5042"/>
                    <a:pt x="6766" y="4832"/>
                  </a:cubicBezTo>
                  <a:cubicBezTo>
                    <a:pt x="6093" y="4412"/>
                    <a:pt x="5327" y="4288"/>
                    <a:pt x="4579" y="4085"/>
                  </a:cubicBezTo>
                  <a:cubicBezTo>
                    <a:pt x="3807" y="3875"/>
                    <a:pt x="2973" y="3485"/>
                    <a:pt x="2664" y="2682"/>
                  </a:cubicBezTo>
                  <a:cubicBezTo>
                    <a:pt x="2664" y="2676"/>
                    <a:pt x="2651" y="2676"/>
                    <a:pt x="2658" y="2682"/>
                  </a:cubicBezTo>
                  <a:cubicBezTo>
                    <a:pt x="2868" y="3318"/>
                    <a:pt x="3436" y="3720"/>
                    <a:pt x="4023" y="3949"/>
                  </a:cubicBezTo>
                  <a:close/>
                  <a:moveTo>
                    <a:pt x="15613" y="6840"/>
                  </a:moveTo>
                  <a:cubicBezTo>
                    <a:pt x="14532" y="7124"/>
                    <a:pt x="13426" y="6784"/>
                    <a:pt x="12339" y="6723"/>
                  </a:cubicBezTo>
                  <a:cubicBezTo>
                    <a:pt x="11239" y="6661"/>
                    <a:pt x="10195" y="7062"/>
                    <a:pt x="9095" y="7124"/>
                  </a:cubicBezTo>
                  <a:cubicBezTo>
                    <a:pt x="8551" y="7155"/>
                    <a:pt x="7995" y="7087"/>
                    <a:pt x="7507" y="6834"/>
                  </a:cubicBezTo>
                  <a:cubicBezTo>
                    <a:pt x="7075" y="6599"/>
                    <a:pt x="6729" y="6259"/>
                    <a:pt x="6389" y="5919"/>
                  </a:cubicBezTo>
                  <a:cubicBezTo>
                    <a:pt x="5691" y="5240"/>
                    <a:pt x="4919" y="4678"/>
                    <a:pt x="4017" y="4307"/>
                  </a:cubicBezTo>
                  <a:cubicBezTo>
                    <a:pt x="3547" y="4115"/>
                    <a:pt x="3053" y="4004"/>
                    <a:pt x="2571" y="3856"/>
                  </a:cubicBezTo>
                  <a:cubicBezTo>
                    <a:pt x="2077" y="3702"/>
                    <a:pt x="1589" y="3498"/>
                    <a:pt x="1274" y="3078"/>
                  </a:cubicBezTo>
                  <a:cubicBezTo>
                    <a:pt x="1261" y="3053"/>
                    <a:pt x="1218" y="3078"/>
                    <a:pt x="1237" y="3102"/>
                  </a:cubicBezTo>
                  <a:lnTo>
                    <a:pt x="1237" y="3102"/>
                  </a:lnTo>
                  <a:cubicBezTo>
                    <a:pt x="1230" y="3102"/>
                    <a:pt x="1218" y="3108"/>
                    <a:pt x="1218" y="3115"/>
                  </a:cubicBezTo>
                  <a:cubicBezTo>
                    <a:pt x="1187" y="3887"/>
                    <a:pt x="1181" y="4801"/>
                    <a:pt x="1799" y="5363"/>
                  </a:cubicBezTo>
                  <a:cubicBezTo>
                    <a:pt x="2342" y="5852"/>
                    <a:pt x="3115" y="5907"/>
                    <a:pt x="3794" y="6049"/>
                  </a:cubicBezTo>
                  <a:cubicBezTo>
                    <a:pt x="4171" y="6130"/>
                    <a:pt x="4548" y="6235"/>
                    <a:pt x="4876" y="6451"/>
                  </a:cubicBezTo>
                  <a:cubicBezTo>
                    <a:pt x="5234" y="6692"/>
                    <a:pt x="5493" y="7062"/>
                    <a:pt x="5784" y="7377"/>
                  </a:cubicBezTo>
                  <a:cubicBezTo>
                    <a:pt x="6068" y="7686"/>
                    <a:pt x="6395" y="7903"/>
                    <a:pt x="6803" y="7995"/>
                  </a:cubicBezTo>
                  <a:cubicBezTo>
                    <a:pt x="7260" y="8107"/>
                    <a:pt x="7736" y="8088"/>
                    <a:pt x="8212" y="8113"/>
                  </a:cubicBezTo>
                  <a:cubicBezTo>
                    <a:pt x="8817" y="8144"/>
                    <a:pt x="9423" y="8212"/>
                    <a:pt x="10022" y="8317"/>
                  </a:cubicBezTo>
                  <a:cubicBezTo>
                    <a:pt x="10621" y="8415"/>
                    <a:pt x="11196" y="8576"/>
                    <a:pt x="11783" y="8706"/>
                  </a:cubicBezTo>
                  <a:cubicBezTo>
                    <a:pt x="11801" y="8718"/>
                    <a:pt x="11807" y="8687"/>
                    <a:pt x="11789" y="8675"/>
                  </a:cubicBezTo>
                  <a:cubicBezTo>
                    <a:pt x="11307" y="8514"/>
                    <a:pt x="10788" y="8415"/>
                    <a:pt x="10288" y="8329"/>
                  </a:cubicBezTo>
                  <a:cubicBezTo>
                    <a:pt x="9806" y="8242"/>
                    <a:pt x="9318" y="8174"/>
                    <a:pt x="8836" y="8131"/>
                  </a:cubicBezTo>
                  <a:cubicBezTo>
                    <a:pt x="8341" y="8082"/>
                    <a:pt x="7853" y="8076"/>
                    <a:pt x="7359" y="8039"/>
                  </a:cubicBezTo>
                  <a:cubicBezTo>
                    <a:pt x="6883" y="7995"/>
                    <a:pt x="6420" y="7896"/>
                    <a:pt x="6037" y="7575"/>
                  </a:cubicBezTo>
                  <a:cubicBezTo>
                    <a:pt x="5728" y="7303"/>
                    <a:pt x="5499" y="6957"/>
                    <a:pt x="5203" y="6667"/>
                  </a:cubicBezTo>
                  <a:cubicBezTo>
                    <a:pt x="4950" y="6420"/>
                    <a:pt x="4647" y="6253"/>
                    <a:pt x="4307" y="6142"/>
                  </a:cubicBezTo>
                  <a:cubicBezTo>
                    <a:pt x="3621" y="5919"/>
                    <a:pt x="2849" y="5926"/>
                    <a:pt x="2194" y="5598"/>
                  </a:cubicBezTo>
                  <a:cubicBezTo>
                    <a:pt x="1774" y="5382"/>
                    <a:pt x="1484" y="5024"/>
                    <a:pt x="1354" y="4579"/>
                  </a:cubicBezTo>
                  <a:cubicBezTo>
                    <a:pt x="1212" y="4115"/>
                    <a:pt x="1230" y="3621"/>
                    <a:pt x="1243" y="3133"/>
                  </a:cubicBezTo>
                  <a:cubicBezTo>
                    <a:pt x="1774" y="3807"/>
                    <a:pt x="2695" y="3930"/>
                    <a:pt x="3467" y="4165"/>
                  </a:cubicBezTo>
                  <a:cubicBezTo>
                    <a:pt x="4480" y="4486"/>
                    <a:pt x="5388" y="5042"/>
                    <a:pt x="6154" y="5765"/>
                  </a:cubicBezTo>
                  <a:cubicBezTo>
                    <a:pt x="6494" y="6092"/>
                    <a:pt x="6815" y="6438"/>
                    <a:pt x="7211" y="6710"/>
                  </a:cubicBezTo>
                  <a:cubicBezTo>
                    <a:pt x="7619" y="6988"/>
                    <a:pt x="8094" y="7130"/>
                    <a:pt x="8589" y="7174"/>
                  </a:cubicBezTo>
                  <a:cubicBezTo>
                    <a:pt x="9719" y="7248"/>
                    <a:pt x="10794" y="6791"/>
                    <a:pt x="11925" y="6772"/>
                  </a:cubicBezTo>
                  <a:cubicBezTo>
                    <a:pt x="13160" y="6741"/>
                    <a:pt x="14396" y="7211"/>
                    <a:pt x="15625" y="6877"/>
                  </a:cubicBezTo>
                  <a:cubicBezTo>
                    <a:pt x="15644" y="6871"/>
                    <a:pt x="15638" y="6840"/>
                    <a:pt x="15613" y="6840"/>
                  </a:cubicBezTo>
                  <a:close/>
                  <a:moveTo>
                    <a:pt x="928" y="5394"/>
                  </a:moveTo>
                  <a:cubicBezTo>
                    <a:pt x="693" y="4968"/>
                    <a:pt x="582" y="4517"/>
                    <a:pt x="600" y="4029"/>
                  </a:cubicBezTo>
                  <a:cubicBezTo>
                    <a:pt x="619" y="3782"/>
                    <a:pt x="650" y="3535"/>
                    <a:pt x="650" y="3288"/>
                  </a:cubicBezTo>
                  <a:cubicBezTo>
                    <a:pt x="650" y="3053"/>
                    <a:pt x="619" y="2824"/>
                    <a:pt x="563" y="2589"/>
                  </a:cubicBezTo>
                  <a:cubicBezTo>
                    <a:pt x="452" y="2132"/>
                    <a:pt x="285" y="1694"/>
                    <a:pt x="254" y="1230"/>
                  </a:cubicBezTo>
                  <a:cubicBezTo>
                    <a:pt x="230" y="785"/>
                    <a:pt x="341" y="304"/>
                    <a:pt x="705" y="19"/>
                  </a:cubicBezTo>
                  <a:cubicBezTo>
                    <a:pt x="711" y="13"/>
                    <a:pt x="705" y="1"/>
                    <a:pt x="693" y="1"/>
                  </a:cubicBezTo>
                  <a:cubicBezTo>
                    <a:pt x="1" y="514"/>
                    <a:pt x="211" y="1477"/>
                    <a:pt x="403" y="2182"/>
                  </a:cubicBezTo>
                  <a:cubicBezTo>
                    <a:pt x="477" y="2454"/>
                    <a:pt x="557" y="2732"/>
                    <a:pt x="588" y="3016"/>
                  </a:cubicBezTo>
                  <a:cubicBezTo>
                    <a:pt x="619" y="3288"/>
                    <a:pt x="588" y="3566"/>
                    <a:pt x="569" y="3831"/>
                  </a:cubicBezTo>
                  <a:cubicBezTo>
                    <a:pt x="532" y="4313"/>
                    <a:pt x="582" y="4752"/>
                    <a:pt x="779" y="5190"/>
                  </a:cubicBezTo>
                  <a:cubicBezTo>
                    <a:pt x="996" y="5672"/>
                    <a:pt x="1329" y="6111"/>
                    <a:pt x="1681" y="6506"/>
                  </a:cubicBezTo>
                  <a:cubicBezTo>
                    <a:pt x="1694" y="6513"/>
                    <a:pt x="1706" y="6506"/>
                    <a:pt x="1700" y="6488"/>
                  </a:cubicBezTo>
                  <a:cubicBezTo>
                    <a:pt x="1434" y="6136"/>
                    <a:pt x="1144" y="5790"/>
                    <a:pt x="928" y="5394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3"/>
            <p:cNvSpPr/>
            <p:nvPr/>
          </p:nvSpPr>
          <p:spPr>
            <a:xfrm flipH="1">
              <a:off x="5012702" y="3575126"/>
              <a:ext cx="656079" cy="688153"/>
            </a:xfrm>
            <a:custGeom>
              <a:avLst/>
              <a:gdLst/>
              <a:ahLst/>
              <a:cxnLst/>
              <a:rect l="l" t="t" r="r" b="b"/>
              <a:pathLst>
                <a:path w="9484" h="9948" extrusionOk="0">
                  <a:moveTo>
                    <a:pt x="3707" y="8934"/>
                  </a:moveTo>
                  <a:cubicBezTo>
                    <a:pt x="3392" y="8718"/>
                    <a:pt x="3089" y="8477"/>
                    <a:pt x="2799" y="8230"/>
                  </a:cubicBezTo>
                  <a:cubicBezTo>
                    <a:pt x="2657" y="8119"/>
                    <a:pt x="2521" y="7995"/>
                    <a:pt x="2379" y="7878"/>
                  </a:cubicBezTo>
                  <a:cubicBezTo>
                    <a:pt x="2292" y="7798"/>
                    <a:pt x="2200" y="7730"/>
                    <a:pt x="2125" y="7643"/>
                  </a:cubicBezTo>
                  <a:cubicBezTo>
                    <a:pt x="2323" y="7192"/>
                    <a:pt x="2614" y="6735"/>
                    <a:pt x="2403" y="6247"/>
                  </a:cubicBezTo>
                  <a:lnTo>
                    <a:pt x="2354" y="6154"/>
                  </a:lnTo>
                  <a:cubicBezTo>
                    <a:pt x="2539" y="5919"/>
                    <a:pt x="2719" y="5691"/>
                    <a:pt x="2836" y="5413"/>
                  </a:cubicBezTo>
                  <a:cubicBezTo>
                    <a:pt x="2966" y="5110"/>
                    <a:pt x="3034" y="4776"/>
                    <a:pt x="2966" y="4449"/>
                  </a:cubicBezTo>
                  <a:cubicBezTo>
                    <a:pt x="2885" y="4066"/>
                    <a:pt x="2669" y="3739"/>
                    <a:pt x="2595" y="3355"/>
                  </a:cubicBezTo>
                  <a:cubicBezTo>
                    <a:pt x="2416" y="2540"/>
                    <a:pt x="2533" y="1675"/>
                    <a:pt x="2163" y="909"/>
                  </a:cubicBezTo>
                  <a:cubicBezTo>
                    <a:pt x="2156" y="897"/>
                    <a:pt x="2125" y="909"/>
                    <a:pt x="2138" y="927"/>
                  </a:cubicBezTo>
                  <a:cubicBezTo>
                    <a:pt x="2471" y="1669"/>
                    <a:pt x="2379" y="2491"/>
                    <a:pt x="2527" y="3275"/>
                  </a:cubicBezTo>
                  <a:cubicBezTo>
                    <a:pt x="2564" y="3461"/>
                    <a:pt x="2607" y="3633"/>
                    <a:pt x="2681" y="3813"/>
                  </a:cubicBezTo>
                  <a:cubicBezTo>
                    <a:pt x="2756" y="4017"/>
                    <a:pt x="2854" y="4208"/>
                    <a:pt x="2910" y="4406"/>
                  </a:cubicBezTo>
                  <a:cubicBezTo>
                    <a:pt x="3021" y="4826"/>
                    <a:pt x="2898" y="5252"/>
                    <a:pt x="2688" y="5610"/>
                  </a:cubicBezTo>
                  <a:cubicBezTo>
                    <a:pt x="2589" y="5790"/>
                    <a:pt x="2465" y="5950"/>
                    <a:pt x="2329" y="6105"/>
                  </a:cubicBezTo>
                  <a:cubicBezTo>
                    <a:pt x="2200" y="5876"/>
                    <a:pt x="1990" y="5691"/>
                    <a:pt x="1835" y="5475"/>
                  </a:cubicBezTo>
                  <a:cubicBezTo>
                    <a:pt x="1631" y="5172"/>
                    <a:pt x="1582" y="4832"/>
                    <a:pt x="1613" y="4480"/>
                  </a:cubicBezTo>
                  <a:cubicBezTo>
                    <a:pt x="1668" y="3868"/>
                    <a:pt x="1928" y="3182"/>
                    <a:pt x="1619" y="2596"/>
                  </a:cubicBezTo>
                  <a:cubicBezTo>
                    <a:pt x="1434" y="2243"/>
                    <a:pt x="1094" y="2021"/>
                    <a:pt x="803" y="1768"/>
                  </a:cubicBezTo>
                  <a:cubicBezTo>
                    <a:pt x="476" y="1484"/>
                    <a:pt x="148" y="1008"/>
                    <a:pt x="346" y="563"/>
                  </a:cubicBezTo>
                  <a:cubicBezTo>
                    <a:pt x="346" y="563"/>
                    <a:pt x="346" y="557"/>
                    <a:pt x="340" y="563"/>
                  </a:cubicBezTo>
                  <a:cubicBezTo>
                    <a:pt x="0" y="1267"/>
                    <a:pt x="810" y="1792"/>
                    <a:pt x="1242" y="2194"/>
                  </a:cubicBezTo>
                  <a:cubicBezTo>
                    <a:pt x="1545" y="2478"/>
                    <a:pt x="1724" y="2799"/>
                    <a:pt x="1724" y="3220"/>
                  </a:cubicBezTo>
                  <a:cubicBezTo>
                    <a:pt x="1730" y="3584"/>
                    <a:pt x="1637" y="3942"/>
                    <a:pt x="1582" y="4301"/>
                  </a:cubicBezTo>
                  <a:cubicBezTo>
                    <a:pt x="1539" y="4622"/>
                    <a:pt x="1520" y="4962"/>
                    <a:pt x="1662" y="5271"/>
                  </a:cubicBezTo>
                  <a:cubicBezTo>
                    <a:pt x="1798" y="5580"/>
                    <a:pt x="2064" y="5796"/>
                    <a:pt x="2249" y="6074"/>
                  </a:cubicBezTo>
                  <a:cubicBezTo>
                    <a:pt x="2261" y="6099"/>
                    <a:pt x="2280" y="6123"/>
                    <a:pt x="2286" y="6148"/>
                  </a:cubicBezTo>
                  <a:cubicBezTo>
                    <a:pt x="2187" y="6278"/>
                    <a:pt x="2082" y="6401"/>
                    <a:pt x="2002" y="6537"/>
                  </a:cubicBezTo>
                  <a:cubicBezTo>
                    <a:pt x="1835" y="6803"/>
                    <a:pt x="1730" y="7112"/>
                    <a:pt x="1878" y="7402"/>
                  </a:cubicBezTo>
                  <a:cubicBezTo>
                    <a:pt x="1922" y="7489"/>
                    <a:pt x="1977" y="7575"/>
                    <a:pt x="2045" y="7643"/>
                  </a:cubicBezTo>
                  <a:cubicBezTo>
                    <a:pt x="1983" y="7791"/>
                    <a:pt x="1928" y="7946"/>
                    <a:pt x="1897" y="8100"/>
                  </a:cubicBezTo>
                  <a:cubicBezTo>
                    <a:pt x="1736" y="9021"/>
                    <a:pt x="2638" y="9589"/>
                    <a:pt x="3343" y="9935"/>
                  </a:cubicBezTo>
                  <a:cubicBezTo>
                    <a:pt x="3349" y="9947"/>
                    <a:pt x="3367" y="9929"/>
                    <a:pt x="3349" y="9923"/>
                  </a:cubicBezTo>
                  <a:cubicBezTo>
                    <a:pt x="2978" y="9713"/>
                    <a:pt x="2595" y="9521"/>
                    <a:pt x="2298" y="9194"/>
                  </a:cubicBezTo>
                  <a:cubicBezTo>
                    <a:pt x="2014" y="8879"/>
                    <a:pt x="1847" y="8471"/>
                    <a:pt x="1946" y="8045"/>
                  </a:cubicBezTo>
                  <a:cubicBezTo>
                    <a:pt x="1977" y="7921"/>
                    <a:pt x="2020" y="7798"/>
                    <a:pt x="2070" y="7674"/>
                  </a:cubicBezTo>
                  <a:cubicBezTo>
                    <a:pt x="2237" y="7853"/>
                    <a:pt x="2447" y="8001"/>
                    <a:pt x="2626" y="8143"/>
                  </a:cubicBezTo>
                  <a:cubicBezTo>
                    <a:pt x="2904" y="8378"/>
                    <a:pt x="3188" y="8601"/>
                    <a:pt x="3485" y="8817"/>
                  </a:cubicBezTo>
                  <a:cubicBezTo>
                    <a:pt x="4164" y="9305"/>
                    <a:pt x="4912" y="9700"/>
                    <a:pt x="5740" y="9824"/>
                  </a:cubicBezTo>
                  <a:cubicBezTo>
                    <a:pt x="5746" y="9824"/>
                    <a:pt x="5752" y="9805"/>
                    <a:pt x="5746" y="9805"/>
                  </a:cubicBezTo>
                  <a:cubicBezTo>
                    <a:pt x="5023" y="9700"/>
                    <a:pt x="4331" y="9367"/>
                    <a:pt x="3707" y="8934"/>
                  </a:cubicBezTo>
                  <a:close/>
                  <a:moveTo>
                    <a:pt x="9459" y="5759"/>
                  </a:moveTo>
                  <a:cubicBezTo>
                    <a:pt x="8761" y="5604"/>
                    <a:pt x="8050" y="5505"/>
                    <a:pt x="7352" y="5308"/>
                  </a:cubicBezTo>
                  <a:cubicBezTo>
                    <a:pt x="6710" y="5122"/>
                    <a:pt x="6086" y="4881"/>
                    <a:pt x="5523" y="4523"/>
                  </a:cubicBezTo>
                  <a:cubicBezTo>
                    <a:pt x="4998" y="4196"/>
                    <a:pt x="4529" y="3776"/>
                    <a:pt x="4177" y="3257"/>
                  </a:cubicBezTo>
                  <a:cubicBezTo>
                    <a:pt x="4010" y="3003"/>
                    <a:pt x="3868" y="2725"/>
                    <a:pt x="3769" y="2441"/>
                  </a:cubicBezTo>
                  <a:cubicBezTo>
                    <a:pt x="3651" y="2108"/>
                    <a:pt x="3583" y="1762"/>
                    <a:pt x="3491" y="1422"/>
                  </a:cubicBezTo>
                  <a:cubicBezTo>
                    <a:pt x="3324" y="841"/>
                    <a:pt x="3021" y="223"/>
                    <a:pt x="2410" y="7"/>
                  </a:cubicBezTo>
                  <a:cubicBezTo>
                    <a:pt x="2397" y="1"/>
                    <a:pt x="2385" y="25"/>
                    <a:pt x="2403" y="32"/>
                  </a:cubicBezTo>
                  <a:cubicBezTo>
                    <a:pt x="3058" y="279"/>
                    <a:pt x="3330" y="971"/>
                    <a:pt x="3491" y="1595"/>
                  </a:cubicBezTo>
                  <a:cubicBezTo>
                    <a:pt x="3645" y="2213"/>
                    <a:pt x="3800" y="2793"/>
                    <a:pt x="4164" y="3325"/>
                  </a:cubicBezTo>
                  <a:cubicBezTo>
                    <a:pt x="4850" y="4313"/>
                    <a:pt x="5944" y="4919"/>
                    <a:pt x="7074" y="5283"/>
                  </a:cubicBezTo>
                  <a:cubicBezTo>
                    <a:pt x="7840" y="5518"/>
                    <a:pt x="8650" y="5697"/>
                    <a:pt x="9447" y="5808"/>
                  </a:cubicBezTo>
                  <a:cubicBezTo>
                    <a:pt x="9477" y="5802"/>
                    <a:pt x="9484" y="5771"/>
                    <a:pt x="9459" y="5759"/>
                  </a:cubicBezTo>
                  <a:close/>
                  <a:moveTo>
                    <a:pt x="2088" y="7544"/>
                  </a:moveTo>
                  <a:cubicBezTo>
                    <a:pt x="2088" y="7544"/>
                    <a:pt x="1909" y="7396"/>
                    <a:pt x="1891" y="7143"/>
                  </a:cubicBezTo>
                  <a:cubicBezTo>
                    <a:pt x="1878" y="6889"/>
                    <a:pt x="2336" y="6234"/>
                    <a:pt x="2336" y="6234"/>
                  </a:cubicBezTo>
                  <a:cubicBezTo>
                    <a:pt x="2336" y="6234"/>
                    <a:pt x="2490" y="6488"/>
                    <a:pt x="2410" y="6772"/>
                  </a:cubicBezTo>
                  <a:cubicBezTo>
                    <a:pt x="2336" y="7056"/>
                    <a:pt x="2088" y="7544"/>
                    <a:pt x="2088" y="754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3"/>
            <p:cNvSpPr/>
            <p:nvPr/>
          </p:nvSpPr>
          <p:spPr>
            <a:xfrm flipH="1">
              <a:off x="5485806" y="3478142"/>
              <a:ext cx="224481" cy="847117"/>
            </a:xfrm>
            <a:custGeom>
              <a:avLst/>
              <a:gdLst/>
              <a:ahLst/>
              <a:cxnLst/>
              <a:rect l="l" t="t" r="r" b="b"/>
              <a:pathLst>
                <a:path w="3245" h="12246" extrusionOk="0">
                  <a:moveTo>
                    <a:pt x="2966" y="1100"/>
                  </a:moveTo>
                  <a:cubicBezTo>
                    <a:pt x="2874" y="1082"/>
                    <a:pt x="2781" y="1149"/>
                    <a:pt x="2763" y="1248"/>
                  </a:cubicBezTo>
                  <a:lnTo>
                    <a:pt x="2151" y="1149"/>
                  </a:lnTo>
                  <a:lnTo>
                    <a:pt x="2336" y="19"/>
                  </a:lnTo>
                  <a:lnTo>
                    <a:pt x="1898" y="0"/>
                  </a:lnTo>
                  <a:lnTo>
                    <a:pt x="1731" y="1075"/>
                  </a:lnTo>
                  <a:lnTo>
                    <a:pt x="1156" y="983"/>
                  </a:lnTo>
                  <a:cubicBezTo>
                    <a:pt x="1175" y="890"/>
                    <a:pt x="1113" y="797"/>
                    <a:pt x="1008" y="785"/>
                  </a:cubicBezTo>
                  <a:lnTo>
                    <a:pt x="977" y="773"/>
                  </a:lnTo>
                  <a:cubicBezTo>
                    <a:pt x="884" y="760"/>
                    <a:pt x="792" y="822"/>
                    <a:pt x="779" y="921"/>
                  </a:cubicBezTo>
                  <a:lnTo>
                    <a:pt x="656" y="896"/>
                  </a:lnTo>
                  <a:lnTo>
                    <a:pt x="625" y="1082"/>
                  </a:lnTo>
                  <a:lnTo>
                    <a:pt x="1706" y="1261"/>
                  </a:lnTo>
                  <a:lnTo>
                    <a:pt x="1595" y="1946"/>
                  </a:lnTo>
                  <a:lnTo>
                    <a:pt x="1008" y="1854"/>
                  </a:lnTo>
                  <a:cubicBezTo>
                    <a:pt x="1026" y="1761"/>
                    <a:pt x="965" y="1668"/>
                    <a:pt x="866" y="1656"/>
                  </a:cubicBezTo>
                  <a:lnTo>
                    <a:pt x="835" y="1650"/>
                  </a:lnTo>
                  <a:cubicBezTo>
                    <a:pt x="742" y="1631"/>
                    <a:pt x="650" y="1693"/>
                    <a:pt x="631" y="1792"/>
                  </a:cubicBezTo>
                  <a:lnTo>
                    <a:pt x="508" y="1773"/>
                  </a:lnTo>
                  <a:lnTo>
                    <a:pt x="477" y="1959"/>
                  </a:lnTo>
                  <a:lnTo>
                    <a:pt x="1576" y="2132"/>
                  </a:lnTo>
                  <a:lnTo>
                    <a:pt x="1" y="12245"/>
                  </a:lnTo>
                  <a:lnTo>
                    <a:pt x="316" y="12227"/>
                  </a:lnTo>
                  <a:lnTo>
                    <a:pt x="1990" y="2194"/>
                  </a:lnTo>
                  <a:lnTo>
                    <a:pt x="3059" y="2367"/>
                  </a:lnTo>
                  <a:lnTo>
                    <a:pt x="3090" y="2181"/>
                  </a:lnTo>
                  <a:lnTo>
                    <a:pt x="3010" y="2163"/>
                  </a:lnTo>
                  <a:cubicBezTo>
                    <a:pt x="3022" y="2070"/>
                    <a:pt x="2966" y="1977"/>
                    <a:pt x="2861" y="1965"/>
                  </a:cubicBezTo>
                  <a:lnTo>
                    <a:pt x="2830" y="1959"/>
                  </a:lnTo>
                  <a:cubicBezTo>
                    <a:pt x="2738" y="1940"/>
                    <a:pt x="2645" y="2002"/>
                    <a:pt x="2633" y="2101"/>
                  </a:cubicBezTo>
                  <a:lnTo>
                    <a:pt x="2021" y="2002"/>
                  </a:lnTo>
                  <a:lnTo>
                    <a:pt x="2139" y="1316"/>
                  </a:lnTo>
                  <a:lnTo>
                    <a:pt x="3214" y="1483"/>
                  </a:lnTo>
                  <a:lnTo>
                    <a:pt x="3244" y="1298"/>
                  </a:lnTo>
                  <a:lnTo>
                    <a:pt x="3164" y="1285"/>
                  </a:lnTo>
                  <a:cubicBezTo>
                    <a:pt x="3176" y="1193"/>
                    <a:pt x="3121" y="1100"/>
                    <a:pt x="3016" y="10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3"/>
            <p:cNvSpPr/>
            <p:nvPr/>
          </p:nvSpPr>
          <p:spPr>
            <a:xfrm flipH="1">
              <a:off x="7483802" y="3598646"/>
              <a:ext cx="637678" cy="690297"/>
            </a:xfrm>
            <a:custGeom>
              <a:avLst/>
              <a:gdLst/>
              <a:ahLst/>
              <a:cxnLst/>
              <a:rect l="l" t="t" r="r" b="b"/>
              <a:pathLst>
                <a:path w="9218" h="9979" extrusionOk="0">
                  <a:moveTo>
                    <a:pt x="247" y="9509"/>
                  </a:moveTo>
                  <a:cubicBezTo>
                    <a:pt x="247" y="9509"/>
                    <a:pt x="0" y="9045"/>
                    <a:pt x="74" y="8415"/>
                  </a:cubicBezTo>
                  <a:cubicBezTo>
                    <a:pt x="136" y="7797"/>
                    <a:pt x="74" y="7643"/>
                    <a:pt x="445" y="7458"/>
                  </a:cubicBezTo>
                  <a:cubicBezTo>
                    <a:pt x="816" y="7272"/>
                    <a:pt x="797" y="7346"/>
                    <a:pt x="1112" y="7149"/>
                  </a:cubicBezTo>
                  <a:cubicBezTo>
                    <a:pt x="1433" y="6957"/>
                    <a:pt x="1773" y="6895"/>
                    <a:pt x="1557" y="6339"/>
                  </a:cubicBezTo>
                  <a:cubicBezTo>
                    <a:pt x="1341" y="5783"/>
                    <a:pt x="1464" y="4918"/>
                    <a:pt x="1464" y="4918"/>
                  </a:cubicBezTo>
                  <a:cubicBezTo>
                    <a:pt x="1464" y="4918"/>
                    <a:pt x="1495" y="5320"/>
                    <a:pt x="1773" y="5691"/>
                  </a:cubicBezTo>
                  <a:cubicBezTo>
                    <a:pt x="2051" y="6061"/>
                    <a:pt x="2731" y="6154"/>
                    <a:pt x="2731" y="6154"/>
                  </a:cubicBezTo>
                  <a:cubicBezTo>
                    <a:pt x="2731" y="6154"/>
                    <a:pt x="3349" y="5598"/>
                    <a:pt x="3534" y="5258"/>
                  </a:cubicBezTo>
                  <a:cubicBezTo>
                    <a:pt x="3719" y="4918"/>
                    <a:pt x="3905" y="4362"/>
                    <a:pt x="3657" y="3769"/>
                  </a:cubicBezTo>
                  <a:cubicBezTo>
                    <a:pt x="3410" y="3182"/>
                    <a:pt x="3225" y="2812"/>
                    <a:pt x="3194" y="2379"/>
                  </a:cubicBezTo>
                  <a:cubicBezTo>
                    <a:pt x="3163" y="1947"/>
                    <a:pt x="3194" y="1514"/>
                    <a:pt x="3565" y="1082"/>
                  </a:cubicBezTo>
                  <a:cubicBezTo>
                    <a:pt x="3935" y="649"/>
                    <a:pt x="4770" y="1"/>
                    <a:pt x="4770" y="1"/>
                  </a:cubicBezTo>
                  <a:lnTo>
                    <a:pt x="4213" y="1082"/>
                  </a:lnTo>
                  <a:cubicBezTo>
                    <a:pt x="4213" y="1082"/>
                    <a:pt x="3905" y="1607"/>
                    <a:pt x="4090" y="2132"/>
                  </a:cubicBezTo>
                  <a:cubicBezTo>
                    <a:pt x="4275" y="2657"/>
                    <a:pt x="4430" y="3090"/>
                    <a:pt x="4430" y="3491"/>
                  </a:cubicBezTo>
                  <a:cubicBezTo>
                    <a:pt x="4430" y="3893"/>
                    <a:pt x="4553" y="4047"/>
                    <a:pt x="4800" y="4263"/>
                  </a:cubicBezTo>
                  <a:cubicBezTo>
                    <a:pt x="5048" y="4480"/>
                    <a:pt x="5202" y="4943"/>
                    <a:pt x="5604" y="4634"/>
                  </a:cubicBezTo>
                  <a:cubicBezTo>
                    <a:pt x="6005" y="4325"/>
                    <a:pt x="6314" y="3893"/>
                    <a:pt x="6283" y="3522"/>
                  </a:cubicBezTo>
                  <a:cubicBezTo>
                    <a:pt x="6252" y="3151"/>
                    <a:pt x="5820" y="3059"/>
                    <a:pt x="5820" y="2626"/>
                  </a:cubicBezTo>
                  <a:cubicBezTo>
                    <a:pt x="5820" y="2194"/>
                    <a:pt x="6129" y="1669"/>
                    <a:pt x="6129" y="1669"/>
                  </a:cubicBezTo>
                  <a:cubicBezTo>
                    <a:pt x="6129" y="1669"/>
                    <a:pt x="5943" y="2256"/>
                    <a:pt x="6160" y="2503"/>
                  </a:cubicBezTo>
                  <a:cubicBezTo>
                    <a:pt x="6376" y="2750"/>
                    <a:pt x="6499" y="2842"/>
                    <a:pt x="6747" y="3151"/>
                  </a:cubicBezTo>
                  <a:cubicBezTo>
                    <a:pt x="6994" y="3460"/>
                    <a:pt x="7055" y="3429"/>
                    <a:pt x="7086" y="3924"/>
                  </a:cubicBezTo>
                  <a:cubicBezTo>
                    <a:pt x="7117" y="4418"/>
                    <a:pt x="7117" y="5283"/>
                    <a:pt x="7117" y="5283"/>
                  </a:cubicBezTo>
                  <a:lnTo>
                    <a:pt x="6221" y="6117"/>
                  </a:lnTo>
                  <a:lnTo>
                    <a:pt x="6098" y="7414"/>
                  </a:lnTo>
                  <a:cubicBezTo>
                    <a:pt x="6098" y="7414"/>
                    <a:pt x="6438" y="8063"/>
                    <a:pt x="6839" y="7878"/>
                  </a:cubicBezTo>
                  <a:cubicBezTo>
                    <a:pt x="7241" y="7692"/>
                    <a:pt x="7550" y="7538"/>
                    <a:pt x="7488" y="7074"/>
                  </a:cubicBezTo>
                  <a:cubicBezTo>
                    <a:pt x="7426" y="6611"/>
                    <a:pt x="7333" y="6179"/>
                    <a:pt x="7333" y="6179"/>
                  </a:cubicBezTo>
                  <a:cubicBezTo>
                    <a:pt x="7333" y="6179"/>
                    <a:pt x="7889" y="6580"/>
                    <a:pt x="7982" y="6920"/>
                  </a:cubicBezTo>
                  <a:cubicBezTo>
                    <a:pt x="8075" y="7260"/>
                    <a:pt x="7797" y="7476"/>
                    <a:pt x="7889" y="7847"/>
                  </a:cubicBezTo>
                  <a:cubicBezTo>
                    <a:pt x="7982" y="8217"/>
                    <a:pt x="7611" y="8434"/>
                    <a:pt x="8075" y="8526"/>
                  </a:cubicBezTo>
                  <a:cubicBezTo>
                    <a:pt x="8538" y="8619"/>
                    <a:pt x="8723" y="8063"/>
                    <a:pt x="8723" y="8063"/>
                  </a:cubicBezTo>
                  <a:lnTo>
                    <a:pt x="9187" y="8403"/>
                  </a:lnTo>
                  <a:lnTo>
                    <a:pt x="9218" y="9329"/>
                  </a:lnTo>
                  <a:lnTo>
                    <a:pt x="7920" y="9978"/>
                  </a:lnTo>
                  <a:cubicBezTo>
                    <a:pt x="7920" y="9978"/>
                    <a:pt x="3614" y="9824"/>
                    <a:pt x="3083" y="9824"/>
                  </a:cubicBezTo>
                  <a:cubicBezTo>
                    <a:pt x="2552" y="9824"/>
                    <a:pt x="247" y="9509"/>
                    <a:pt x="247" y="950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3"/>
            <p:cNvSpPr/>
            <p:nvPr/>
          </p:nvSpPr>
          <p:spPr>
            <a:xfrm flipH="1">
              <a:off x="7583360" y="3667060"/>
              <a:ext cx="76995" cy="215826"/>
            </a:xfrm>
            <a:custGeom>
              <a:avLst/>
              <a:gdLst/>
              <a:ahLst/>
              <a:cxnLst/>
              <a:rect l="l" t="t" r="r" b="b"/>
              <a:pathLst>
                <a:path w="1113" h="3120" extrusionOk="0">
                  <a:moveTo>
                    <a:pt x="247" y="0"/>
                  </a:moveTo>
                  <a:cubicBezTo>
                    <a:pt x="216" y="93"/>
                    <a:pt x="0" y="649"/>
                    <a:pt x="62" y="896"/>
                  </a:cubicBezTo>
                  <a:cubicBezTo>
                    <a:pt x="124" y="1143"/>
                    <a:pt x="402" y="1606"/>
                    <a:pt x="402" y="1606"/>
                  </a:cubicBezTo>
                  <a:lnTo>
                    <a:pt x="742" y="2224"/>
                  </a:lnTo>
                  <a:lnTo>
                    <a:pt x="865" y="3120"/>
                  </a:lnTo>
                  <a:cubicBezTo>
                    <a:pt x="865" y="3120"/>
                    <a:pt x="1112" y="2224"/>
                    <a:pt x="1050" y="1977"/>
                  </a:cubicBezTo>
                  <a:cubicBezTo>
                    <a:pt x="989" y="1730"/>
                    <a:pt x="680" y="1174"/>
                    <a:pt x="680" y="1174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3"/>
            <p:cNvSpPr/>
            <p:nvPr/>
          </p:nvSpPr>
          <p:spPr>
            <a:xfrm flipH="1">
              <a:off x="30" y="4239700"/>
              <a:ext cx="9240645" cy="1050129"/>
            </a:xfrm>
            <a:custGeom>
              <a:avLst/>
              <a:gdLst/>
              <a:ahLst/>
              <a:cxnLst/>
              <a:rect l="l" t="t" r="r" b="b"/>
              <a:pathLst>
                <a:path w="95644" h="14575" extrusionOk="0">
                  <a:moveTo>
                    <a:pt x="1" y="14575"/>
                  </a:moveTo>
                  <a:lnTo>
                    <a:pt x="95644" y="14575"/>
                  </a:lnTo>
                  <a:lnTo>
                    <a:pt x="9564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3"/>
            <p:cNvSpPr/>
            <p:nvPr/>
          </p:nvSpPr>
          <p:spPr>
            <a:xfrm>
              <a:off x="5016843" y="4240117"/>
              <a:ext cx="4223714" cy="1007811"/>
            </a:xfrm>
            <a:custGeom>
              <a:avLst/>
              <a:gdLst/>
              <a:ahLst/>
              <a:cxnLst/>
              <a:rect l="l" t="t" r="r" b="b"/>
              <a:pathLst>
                <a:path w="84950" h="14569" extrusionOk="0">
                  <a:moveTo>
                    <a:pt x="17263" y="8768"/>
                  </a:moveTo>
                  <a:lnTo>
                    <a:pt x="9991" y="9293"/>
                  </a:lnTo>
                  <a:lnTo>
                    <a:pt x="12104" y="10992"/>
                  </a:lnTo>
                  <a:lnTo>
                    <a:pt x="3183" y="13778"/>
                  </a:lnTo>
                  <a:lnTo>
                    <a:pt x="1" y="14556"/>
                  </a:lnTo>
                  <a:lnTo>
                    <a:pt x="17361" y="14556"/>
                  </a:lnTo>
                  <a:lnTo>
                    <a:pt x="20321" y="12666"/>
                  </a:lnTo>
                  <a:lnTo>
                    <a:pt x="28822" y="11696"/>
                  </a:lnTo>
                  <a:lnTo>
                    <a:pt x="26734" y="10016"/>
                  </a:lnTo>
                  <a:close/>
                  <a:moveTo>
                    <a:pt x="45558" y="4449"/>
                  </a:moveTo>
                  <a:lnTo>
                    <a:pt x="42309" y="2311"/>
                  </a:lnTo>
                  <a:lnTo>
                    <a:pt x="54115" y="1"/>
                  </a:lnTo>
                  <a:lnTo>
                    <a:pt x="28167" y="1"/>
                  </a:lnTo>
                  <a:lnTo>
                    <a:pt x="27710" y="273"/>
                  </a:lnTo>
                  <a:lnTo>
                    <a:pt x="13494" y="409"/>
                  </a:lnTo>
                  <a:lnTo>
                    <a:pt x="6389" y="3479"/>
                  </a:lnTo>
                  <a:lnTo>
                    <a:pt x="16151" y="5147"/>
                  </a:lnTo>
                  <a:cubicBezTo>
                    <a:pt x="16707" y="5147"/>
                    <a:pt x="21729" y="4869"/>
                    <a:pt x="21729" y="4869"/>
                  </a:cubicBezTo>
                  <a:lnTo>
                    <a:pt x="27302" y="5425"/>
                  </a:lnTo>
                  <a:lnTo>
                    <a:pt x="31343" y="4591"/>
                  </a:lnTo>
                  <a:lnTo>
                    <a:pt x="39708" y="5425"/>
                  </a:lnTo>
                  <a:close/>
                  <a:moveTo>
                    <a:pt x="43186" y="12252"/>
                  </a:moveTo>
                  <a:lnTo>
                    <a:pt x="38583" y="11554"/>
                  </a:lnTo>
                  <a:lnTo>
                    <a:pt x="35939" y="12808"/>
                  </a:lnTo>
                  <a:cubicBezTo>
                    <a:pt x="35939" y="12808"/>
                    <a:pt x="33425" y="14056"/>
                    <a:pt x="33147" y="14482"/>
                  </a:cubicBezTo>
                  <a:lnTo>
                    <a:pt x="33517" y="14569"/>
                  </a:lnTo>
                  <a:lnTo>
                    <a:pt x="54152" y="14569"/>
                  </a:lnTo>
                  <a:lnTo>
                    <a:pt x="51823" y="13784"/>
                  </a:lnTo>
                  <a:close/>
                  <a:moveTo>
                    <a:pt x="78271" y="4097"/>
                  </a:moveTo>
                  <a:lnTo>
                    <a:pt x="84950" y="3652"/>
                  </a:lnTo>
                  <a:lnTo>
                    <a:pt x="84950" y="1786"/>
                  </a:lnTo>
                  <a:lnTo>
                    <a:pt x="79526" y="2441"/>
                  </a:lnTo>
                  <a:lnTo>
                    <a:pt x="65421" y="4393"/>
                  </a:lnTo>
                  <a:lnTo>
                    <a:pt x="54609" y="7476"/>
                  </a:lnTo>
                  <a:lnTo>
                    <a:pt x="60565" y="9219"/>
                  </a:lnTo>
                  <a:lnTo>
                    <a:pt x="66990" y="12203"/>
                  </a:lnTo>
                  <a:lnTo>
                    <a:pt x="77647" y="14464"/>
                  </a:lnTo>
                  <a:lnTo>
                    <a:pt x="84950" y="14396"/>
                  </a:lnTo>
                  <a:lnTo>
                    <a:pt x="84950" y="9373"/>
                  </a:lnTo>
                  <a:lnTo>
                    <a:pt x="79995" y="9015"/>
                  </a:lnTo>
                  <a:lnTo>
                    <a:pt x="66360" y="7075"/>
                  </a:lnTo>
                  <a:lnTo>
                    <a:pt x="72470" y="491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3"/>
            <p:cNvSpPr/>
            <p:nvPr/>
          </p:nvSpPr>
          <p:spPr>
            <a:xfrm flipH="1">
              <a:off x="7502190" y="4723100"/>
              <a:ext cx="1830259" cy="158624"/>
            </a:xfrm>
            <a:custGeom>
              <a:avLst/>
              <a:gdLst/>
              <a:ahLst/>
              <a:cxnLst/>
              <a:rect l="l" t="t" r="r" b="b"/>
              <a:pathLst>
                <a:path w="27352" h="2293" extrusionOk="0">
                  <a:moveTo>
                    <a:pt x="6080" y="0"/>
                  </a:moveTo>
                  <a:lnTo>
                    <a:pt x="1" y="995"/>
                  </a:lnTo>
                  <a:lnTo>
                    <a:pt x="4091" y="1971"/>
                  </a:lnTo>
                  <a:lnTo>
                    <a:pt x="11708" y="1829"/>
                  </a:lnTo>
                  <a:lnTo>
                    <a:pt x="19981" y="2292"/>
                  </a:lnTo>
                  <a:lnTo>
                    <a:pt x="27351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3"/>
            <p:cNvSpPr/>
            <p:nvPr/>
          </p:nvSpPr>
          <p:spPr>
            <a:xfrm flipH="1">
              <a:off x="6443193" y="5049607"/>
              <a:ext cx="839884" cy="240245"/>
            </a:xfrm>
            <a:custGeom>
              <a:avLst/>
              <a:gdLst/>
              <a:ahLst/>
              <a:cxnLst/>
              <a:rect l="l" t="t" r="r" b="b"/>
              <a:pathLst>
                <a:path w="12141" h="3473" extrusionOk="0">
                  <a:moveTo>
                    <a:pt x="1" y="2898"/>
                  </a:moveTo>
                  <a:lnTo>
                    <a:pt x="2466" y="2719"/>
                  </a:lnTo>
                  <a:lnTo>
                    <a:pt x="4622" y="1606"/>
                  </a:lnTo>
                  <a:lnTo>
                    <a:pt x="3300" y="772"/>
                  </a:lnTo>
                  <a:lnTo>
                    <a:pt x="1700" y="556"/>
                  </a:lnTo>
                  <a:lnTo>
                    <a:pt x="3986" y="0"/>
                  </a:lnTo>
                  <a:cubicBezTo>
                    <a:pt x="3986" y="0"/>
                    <a:pt x="2707" y="464"/>
                    <a:pt x="2806" y="464"/>
                  </a:cubicBezTo>
                  <a:cubicBezTo>
                    <a:pt x="2905" y="464"/>
                    <a:pt x="3671" y="494"/>
                    <a:pt x="3918" y="711"/>
                  </a:cubicBezTo>
                  <a:cubicBezTo>
                    <a:pt x="4159" y="927"/>
                    <a:pt x="5030" y="1483"/>
                    <a:pt x="5030" y="1483"/>
                  </a:cubicBezTo>
                  <a:lnTo>
                    <a:pt x="6908" y="1205"/>
                  </a:lnTo>
                  <a:lnTo>
                    <a:pt x="7909" y="556"/>
                  </a:lnTo>
                  <a:lnTo>
                    <a:pt x="9163" y="93"/>
                  </a:lnTo>
                  <a:lnTo>
                    <a:pt x="12141" y="340"/>
                  </a:lnTo>
                  <a:lnTo>
                    <a:pt x="9194" y="309"/>
                  </a:lnTo>
                  <a:lnTo>
                    <a:pt x="8008" y="742"/>
                  </a:lnTo>
                  <a:lnTo>
                    <a:pt x="7143" y="1390"/>
                  </a:lnTo>
                  <a:lnTo>
                    <a:pt x="4789" y="1946"/>
                  </a:lnTo>
                  <a:cubicBezTo>
                    <a:pt x="4789" y="1946"/>
                    <a:pt x="3053" y="2595"/>
                    <a:pt x="2676" y="2904"/>
                  </a:cubicBezTo>
                  <a:cubicBezTo>
                    <a:pt x="2417" y="3102"/>
                    <a:pt x="965" y="3336"/>
                    <a:pt x="1" y="3472"/>
                  </a:cubicBezTo>
                  <a:lnTo>
                    <a:pt x="1" y="289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3"/>
            <p:cNvSpPr/>
            <p:nvPr/>
          </p:nvSpPr>
          <p:spPr>
            <a:xfrm flipH="1">
              <a:off x="4963084" y="4445702"/>
              <a:ext cx="1453212" cy="284240"/>
            </a:xfrm>
            <a:custGeom>
              <a:avLst/>
              <a:gdLst/>
              <a:ahLst/>
              <a:cxnLst/>
              <a:rect l="l" t="t" r="r" b="b"/>
              <a:pathLst>
                <a:path w="21007" h="4109" extrusionOk="0">
                  <a:moveTo>
                    <a:pt x="20487" y="865"/>
                  </a:moveTo>
                  <a:cubicBezTo>
                    <a:pt x="20487" y="865"/>
                    <a:pt x="21006" y="1978"/>
                    <a:pt x="20877" y="1947"/>
                  </a:cubicBezTo>
                  <a:cubicBezTo>
                    <a:pt x="20747" y="1916"/>
                    <a:pt x="18652" y="2008"/>
                    <a:pt x="18652" y="2008"/>
                  </a:cubicBezTo>
                  <a:lnTo>
                    <a:pt x="17491" y="2286"/>
                  </a:lnTo>
                  <a:lnTo>
                    <a:pt x="17460" y="2935"/>
                  </a:lnTo>
                  <a:lnTo>
                    <a:pt x="15174" y="3182"/>
                  </a:lnTo>
                  <a:lnTo>
                    <a:pt x="13660" y="3398"/>
                  </a:lnTo>
                  <a:lnTo>
                    <a:pt x="11603" y="3738"/>
                  </a:lnTo>
                  <a:lnTo>
                    <a:pt x="10503" y="4109"/>
                  </a:lnTo>
                  <a:lnTo>
                    <a:pt x="10213" y="3368"/>
                  </a:lnTo>
                  <a:lnTo>
                    <a:pt x="8891" y="3398"/>
                  </a:lnTo>
                  <a:cubicBezTo>
                    <a:pt x="8891" y="3398"/>
                    <a:pt x="7767" y="3460"/>
                    <a:pt x="7507" y="3615"/>
                  </a:cubicBezTo>
                  <a:cubicBezTo>
                    <a:pt x="7254" y="3769"/>
                    <a:pt x="5450" y="3398"/>
                    <a:pt x="5450" y="3398"/>
                  </a:cubicBezTo>
                  <a:lnTo>
                    <a:pt x="3640" y="3151"/>
                  </a:lnTo>
                  <a:lnTo>
                    <a:pt x="1" y="3275"/>
                  </a:lnTo>
                  <a:lnTo>
                    <a:pt x="3448" y="3059"/>
                  </a:lnTo>
                  <a:lnTo>
                    <a:pt x="4869" y="3151"/>
                  </a:lnTo>
                  <a:lnTo>
                    <a:pt x="5771" y="3306"/>
                  </a:lnTo>
                  <a:lnTo>
                    <a:pt x="6895" y="3213"/>
                  </a:lnTo>
                  <a:lnTo>
                    <a:pt x="8057" y="2781"/>
                  </a:lnTo>
                  <a:lnTo>
                    <a:pt x="6865" y="2410"/>
                  </a:lnTo>
                  <a:lnTo>
                    <a:pt x="6420" y="1916"/>
                  </a:lnTo>
                  <a:lnTo>
                    <a:pt x="4968" y="1730"/>
                  </a:lnTo>
                  <a:lnTo>
                    <a:pt x="2744" y="1669"/>
                  </a:lnTo>
                  <a:cubicBezTo>
                    <a:pt x="2744" y="1669"/>
                    <a:pt x="5610" y="1483"/>
                    <a:pt x="5802" y="1545"/>
                  </a:cubicBezTo>
                  <a:cubicBezTo>
                    <a:pt x="5993" y="1607"/>
                    <a:pt x="6636" y="1761"/>
                    <a:pt x="6636" y="1761"/>
                  </a:cubicBezTo>
                  <a:lnTo>
                    <a:pt x="7081" y="2225"/>
                  </a:lnTo>
                  <a:lnTo>
                    <a:pt x="8699" y="2719"/>
                  </a:lnTo>
                  <a:cubicBezTo>
                    <a:pt x="8699" y="2719"/>
                    <a:pt x="8798" y="3090"/>
                    <a:pt x="8953" y="3151"/>
                  </a:cubicBezTo>
                  <a:cubicBezTo>
                    <a:pt x="9113" y="3213"/>
                    <a:pt x="10374" y="3120"/>
                    <a:pt x="10374" y="3120"/>
                  </a:cubicBezTo>
                  <a:lnTo>
                    <a:pt x="10627" y="3491"/>
                  </a:lnTo>
                  <a:lnTo>
                    <a:pt x="12079" y="3368"/>
                  </a:lnTo>
                  <a:lnTo>
                    <a:pt x="13951" y="3059"/>
                  </a:lnTo>
                  <a:lnTo>
                    <a:pt x="17170" y="2750"/>
                  </a:lnTo>
                  <a:lnTo>
                    <a:pt x="17299" y="2070"/>
                  </a:lnTo>
                  <a:lnTo>
                    <a:pt x="17750" y="1854"/>
                  </a:lnTo>
                  <a:lnTo>
                    <a:pt x="16651" y="1329"/>
                  </a:lnTo>
                  <a:lnTo>
                    <a:pt x="15366" y="1236"/>
                  </a:lnTo>
                  <a:cubicBezTo>
                    <a:pt x="15366" y="1236"/>
                    <a:pt x="15261" y="742"/>
                    <a:pt x="14946" y="557"/>
                  </a:cubicBezTo>
                  <a:cubicBezTo>
                    <a:pt x="14624" y="371"/>
                    <a:pt x="13401" y="1"/>
                    <a:pt x="13401" y="1"/>
                  </a:cubicBezTo>
                  <a:lnTo>
                    <a:pt x="15137" y="402"/>
                  </a:lnTo>
                  <a:lnTo>
                    <a:pt x="15749" y="1143"/>
                  </a:lnTo>
                  <a:cubicBezTo>
                    <a:pt x="15749" y="1143"/>
                    <a:pt x="16848" y="1113"/>
                    <a:pt x="16941" y="1174"/>
                  </a:cubicBezTo>
                  <a:cubicBezTo>
                    <a:pt x="17040" y="1236"/>
                    <a:pt x="17744" y="1607"/>
                    <a:pt x="17744" y="1607"/>
                  </a:cubicBezTo>
                  <a:lnTo>
                    <a:pt x="18226" y="1792"/>
                  </a:lnTo>
                  <a:lnTo>
                    <a:pt x="20419" y="17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3"/>
            <p:cNvSpPr/>
            <p:nvPr/>
          </p:nvSpPr>
          <p:spPr>
            <a:xfrm flipH="1">
              <a:off x="6452611" y="4239697"/>
              <a:ext cx="391130" cy="96637"/>
            </a:xfrm>
            <a:custGeom>
              <a:avLst/>
              <a:gdLst/>
              <a:ahLst/>
              <a:cxnLst/>
              <a:rect l="l" t="t" r="r" b="b"/>
              <a:pathLst>
                <a:path w="5654" h="1397" extrusionOk="0">
                  <a:moveTo>
                    <a:pt x="4610" y="1"/>
                  </a:moveTo>
                  <a:lnTo>
                    <a:pt x="5654" y="316"/>
                  </a:lnTo>
                  <a:lnTo>
                    <a:pt x="4252" y="748"/>
                  </a:lnTo>
                  <a:lnTo>
                    <a:pt x="4492" y="1397"/>
                  </a:lnTo>
                  <a:lnTo>
                    <a:pt x="1" y="1144"/>
                  </a:lnTo>
                  <a:lnTo>
                    <a:pt x="4017" y="1218"/>
                  </a:lnTo>
                  <a:lnTo>
                    <a:pt x="3819" y="674"/>
                  </a:lnTo>
                  <a:lnTo>
                    <a:pt x="4357" y="279"/>
                  </a:lnTo>
                  <a:lnTo>
                    <a:pt x="3306" y="1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3"/>
            <p:cNvSpPr/>
            <p:nvPr/>
          </p:nvSpPr>
          <p:spPr>
            <a:xfrm flipH="1">
              <a:off x="6747419" y="4288466"/>
              <a:ext cx="891560" cy="79551"/>
            </a:xfrm>
            <a:custGeom>
              <a:avLst/>
              <a:gdLst/>
              <a:ahLst/>
              <a:cxnLst/>
              <a:rect l="l" t="t" r="r" b="b"/>
              <a:pathLst>
                <a:path w="12888" h="1150" extrusionOk="0">
                  <a:moveTo>
                    <a:pt x="0" y="1149"/>
                  </a:moveTo>
                  <a:lnTo>
                    <a:pt x="6345" y="0"/>
                  </a:lnTo>
                  <a:lnTo>
                    <a:pt x="12888" y="247"/>
                  </a:lnTo>
                  <a:lnTo>
                    <a:pt x="6537" y="111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3"/>
            <p:cNvSpPr/>
            <p:nvPr/>
          </p:nvSpPr>
          <p:spPr>
            <a:xfrm flipH="1">
              <a:off x="8547611" y="5024357"/>
              <a:ext cx="17986" cy="31682"/>
            </a:xfrm>
            <a:custGeom>
              <a:avLst/>
              <a:gdLst/>
              <a:ahLst/>
              <a:cxnLst/>
              <a:rect l="l" t="t" r="r" b="b"/>
              <a:pathLst>
                <a:path w="260" h="458" extrusionOk="0">
                  <a:moveTo>
                    <a:pt x="210" y="25"/>
                  </a:moveTo>
                  <a:cubicBezTo>
                    <a:pt x="167" y="81"/>
                    <a:pt x="136" y="149"/>
                    <a:pt x="105" y="211"/>
                  </a:cubicBezTo>
                  <a:lnTo>
                    <a:pt x="13" y="396"/>
                  </a:lnTo>
                  <a:cubicBezTo>
                    <a:pt x="0" y="427"/>
                    <a:pt x="44" y="458"/>
                    <a:pt x="62" y="427"/>
                  </a:cubicBezTo>
                  <a:lnTo>
                    <a:pt x="155" y="242"/>
                  </a:lnTo>
                  <a:cubicBezTo>
                    <a:pt x="186" y="180"/>
                    <a:pt x="223" y="118"/>
                    <a:pt x="241" y="50"/>
                  </a:cubicBezTo>
                  <a:cubicBezTo>
                    <a:pt x="260" y="19"/>
                    <a:pt x="223" y="1"/>
                    <a:pt x="210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3"/>
            <p:cNvSpPr/>
            <p:nvPr/>
          </p:nvSpPr>
          <p:spPr>
            <a:xfrm flipH="1">
              <a:off x="8353988" y="4754710"/>
              <a:ext cx="19716" cy="12451"/>
            </a:xfrm>
            <a:custGeom>
              <a:avLst/>
              <a:gdLst/>
              <a:ahLst/>
              <a:cxnLst/>
              <a:rect l="l" t="t" r="r" b="b"/>
              <a:pathLst>
                <a:path w="285" h="180" extrusionOk="0">
                  <a:moveTo>
                    <a:pt x="254" y="0"/>
                  </a:moveTo>
                  <a:lnTo>
                    <a:pt x="235" y="0"/>
                  </a:lnTo>
                  <a:cubicBezTo>
                    <a:pt x="229" y="0"/>
                    <a:pt x="223" y="6"/>
                    <a:pt x="204" y="6"/>
                  </a:cubicBezTo>
                  <a:cubicBezTo>
                    <a:pt x="198" y="6"/>
                    <a:pt x="192" y="13"/>
                    <a:pt x="186" y="13"/>
                  </a:cubicBezTo>
                  <a:cubicBezTo>
                    <a:pt x="167" y="25"/>
                    <a:pt x="155" y="31"/>
                    <a:pt x="130" y="37"/>
                  </a:cubicBezTo>
                  <a:cubicBezTo>
                    <a:pt x="99" y="56"/>
                    <a:pt x="68" y="68"/>
                    <a:pt x="31" y="87"/>
                  </a:cubicBezTo>
                  <a:cubicBezTo>
                    <a:pt x="7" y="93"/>
                    <a:pt x="0" y="130"/>
                    <a:pt x="13" y="149"/>
                  </a:cubicBezTo>
                  <a:cubicBezTo>
                    <a:pt x="31" y="167"/>
                    <a:pt x="50" y="179"/>
                    <a:pt x="74" y="161"/>
                  </a:cubicBezTo>
                  <a:cubicBezTo>
                    <a:pt x="105" y="149"/>
                    <a:pt x="142" y="130"/>
                    <a:pt x="173" y="118"/>
                  </a:cubicBezTo>
                  <a:cubicBezTo>
                    <a:pt x="192" y="105"/>
                    <a:pt x="204" y="99"/>
                    <a:pt x="223" y="87"/>
                  </a:cubicBezTo>
                  <a:cubicBezTo>
                    <a:pt x="229" y="74"/>
                    <a:pt x="235" y="74"/>
                    <a:pt x="241" y="68"/>
                  </a:cubicBezTo>
                  <a:cubicBezTo>
                    <a:pt x="254" y="62"/>
                    <a:pt x="260" y="62"/>
                    <a:pt x="266" y="56"/>
                  </a:cubicBezTo>
                  <a:cubicBezTo>
                    <a:pt x="266" y="44"/>
                    <a:pt x="272" y="44"/>
                    <a:pt x="272" y="37"/>
                  </a:cubicBezTo>
                  <a:cubicBezTo>
                    <a:pt x="285" y="31"/>
                    <a:pt x="278" y="6"/>
                    <a:pt x="254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3"/>
            <p:cNvSpPr/>
            <p:nvPr/>
          </p:nvSpPr>
          <p:spPr>
            <a:xfrm flipH="1">
              <a:off x="8136430" y="4656412"/>
              <a:ext cx="23174" cy="22689"/>
            </a:xfrm>
            <a:custGeom>
              <a:avLst/>
              <a:gdLst/>
              <a:ahLst/>
              <a:cxnLst/>
              <a:rect l="l" t="t" r="r" b="b"/>
              <a:pathLst>
                <a:path w="335" h="328" extrusionOk="0">
                  <a:moveTo>
                    <a:pt x="303" y="0"/>
                  </a:moveTo>
                  <a:lnTo>
                    <a:pt x="272" y="0"/>
                  </a:lnTo>
                  <a:cubicBezTo>
                    <a:pt x="260" y="0"/>
                    <a:pt x="260" y="0"/>
                    <a:pt x="254" y="7"/>
                  </a:cubicBezTo>
                  <a:cubicBezTo>
                    <a:pt x="242" y="13"/>
                    <a:pt x="229" y="25"/>
                    <a:pt x="217" y="31"/>
                  </a:cubicBezTo>
                  <a:cubicBezTo>
                    <a:pt x="198" y="44"/>
                    <a:pt x="180" y="50"/>
                    <a:pt x="161" y="68"/>
                  </a:cubicBezTo>
                  <a:cubicBezTo>
                    <a:pt x="124" y="93"/>
                    <a:pt x="93" y="118"/>
                    <a:pt x="50" y="149"/>
                  </a:cubicBezTo>
                  <a:cubicBezTo>
                    <a:pt x="38" y="155"/>
                    <a:pt x="31" y="167"/>
                    <a:pt x="13" y="186"/>
                  </a:cubicBezTo>
                  <a:cubicBezTo>
                    <a:pt x="7" y="198"/>
                    <a:pt x="1" y="217"/>
                    <a:pt x="1" y="229"/>
                  </a:cubicBezTo>
                  <a:cubicBezTo>
                    <a:pt x="1" y="254"/>
                    <a:pt x="7" y="285"/>
                    <a:pt x="31" y="303"/>
                  </a:cubicBezTo>
                  <a:cubicBezTo>
                    <a:pt x="44" y="315"/>
                    <a:pt x="75" y="328"/>
                    <a:pt x="99" y="328"/>
                  </a:cubicBezTo>
                  <a:cubicBezTo>
                    <a:pt x="118" y="328"/>
                    <a:pt x="130" y="322"/>
                    <a:pt x="149" y="315"/>
                  </a:cubicBezTo>
                  <a:cubicBezTo>
                    <a:pt x="161" y="309"/>
                    <a:pt x="167" y="291"/>
                    <a:pt x="186" y="278"/>
                  </a:cubicBezTo>
                  <a:lnTo>
                    <a:pt x="260" y="167"/>
                  </a:lnTo>
                  <a:cubicBezTo>
                    <a:pt x="279" y="155"/>
                    <a:pt x="285" y="130"/>
                    <a:pt x="303" y="112"/>
                  </a:cubicBezTo>
                  <a:cubicBezTo>
                    <a:pt x="309" y="99"/>
                    <a:pt x="316" y="93"/>
                    <a:pt x="322" y="74"/>
                  </a:cubicBezTo>
                  <a:cubicBezTo>
                    <a:pt x="322" y="68"/>
                    <a:pt x="322" y="68"/>
                    <a:pt x="328" y="62"/>
                  </a:cubicBezTo>
                  <a:lnTo>
                    <a:pt x="328" y="31"/>
                  </a:lnTo>
                  <a:cubicBezTo>
                    <a:pt x="334" y="25"/>
                    <a:pt x="316" y="7"/>
                    <a:pt x="303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3"/>
            <p:cNvSpPr/>
            <p:nvPr/>
          </p:nvSpPr>
          <p:spPr>
            <a:xfrm flipH="1">
              <a:off x="8039860" y="4477316"/>
              <a:ext cx="25734" cy="24419"/>
            </a:xfrm>
            <a:custGeom>
              <a:avLst/>
              <a:gdLst/>
              <a:ahLst/>
              <a:cxnLst/>
              <a:rect l="l" t="t" r="r" b="b"/>
              <a:pathLst>
                <a:path w="372" h="353" extrusionOk="0">
                  <a:moveTo>
                    <a:pt x="322" y="7"/>
                  </a:moveTo>
                  <a:cubicBezTo>
                    <a:pt x="310" y="19"/>
                    <a:pt x="291" y="25"/>
                    <a:pt x="279" y="38"/>
                  </a:cubicBezTo>
                  <a:cubicBezTo>
                    <a:pt x="260" y="50"/>
                    <a:pt x="254" y="62"/>
                    <a:pt x="242" y="69"/>
                  </a:cubicBezTo>
                  <a:lnTo>
                    <a:pt x="168" y="137"/>
                  </a:lnTo>
                  <a:lnTo>
                    <a:pt x="100" y="211"/>
                  </a:lnTo>
                  <a:cubicBezTo>
                    <a:pt x="75" y="229"/>
                    <a:pt x="56" y="266"/>
                    <a:pt x="32" y="285"/>
                  </a:cubicBezTo>
                  <a:cubicBezTo>
                    <a:pt x="1" y="316"/>
                    <a:pt x="44" y="353"/>
                    <a:pt x="75" y="334"/>
                  </a:cubicBezTo>
                  <a:cubicBezTo>
                    <a:pt x="100" y="310"/>
                    <a:pt x="130" y="285"/>
                    <a:pt x="155" y="266"/>
                  </a:cubicBezTo>
                  <a:lnTo>
                    <a:pt x="223" y="192"/>
                  </a:lnTo>
                  <a:lnTo>
                    <a:pt x="291" y="124"/>
                  </a:lnTo>
                  <a:lnTo>
                    <a:pt x="334" y="87"/>
                  </a:lnTo>
                  <a:cubicBezTo>
                    <a:pt x="341" y="81"/>
                    <a:pt x="341" y="69"/>
                    <a:pt x="347" y="69"/>
                  </a:cubicBezTo>
                  <a:cubicBezTo>
                    <a:pt x="353" y="62"/>
                    <a:pt x="365" y="56"/>
                    <a:pt x="365" y="38"/>
                  </a:cubicBezTo>
                  <a:cubicBezTo>
                    <a:pt x="371" y="25"/>
                    <a:pt x="347" y="1"/>
                    <a:pt x="322" y="7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3"/>
            <p:cNvSpPr/>
            <p:nvPr/>
          </p:nvSpPr>
          <p:spPr>
            <a:xfrm flipH="1">
              <a:off x="7768068" y="4499106"/>
              <a:ext cx="40261" cy="27047"/>
            </a:xfrm>
            <a:custGeom>
              <a:avLst/>
              <a:gdLst/>
              <a:ahLst/>
              <a:cxnLst/>
              <a:rect l="l" t="t" r="r" b="b"/>
              <a:pathLst>
                <a:path w="582" h="391" extrusionOk="0">
                  <a:moveTo>
                    <a:pt x="576" y="19"/>
                  </a:moveTo>
                  <a:cubicBezTo>
                    <a:pt x="569" y="1"/>
                    <a:pt x="545" y="1"/>
                    <a:pt x="526" y="13"/>
                  </a:cubicBezTo>
                  <a:cubicBezTo>
                    <a:pt x="446" y="50"/>
                    <a:pt x="365" y="93"/>
                    <a:pt x="291" y="143"/>
                  </a:cubicBezTo>
                  <a:lnTo>
                    <a:pt x="57" y="279"/>
                  </a:lnTo>
                  <a:cubicBezTo>
                    <a:pt x="1" y="310"/>
                    <a:pt x="50" y="390"/>
                    <a:pt x="106" y="359"/>
                  </a:cubicBezTo>
                  <a:cubicBezTo>
                    <a:pt x="180" y="310"/>
                    <a:pt x="260" y="266"/>
                    <a:pt x="335" y="211"/>
                  </a:cubicBezTo>
                  <a:cubicBezTo>
                    <a:pt x="415" y="168"/>
                    <a:pt x="489" y="118"/>
                    <a:pt x="569" y="56"/>
                  </a:cubicBezTo>
                  <a:cubicBezTo>
                    <a:pt x="582" y="50"/>
                    <a:pt x="582" y="26"/>
                    <a:pt x="576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3"/>
            <p:cNvSpPr/>
            <p:nvPr/>
          </p:nvSpPr>
          <p:spPr>
            <a:xfrm flipH="1">
              <a:off x="7364150" y="2897342"/>
              <a:ext cx="28709" cy="35072"/>
            </a:xfrm>
            <a:custGeom>
              <a:avLst/>
              <a:gdLst/>
              <a:ahLst/>
              <a:cxnLst/>
              <a:rect l="l" t="t" r="r" b="b"/>
              <a:pathLst>
                <a:path w="415" h="507" extrusionOk="0">
                  <a:moveTo>
                    <a:pt x="408" y="99"/>
                  </a:moveTo>
                  <a:cubicBezTo>
                    <a:pt x="402" y="74"/>
                    <a:pt x="377" y="44"/>
                    <a:pt x="352" y="31"/>
                  </a:cubicBezTo>
                  <a:cubicBezTo>
                    <a:pt x="297" y="0"/>
                    <a:pt x="235" y="13"/>
                    <a:pt x="198" y="68"/>
                  </a:cubicBezTo>
                  <a:lnTo>
                    <a:pt x="105" y="204"/>
                  </a:lnTo>
                  <a:cubicBezTo>
                    <a:pt x="74" y="254"/>
                    <a:pt x="50" y="309"/>
                    <a:pt x="19" y="352"/>
                  </a:cubicBezTo>
                  <a:cubicBezTo>
                    <a:pt x="0" y="402"/>
                    <a:pt x="6" y="445"/>
                    <a:pt x="43" y="476"/>
                  </a:cubicBezTo>
                  <a:cubicBezTo>
                    <a:pt x="80" y="507"/>
                    <a:pt x="136" y="507"/>
                    <a:pt x="173" y="470"/>
                  </a:cubicBezTo>
                  <a:cubicBezTo>
                    <a:pt x="216" y="420"/>
                    <a:pt x="260" y="371"/>
                    <a:pt x="297" y="322"/>
                  </a:cubicBezTo>
                  <a:cubicBezTo>
                    <a:pt x="328" y="278"/>
                    <a:pt x="358" y="229"/>
                    <a:pt x="395" y="186"/>
                  </a:cubicBezTo>
                  <a:cubicBezTo>
                    <a:pt x="408" y="161"/>
                    <a:pt x="414" y="124"/>
                    <a:pt x="408" y="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3"/>
            <p:cNvSpPr/>
            <p:nvPr/>
          </p:nvSpPr>
          <p:spPr>
            <a:xfrm flipH="1">
              <a:off x="7220611" y="2919963"/>
              <a:ext cx="19716" cy="15011"/>
            </a:xfrm>
            <a:custGeom>
              <a:avLst/>
              <a:gdLst/>
              <a:ahLst/>
              <a:cxnLst/>
              <a:rect l="l" t="t" r="r" b="b"/>
              <a:pathLst>
                <a:path w="285" h="217" extrusionOk="0">
                  <a:moveTo>
                    <a:pt x="266" y="50"/>
                  </a:moveTo>
                  <a:cubicBezTo>
                    <a:pt x="254" y="32"/>
                    <a:pt x="242" y="19"/>
                    <a:pt x="223" y="13"/>
                  </a:cubicBezTo>
                  <a:cubicBezTo>
                    <a:pt x="211" y="13"/>
                    <a:pt x="192" y="1"/>
                    <a:pt x="180" y="13"/>
                  </a:cubicBezTo>
                  <a:cubicBezTo>
                    <a:pt x="174" y="13"/>
                    <a:pt x="155" y="19"/>
                    <a:pt x="149" y="25"/>
                  </a:cubicBezTo>
                  <a:lnTo>
                    <a:pt x="112" y="50"/>
                  </a:lnTo>
                  <a:cubicBezTo>
                    <a:pt x="93" y="56"/>
                    <a:pt x="87" y="63"/>
                    <a:pt x="69" y="75"/>
                  </a:cubicBezTo>
                  <a:cubicBezTo>
                    <a:pt x="56" y="81"/>
                    <a:pt x="32" y="93"/>
                    <a:pt x="25" y="106"/>
                  </a:cubicBezTo>
                  <a:cubicBezTo>
                    <a:pt x="19" y="118"/>
                    <a:pt x="7" y="131"/>
                    <a:pt x="7" y="149"/>
                  </a:cubicBezTo>
                  <a:cubicBezTo>
                    <a:pt x="1" y="155"/>
                    <a:pt x="1" y="174"/>
                    <a:pt x="7" y="186"/>
                  </a:cubicBezTo>
                  <a:cubicBezTo>
                    <a:pt x="19" y="198"/>
                    <a:pt x="25" y="205"/>
                    <a:pt x="32" y="205"/>
                  </a:cubicBezTo>
                  <a:cubicBezTo>
                    <a:pt x="38" y="205"/>
                    <a:pt x="38" y="211"/>
                    <a:pt x="50" y="211"/>
                  </a:cubicBezTo>
                  <a:cubicBezTo>
                    <a:pt x="62" y="217"/>
                    <a:pt x="81" y="217"/>
                    <a:pt x="93" y="211"/>
                  </a:cubicBezTo>
                  <a:cubicBezTo>
                    <a:pt x="100" y="211"/>
                    <a:pt x="112" y="205"/>
                    <a:pt x="118" y="205"/>
                  </a:cubicBezTo>
                  <a:cubicBezTo>
                    <a:pt x="143" y="192"/>
                    <a:pt x="155" y="186"/>
                    <a:pt x="180" y="180"/>
                  </a:cubicBezTo>
                  <a:lnTo>
                    <a:pt x="223" y="155"/>
                  </a:lnTo>
                  <a:cubicBezTo>
                    <a:pt x="229" y="155"/>
                    <a:pt x="242" y="149"/>
                    <a:pt x="248" y="149"/>
                  </a:cubicBezTo>
                  <a:cubicBezTo>
                    <a:pt x="260" y="143"/>
                    <a:pt x="279" y="124"/>
                    <a:pt x="285" y="112"/>
                  </a:cubicBezTo>
                  <a:cubicBezTo>
                    <a:pt x="273" y="87"/>
                    <a:pt x="273" y="63"/>
                    <a:pt x="266" y="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3"/>
            <p:cNvSpPr/>
            <p:nvPr/>
          </p:nvSpPr>
          <p:spPr>
            <a:xfrm flipH="1">
              <a:off x="7227874" y="3132401"/>
              <a:ext cx="21860" cy="20545"/>
            </a:xfrm>
            <a:custGeom>
              <a:avLst/>
              <a:gdLst/>
              <a:ahLst/>
              <a:cxnLst/>
              <a:rect l="l" t="t" r="r" b="b"/>
              <a:pathLst>
                <a:path w="316" h="297" extrusionOk="0">
                  <a:moveTo>
                    <a:pt x="291" y="19"/>
                  </a:moveTo>
                  <a:cubicBezTo>
                    <a:pt x="279" y="6"/>
                    <a:pt x="248" y="0"/>
                    <a:pt x="223" y="13"/>
                  </a:cubicBezTo>
                  <a:cubicBezTo>
                    <a:pt x="217" y="19"/>
                    <a:pt x="205" y="19"/>
                    <a:pt x="192" y="31"/>
                  </a:cubicBezTo>
                  <a:cubicBezTo>
                    <a:pt x="174" y="37"/>
                    <a:pt x="168" y="44"/>
                    <a:pt x="149" y="56"/>
                  </a:cubicBezTo>
                  <a:lnTo>
                    <a:pt x="106" y="105"/>
                  </a:lnTo>
                  <a:lnTo>
                    <a:pt x="63" y="155"/>
                  </a:lnTo>
                  <a:cubicBezTo>
                    <a:pt x="44" y="167"/>
                    <a:pt x="25" y="192"/>
                    <a:pt x="13" y="204"/>
                  </a:cubicBezTo>
                  <a:cubicBezTo>
                    <a:pt x="7" y="217"/>
                    <a:pt x="1" y="229"/>
                    <a:pt x="1" y="247"/>
                  </a:cubicBezTo>
                  <a:cubicBezTo>
                    <a:pt x="1" y="260"/>
                    <a:pt x="7" y="278"/>
                    <a:pt x="13" y="284"/>
                  </a:cubicBezTo>
                  <a:cubicBezTo>
                    <a:pt x="19" y="291"/>
                    <a:pt x="38" y="297"/>
                    <a:pt x="50" y="297"/>
                  </a:cubicBezTo>
                  <a:cubicBezTo>
                    <a:pt x="69" y="297"/>
                    <a:pt x="75" y="291"/>
                    <a:pt x="93" y="284"/>
                  </a:cubicBezTo>
                  <a:cubicBezTo>
                    <a:pt x="106" y="266"/>
                    <a:pt x="131" y="260"/>
                    <a:pt x="143" y="247"/>
                  </a:cubicBezTo>
                  <a:lnTo>
                    <a:pt x="192" y="198"/>
                  </a:lnTo>
                  <a:lnTo>
                    <a:pt x="236" y="149"/>
                  </a:lnTo>
                  <a:lnTo>
                    <a:pt x="266" y="124"/>
                  </a:lnTo>
                  <a:cubicBezTo>
                    <a:pt x="279" y="111"/>
                    <a:pt x="285" y="105"/>
                    <a:pt x="285" y="93"/>
                  </a:cubicBezTo>
                  <a:cubicBezTo>
                    <a:pt x="316" y="74"/>
                    <a:pt x="316" y="44"/>
                    <a:pt x="291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3"/>
            <p:cNvSpPr/>
            <p:nvPr/>
          </p:nvSpPr>
          <p:spPr>
            <a:xfrm flipH="1">
              <a:off x="9080542" y="3508925"/>
              <a:ext cx="18401" cy="14596"/>
            </a:xfrm>
            <a:custGeom>
              <a:avLst/>
              <a:gdLst/>
              <a:ahLst/>
              <a:cxnLst/>
              <a:rect l="l" t="t" r="r" b="b"/>
              <a:pathLst>
                <a:path w="266" h="211" extrusionOk="0">
                  <a:moveTo>
                    <a:pt x="136" y="0"/>
                  </a:moveTo>
                  <a:cubicBezTo>
                    <a:pt x="0" y="0"/>
                    <a:pt x="0" y="198"/>
                    <a:pt x="136" y="198"/>
                  </a:cubicBezTo>
                  <a:cubicBezTo>
                    <a:pt x="266" y="210"/>
                    <a:pt x="266" y="0"/>
                    <a:pt x="136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3"/>
            <p:cNvSpPr/>
            <p:nvPr/>
          </p:nvSpPr>
          <p:spPr>
            <a:xfrm flipH="1">
              <a:off x="8902344" y="3717005"/>
              <a:ext cx="39362" cy="47938"/>
            </a:xfrm>
            <a:custGeom>
              <a:avLst/>
              <a:gdLst/>
              <a:ahLst/>
              <a:cxnLst/>
              <a:rect l="l" t="t" r="r" b="b"/>
              <a:pathLst>
                <a:path w="569" h="693" extrusionOk="0">
                  <a:moveTo>
                    <a:pt x="563" y="155"/>
                  </a:moveTo>
                  <a:cubicBezTo>
                    <a:pt x="563" y="155"/>
                    <a:pt x="563" y="149"/>
                    <a:pt x="563" y="155"/>
                  </a:cubicBezTo>
                  <a:cubicBezTo>
                    <a:pt x="563" y="100"/>
                    <a:pt x="557" y="63"/>
                    <a:pt x="526" y="32"/>
                  </a:cubicBezTo>
                  <a:cubicBezTo>
                    <a:pt x="501" y="19"/>
                    <a:pt x="470" y="1"/>
                    <a:pt x="445" y="26"/>
                  </a:cubicBezTo>
                  <a:cubicBezTo>
                    <a:pt x="433" y="32"/>
                    <a:pt x="415" y="50"/>
                    <a:pt x="402" y="63"/>
                  </a:cubicBezTo>
                  <a:cubicBezTo>
                    <a:pt x="396" y="81"/>
                    <a:pt x="384" y="94"/>
                    <a:pt x="377" y="118"/>
                  </a:cubicBezTo>
                  <a:lnTo>
                    <a:pt x="377" y="118"/>
                  </a:lnTo>
                  <a:cubicBezTo>
                    <a:pt x="371" y="124"/>
                    <a:pt x="371" y="137"/>
                    <a:pt x="365" y="137"/>
                  </a:cubicBezTo>
                  <a:cubicBezTo>
                    <a:pt x="353" y="143"/>
                    <a:pt x="353" y="155"/>
                    <a:pt x="347" y="174"/>
                  </a:cubicBezTo>
                  <a:cubicBezTo>
                    <a:pt x="340" y="186"/>
                    <a:pt x="334" y="211"/>
                    <a:pt x="322" y="229"/>
                  </a:cubicBezTo>
                  <a:cubicBezTo>
                    <a:pt x="322" y="236"/>
                    <a:pt x="316" y="242"/>
                    <a:pt x="316" y="248"/>
                  </a:cubicBezTo>
                  <a:lnTo>
                    <a:pt x="316" y="248"/>
                  </a:lnTo>
                  <a:lnTo>
                    <a:pt x="316" y="248"/>
                  </a:lnTo>
                  <a:cubicBezTo>
                    <a:pt x="316" y="260"/>
                    <a:pt x="310" y="267"/>
                    <a:pt x="310" y="267"/>
                  </a:cubicBezTo>
                  <a:cubicBezTo>
                    <a:pt x="303" y="273"/>
                    <a:pt x="303" y="279"/>
                    <a:pt x="291" y="297"/>
                  </a:cubicBezTo>
                  <a:lnTo>
                    <a:pt x="291" y="297"/>
                  </a:lnTo>
                  <a:lnTo>
                    <a:pt x="291" y="304"/>
                  </a:lnTo>
                  <a:cubicBezTo>
                    <a:pt x="291" y="310"/>
                    <a:pt x="285" y="322"/>
                    <a:pt x="285" y="328"/>
                  </a:cubicBezTo>
                  <a:cubicBezTo>
                    <a:pt x="279" y="341"/>
                    <a:pt x="272" y="353"/>
                    <a:pt x="260" y="359"/>
                  </a:cubicBezTo>
                  <a:cubicBezTo>
                    <a:pt x="260" y="365"/>
                    <a:pt x="254" y="365"/>
                    <a:pt x="254" y="372"/>
                  </a:cubicBezTo>
                  <a:lnTo>
                    <a:pt x="254" y="372"/>
                  </a:lnTo>
                  <a:cubicBezTo>
                    <a:pt x="242" y="396"/>
                    <a:pt x="217" y="415"/>
                    <a:pt x="198" y="433"/>
                  </a:cubicBezTo>
                  <a:cubicBezTo>
                    <a:pt x="180" y="452"/>
                    <a:pt x="155" y="477"/>
                    <a:pt x="137" y="489"/>
                  </a:cubicBezTo>
                  <a:lnTo>
                    <a:pt x="93" y="538"/>
                  </a:lnTo>
                  <a:cubicBezTo>
                    <a:pt x="87" y="545"/>
                    <a:pt x="75" y="551"/>
                    <a:pt x="62" y="551"/>
                  </a:cubicBezTo>
                  <a:cubicBezTo>
                    <a:pt x="1" y="588"/>
                    <a:pt x="38" y="693"/>
                    <a:pt x="118" y="674"/>
                  </a:cubicBezTo>
                  <a:cubicBezTo>
                    <a:pt x="130" y="674"/>
                    <a:pt x="137" y="668"/>
                    <a:pt x="155" y="668"/>
                  </a:cubicBezTo>
                  <a:cubicBezTo>
                    <a:pt x="180" y="668"/>
                    <a:pt x="211" y="662"/>
                    <a:pt x="229" y="650"/>
                  </a:cubicBezTo>
                  <a:cubicBezTo>
                    <a:pt x="272" y="637"/>
                    <a:pt x="303" y="613"/>
                    <a:pt x="340" y="582"/>
                  </a:cubicBezTo>
                  <a:cubicBezTo>
                    <a:pt x="365" y="569"/>
                    <a:pt x="384" y="545"/>
                    <a:pt x="402" y="520"/>
                  </a:cubicBezTo>
                  <a:cubicBezTo>
                    <a:pt x="408" y="508"/>
                    <a:pt x="427" y="495"/>
                    <a:pt x="433" y="483"/>
                  </a:cubicBezTo>
                  <a:cubicBezTo>
                    <a:pt x="439" y="477"/>
                    <a:pt x="445" y="458"/>
                    <a:pt x="458" y="452"/>
                  </a:cubicBezTo>
                  <a:cubicBezTo>
                    <a:pt x="464" y="446"/>
                    <a:pt x="458" y="446"/>
                    <a:pt x="445" y="458"/>
                  </a:cubicBezTo>
                  <a:lnTo>
                    <a:pt x="458" y="452"/>
                  </a:lnTo>
                  <a:cubicBezTo>
                    <a:pt x="476" y="421"/>
                    <a:pt x="501" y="396"/>
                    <a:pt x="520" y="359"/>
                  </a:cubicBezTo>
                  <a:cubicBezTo>
                    <a:pt x="532" y="328"/>
                    <a:pt x="557" y="291"/>
                    <a:pt x="563" y="248"/>
                  </a:cubicBezTo>
                  <a:cubicBezTo>
                    <a:pt x="569" y="229"/>
                    <a:pt x="569" y="205"/>
                    <a:pt x="569" y="186"/>
                  </a:cubicBezTo>
                  <a:cubicBezTo>
                    <a:pt x="563" y="180"/>
                    <a:pt x="563" y="168"/>
                    <a:pt x="563" y="15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3"/>
            <p:cNvSpPr/>
            <p:nvPr/>
          </p:nvSpPr>
          <p:spPr>
            <a:xfrm flipH="1">
              <a:off x="8919432" y="3733262"/>
              <a:ext cx="484" cy="968"/>
            </a:xfrm>
            <a:custGeom>
              <a:avLst/>
              <a:gdLst/>
              <a:ahLst/>
              <a:cxnLst/>
              <a:rect l="l" t="t" r="r" b="b"/>
              <a:pathLst>
                <a:path w="7" h="14" extrusionOk="0">
                  <a:moveTo>
                    <a:pt x="1" y="13"/>
                  </a:moveTo>
                  <a:cubicBezTo>
                    <a:pt x="7" y="1"/>
                    <a:pt x="1" y="1"/>
                    <a:pt x="1" y="1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3"/>
            <p:cNvSpPr/>
            <p:nvPr/>
          </p:nvSpPr>
          <p:spPr>
            <a:xfrm flipH="1">
              <a:off x="8513853" y="3261483"/>
              <a:ext cx="21860" cy="22689"/>
            </a:xfrm>
            <a:custGeom>
              <a:avLst/>
              <a:gdLst/>
              <a:ahLst/>
              <a:cxnLst/>
              <a:rect l="l" t="t" r="r" b="b"/>
              <a:pathLst>
                <a:path w="316" h="328" extrusionOk="0">
                  <a:moveTo>
                    <a:pt x="304" y="25"/>
                  </a:moveTo>
                  <a:cubicBezTo>
                    <a:pt x="291" y="19"/>
                    <a:pt x="285" y="19"/>
                    <a:pt x="279" y="6"/>
                  </a:cubicBezTo>
                  <a:cubicBezTo>
                    <a:pt x="260" y="0"/>
                    <a:pt x="254" y="6"/>
                    <a:pt x="242" y="19"/>
                  </a:cubicBezTo>
                  <a:cubicBezTo>
                    <a:pt x="229" y="19"/>
                    <a:pt x="229" y="25"/>
                    <a:pt x="223" y="25"/>
                  </a:cubicBezTo>
                  <a:cubicBezTo>
                    <a:pt x="217" y="25"/>
                    <a:pt x="211" y="31"/>
                    <a:pt x="199" y="37"/>
                  </a:cubicBezTo>
                  <a:lnTo>
                    <a:pt x="180" y="62"/>
                  </a:lnTo>
                  <a:cubicBezTo>
                    <a:pt x="161" y="80"/>
                    <a:pt x="149" y="93"/>
                    <a:pt x="124" y="111"/>
                  </a:cubicBezTo>
                  <a:cubicBezTo>
                    <a:pt x="93" y="142"/>
                    <a:pt x="56" y="173"/>
                    <a:pt x="26" y="192"/>
                  </a:cubicBezTo>
                  <a:cubicBezTo>
                    <a:pt x="7" y="210"/>
                    <a:pt x="1" y="235"/>
                    <a:pt x="1" y="247"/>
                  </a:cubicBezTo>
                  <a:cubicBezTo>
                    <a:pt x="1" y="266"/>
                    <a:pt x="7" y="284"/>
                    <a:pt x="26" y="303"/>
                  </a:cubicBezTo>
                  <a:cubicBezTo>
                    <a:pt x="38" y="315"/>
                    <a:pt x="56" y="328"/>
                    <a:pt x="75" y="328"/>
                  </a:cubicBezTo>
                  <a:cubicBezTo>
                    <a:pt x="100" y="328"/>
                    <a:pt x="118" y="315"/>
                    <a:pt x="131" y="303"/>
                  </a:cubicBezTo>
                  <a:cubicBezTo>
                    <a:pt x="161" y="272"/>
                    <a:pt x="192" y="235"/>
                    <a:pt x="217" y="204"/>
                  </a:cubicBezTo>
                  <a:lnTo>
                    <a:pt x="260" y="155"/>
                  </a:lnTo>
                  <a:lnTo>
                    <a:pt x="285" y="130"/>
                  </a:lnTo>
                  <a:cubicBezTo>
                    <a:pt x="291" y="124"/>
                    <a:pt x="304" y="117"/>
                    <a:pt x="304" y="111"/>
                  </a:cubicBezTo>
                  <a:cubicBezTo>
                    <a:pt x="304" y="99"/>
                    <a:pt x="310" y="99"/>
                    <a:pt x="310" y="93"/>
                  </a:cubicBezTo>
                  <a:cubicBezTo>
                    <a:pt x="316" y="87"/>
                    <a:pt x="316" y="68"/>
                    <a:pt x="316" y="62"/>
                  </a:cubicBezTo>
                  <a:cubicBezTo>
                    <a:pt x="310" y="37"/>
                    <a:pt x="310" y="31"/>
                    <a:pt x="304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3"/>
            <p:cNvSpPr/>
            <p:nvPr/>
          </p:nvSpPr>
          <p:spPr>
            <a:xfrm flipH="1">
              <a:off x="8398468" y="3269992"/>
              <a:ext cx="25665" cy="27878"/>
            </a:xfrm>
            <a:custGeom>
              <a:avLst/>
              <a:gdLst/>
              <a:ahLst/>
              <a:cxnLst/>
              <a:rect l="l" t="t" r="r" b="b"/>
              <a:pathLst>
                <a:path w="371" h="403" extrusionOk="0">
                  <a:moveTo>
                    <a:pt x="359" y="19"/>
                  </a:moveTo>
                  <a:cubicBezTo>
                    <a:pt x="346" y="7"/>
                    <a:pt x="322" y="1"/>
                    <a:pt x="315" y="7"/>
                  </a:cubicBezTo>
                  <a:cubicBezTo>
                    <a:pt x="266" y="50"/>
                    <a:pt x="217" y="99"/>
                    <a:pt x="161" y="149"/>
                  </a:cubicBezTo>
                  <a:lnTo>
                    <a:pt x="93" y="217"/>
                  </a:lnTo>
                  <a:cubicBezTo>
                    <a:pt x="68" y="242"/>
                    <a:pt x="50" y="260"/>
                    <a:pt x="25" y="291"/>
                  </a:cubicBezTo>
                  <a:cubicBezTo>
                    <a:pt x="0" y="316"/>
                    <a:pt x="0" y="353"/>
                    <a:pt x="25" y="377"/>
                  </a:cubicBezTo>
                  <a:cubicBezTo>
                    <a:pt x="44" y="402"/>
                    <a:pt x="87" y="402"/>
                    <a:pt x="105" y="377"/>
                  </a:cubicBezTo>
                  <a:lnTo>
                    <a:pt x="179" y="310"/>
                  </a:lnTo>
                  <a:cubicBezTo>
                    <a:pt x="198" y="279"/>
                    <a:pt x="223" y="254"/>
                    <a:pt x="247" y="223"/>
                  </a:cubicBezTo>
                  <a:cubicBezTo>
                    <a:pt x="285" y="167"/>
                    <a:pt x="334" y="124"/>
                    <a:pt x="365" y="69"/>
                  </a:cubicBezTo>
                  <a:cubicBezTo>
                    <a:pt x="371" y="38"/>
                    <a:pt x="371" y="25"/>
                    <a:pt x="359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3"/>
            <p:cNvSpPr/>
            <p:nvPr/>
          </p:nvSpPr>
          <p:spPr>
            <a:xfrm flipH="1">
              <a:off x="8327493" y="2908410"/>
              <a:ext cx="27879" cy="27462"/>
            </a:xfrm>
            <a:custGeom>
              <a:avLst/>
              <a:gdLst/>
              <a:ahLst/>
              <a:cxnLst/>
              <a:rect l="l" t="t" r="r" b="b"/>
              <a:pathLst>
                <a:path w="403" h="397" extrusionOk="0">
                  <a:moveTo>
                    <a:pt x="372" y="13"/>
                  </a:moveTo>
                  <a:cubicBezTo>
                    <a:pt x="359" y="7"/>
                    <a:pt x="341" y="1"/>
                    <a:pt x="328" y="1"/>
                  </a:cubicBezTo>
                  <a:lnTo>
                    <a:pt x="304" y="1"/>
                  </a:lnTo>
                  <a:cubicBezTo>
                    <a:pt x="279" y="1"/>
                    <a:pt x="260" y="1"/>
                    <a:pt x="236" y="7"/>
                  </a:cubicBezTo>
                  <a:cubicBezTo>
                    <a:pt x="186" y="26"/>
                    <a:pt x="149" y="44"/>
                    <a:pt x="112" y="75"/>
                  </a:cubicBezTo>
                  <a:cubicBezTo>
                    <a:pt x="44" y="137"/>
                    <a:pt x="1" y="230"/>
                    <a:pt x="1" y="322"/>
                  </a:cubicBezTo>
                  <a:cubicBezTo>
                    <a:pt x="1" y="365"/>
                    <a:pt x="32" y="396"/>
                    <a:pt x="75" y="396"/>
                  </a:cubicBezTo>
                  <a:cubicBezTo>
                    <a:pt x="87" y="396"/>
                    <a:pt x="112" y="384"/>
                    <a:pt x="118" y="372"/>
                  </a:cubicBezTo>
                  <a:cubicBezTo>
                    <a:pt x="137" y="353"/>
                    <a:pt x="137" y="341"/>
                    <a:pt x="143" y="322"/>
                  </a:cubicBezTo>
                  <a:cubicBezTo>
                    <a:pt x="143" y="347"/>
                    <a:pt x="143" y="335"/>
                    <a:pt x="143" y="322"/>
                  </a:cubicBezTo>
                  <a:lnTo>
                    <a:pt x="143" y="310"/>
                  </a:lnTo>
                  <a:cubicBezTo>
                    <a:pt x="143" y="298"/>
                    <a:pt x="149" y="291"/>
                    <a:pt x="149" y="285"/>
                  </a:cubicBezTo>
                  <a:cubicBezTo>
                    <a:pt x="149" y="279"/>
                    <a:pt x="149" y="279"/>
                    <a:pt x="155" y="273"/>
                  </a:cubicBezTo>
                  <a:cubicBezTo>
                    <a:pt x="155" y="260"/>
                    <a:pt x="162" y="254"/>
                    <a:pt x="162" y="248"/>
                  </a:cubicBezTo>
                  <a:cubicBezTo>
                    <a:pt x="174" y="236"/>
                    <a:pt x="174" y="230"/>
                    <a:pt x="180" y="223"/>
                  </a:cubicBezTo>
                  <a:cubicBezTo>
                    <a:pt x="180" y="223"/>
                    <a:pt x="180" y="217"/>
                    <a:pt x="186" y="217"/>
                  </a:cubicBezTo>
                  <a:cubicBezTo>
                    <a:pt x="193" y="205"/>
                    <a:pt x="193" y="199"/>
                    <a:pt x="205" y="199"/>
                  </a:cubicBezTo>
                  <a:cubicBezTo>
                    <a:pt x="205" y="199"/>
                    <a:pt x="205" y="192"/>
                    <a:pt x="211" y="192"/>
                  </a:cubicBezTo>
                  <a:lnTo>
                    <a:pt x="211" y="192"/>
                  </a:lnTo>
                  <a:lnTo>
                    <a:pt x="217" y="186"/>
                  </a:lnTo>
                  <a:cubicBezTo>
                    <a:pt x="223" y="168"/>
                    <a:pt x="242" y="162"/>
                    <a:pt x="254" y="143"/>
                  </a:cubicBezTo>
                  <a:lnTo>
                    <a:pt x="254" y="143"/>
                  </a:lnTo>
                  <a:lnTo>
                    <a:pt x="267" y="137"/>
                  </a:lnTo>
                  <a:cubicBezTo>
                    <a:pt x="273" y="131"/>
                    <a:pt x="279" y="131"/>
                    <a:pt x="285" y="125"/>
                  </a:cubicBezTo>
                  <a:lnTo>
                    <a:pt x="335" y="100"/>
                  </a:lnTo>
                  <a:cubicBezTo>
                    <a:pt x="341" y="100"/>
                    <a:pt x="347" y="94"/>
                    <a:pt x="359" y="94"/>
                  </a:cubicBezTo>
                  <a:cubicBezTo>
                    <a:pt x="341" y="100"/>
                    <a:pt x="365" y="94"/>
                    <a:pt x="365" y="81"/>
                  </a:cubicBezTo>
                  <a:cubicBezTo>
                    <a:pt x="372" y="81"/>
                    <a:pt x="372" y="75"/>
                    <a:pt x="378" y="75"/>
                  </a:cubicBezTo>
                  <a:cubicBezTo>
                    <a:pt x="396" y="69"/>
                    <a:pt x="403" y="32"/>
                    <a:pt x="372" y="1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3"/>
            <p:cNvSpPr/>
            <p:nvPr/>
          </p:nvSpPr>
          <p:spPr>
            <a:xfrm flipH="1">
              <a:off x="7194869" y="4826100"/>
              <a:ext cx="36387" cy="44895"/>
            </a:xfrm>
            <a:custGeom>
              <a:avLst/>
              <a:gdLst/>
              <a:ahLst/>
              <a:cxnLst/>
              <a:rect l="l" t="t" r="r" b="b"/>
              <a:pathLst>
                <a:path w="526" h="649" extrusionOk="0">
                  <a:moveTo>
                    <a:pt x="432" y="19"/>
                  </a:moveTo>
                  <a:cubicBezTo>
                    <a:pt x="383" y="12"/>
                    <a:pt x="340" y="0"/>
                    <a:pt x="290" y="25"/>
                  </a:cubicBezTo>
                  <a:cubicBezTo>
                    <a:pt x="259" y="43"/>
                    <a:pt x="229" y="62"/>
                    <a:pt x="210" y="87"/>
                  </a:cubicBezTo>
                  <a:cubicBezTo>
                    <a:pt x="161" y="124"/>
                    <a:pt x="117" y="173"/>
                    <a:pt x="87" y="222"/>
                  </a:cubicBezTo>
                  <a:cubicBezTo>
                    <a:pt x="74" y="235"/>
                    <a:pt x="74" y="235"/>
                    <a:pt x="74" y="241"/>
                  </a:cubicBezTo>
                  <a:cubicBezTo>
                    <a:pt x="68" y="247"/>
                    <a:pt x="68" y="260"/>
                    <a:pt x="62" y="272"/>
                  </a:cubicBezTo>
                  <a:lnTo>
                    <a:pt x="62" y="272"/>
                  </a:lnTo>
                  <a:lnTo>
                    <a:pt x="62" y="278"/>
                  </a:lnTo>
                  <a:cubicBezTo>
                    <a:pt x="62" y="290"/>
                    <a:pt x="56" y="297"/>
                    <a:pt x="56" y="297"/>
                  </a:cubicBezTo>
                  <a:cubicBezTo>
                    <a:pt x="37" y="327"/>
                    <a:pt x="25" y="358"/>
                    <a:pt x="12" y="389"/>
                  </a:cubicBezTo>
                  <a:cubicBezTo>
                    <a:pt x="6" y="420"/>
                    <a:pt x="0" y="451"/>
                    <a:pt x="0" y="476"/>
                  </a:cubicBezTo>
                  <a:lnTo>
                    <a:pt x="0" y="513"/>
                  </a:lnTo>
                  <a:lnTo>
                    <a:pt x="0" y="519"/>
                  </a:lnTo>
                  <a:lnTo>
                    <a:pt x="0" y="525"/>
                  </a:lnTo>
                  <a:lnTo>
                    <a:pt x="0" y="575"/>
                  </a:lnTo>
                  <a:cubicBezTo>
                    <a:pt x="0" y="612"/>
                    <a:pt x="25" y="636"/>
                    <a:pt x="62" y="643"/>
                  </a:cubicBezTo>
                  <a:cubicBezTo>
                    <a:pt x="93" y="649"/>
                    <a:pt x="130" y="630"/>
                    <a:pt x="136" y="587"/>
                  </a:cubicBezTo>
                  <a:cubicBezTo>
                    <a:pt x="136" y="581"/>
                    <a:pt x="148" y="568"/>
                    <a:pt x="148" y="556"/>
                  </a:cubicBezTo>
                  <a:lnTo>
                    <a:pt x="148" y="550"/>
                  </a:lnTo>
                  <a:lnTo>
                    <a:pt x="154" y="544"/>
                  </a:lnTo>
                  <a:cubicBezTo>
                    <a:pt x="161" y="525"/>
                    <a:pt x="167" y="513"/>
                    <a:pt x="167" y="494"/>
                  </a:cubicBezTo>
                  <a:lnTo>
                    <a:pt x="167" y="488"/>
                  </a:lnTo>
                  <a:lnTo>
                    <a:pt x="179" y="482"/>
                  </a:lnTo>
                  <a:cubicBezTo>
                    <a:pt x="192" y="451"/>
                    <a:pt x="210" y="414"/>
                    <a:pt x="229" y="383"/>
                  </a:cubicBezTo>
                  <a:cubicBezTo>
                    <a:pt x="241" y="383"/>
                    <a:pt x="241" y="371"/>
                    <a:pt x="247" y="371"/>
                  </a:cubicBezTo>
                  <a:lnTo>
                    <a:pt x="259" y="358"/>
                  </a:lnTo>
                  <a:lnTo>
                    <a:pt x="290" y="327"/>
                  </a:lnTo>
                  <a:cubicBezTo>
                    <a:pt x="303" y="321"/>
                    <a:pt x="315" y="309"/>
                    <a:pt x="321" y="297"/>
                  </a:cubicBezTo>
                  <a:lnTo>
                    <a:pt x="340" y="278"/>
                  </a:lnTo>
                  <a:lnTo>
                    <a:pt x="340" y="278"/>
                  </a:lnTo>
                  <a:lnTo>
                    <a:pt x="408" y="235"/>
                  </a:lnTo>
                  <a:cubicBezTo>
                    <a:pt x="432" y="216"/>
                    <a:pt x="457" y="204"/>
                    <a:pt x="470" y="179"/>
                  </a:cubicBezTo>
                  <a:cubicBezTo>
                    <a:pt x="476" y="173"/>
                    <a:pt x="488" y="154"/>
                    <a:pt x="494" y="148"/>
                  </a:cubicBezTo>
                  <a:cubicBezTo>
                    <a:pt x="525" y="111"/>
                    <a:pt x="488" y="31"/>
                    <a:pt x="432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3"/>
            <p:cNvSpPr/>
            <p:nvPr/>
          </p:nvSpPr>
          <p:spPr>
            <a:xfrm flipH="1">
              <a:off x="6984644" y="4947434"/>
              <a:ext cx="32098" cy="34242"/>
            </a:xfrm>
            <a:custGeom>
              <a:avLst/>
              <a:gdLst/>
              <a:ahLst/>
              <a:cxnLst/>
              <a:rect l="l" t="t" r="r" b="b"/>
              <a:pathLst>
                <a:path w="464" h="495" extrusionOk="0">
                  <a:moveTo>
                    <a:pt x="458" y="186"/>
                  </a:moveTo>
                  <a:cubicBezTo>
                    <a:pt x="458" y="155"/>
                    <a:pt x="451" y="130"/>
                    <a:pt x="433" y="112"/>
                  </a:cubicBezTo>
                  <a:cubicBezTo>
                    <a:pt x="427" y="93"/>
                    <a:pt x="408" y="81"/>
                    <a:pt x="402" y="62"/>
                  </a:cubicBezTo>
                  <a:cubicBezTo>
                    <a:pt x="377" y="38"/>
                    <a:pt x="353" y="19"/>
                    <a:pt x="309" y="7"/>
                  </a:cubicBezTo>
                  <a:cubicBezTo>
                    <a:pt x="297" y="7"/>
                    <a:pt x="272" y="1"/>
                    <a:pt x="260" y="1"/>
                  </a:cubicBezTo>
                  <a:cubicBezTo>
                    <a:pt x="217" y="1"/>
                    <a:pt x="180" y="7"/>
                    <a:pt x="149" y="32"/>
                  </a:cubicBezTo>
                  <a:cubicBezTo>
                    <a:pt x="136" y="38"/>
                    <a:pt x="118" y="56"/>
                    <a:pt x="105" y="62"/>
                  </a:cubicBezTo>
                  <a:cubicBezTo>
                    <a:pt x="81" y="81"/>
                    <a:pt x="62" y="99"/>
                    <a:pt x="56" y="130"/>
                  </a:cubicBezTo>
                  <a:cubicBezTo>
                    <a:pt x="50" y="149"/>
                    <a:pt x="44" y="161"/>
                    <a:pt x="44" y="180"/>
                  </a:cubicBezTo>
                  <a:lnTo>
                    <a:pt x="44" y="180"/>
                  </a:lnTo>
                  <a:cubicBezTo>
                    <a:pt x="44" y="186"/>
                    <a:pt x="31" y="186"/>
                    <a:pt x="31" y="192"/>
                  </a:cubicBezTo>
                  <a:cubicBezTo>
                    <a:pt x="25" y="211"/>
                    <a:pt x="19" y="223"/>
                    <a:pt x="19" y="235"/>
                  </a:cubicBezTo>
                  <a:lnTo>
                    <a:pt x="19" y="242"/>
                  </a:lnTo>
                  <a:cubicBezTo>
                    <a:pt x="25" y="235"/>
                    <a:pt x="25" y="217"/>
                    <a:pt x="31" y="211"/>
                  </a:cubicBezTo>
                  <a:cubicBezTo>
                    <a:pt x="25" y="217"/>
                    <a:pt x="25" y="235"/>
                    <a:pt x="19" y="242"/>
                  </a:cubicBezTo>
                  <a:cubicBezTo>
                    <a:pt x="19" y="254"/>
                    <a:pt x="19" y="266"/>
                    <a:pt x="13" y="279"/>
                  </a:cubicBezTo>
                  <a:cubicBezTo>
                    <a:pt x="13" y="266"/>
                    <a:pt x="13" y="254"/>
                    <a:pt x="19" y="242"/>
                  </a:cubicBezTo>
                  <a:cubicBezTo>
                    <a:pt x="19" y="248"/>
                    <a:pt x="13" y="254"/>
                    <a:pt x="13" y="266"/>
                  </a:cubicBezTo>
                  <a:cubicBezTo>
                    <a:pt x="0" y="285"/>
                    <a:pt x="0" y="310"/>
                    <a:pt x="0" y="322"/>
                  </a:cubicBezTo>
                  <a:cubicBezTo>
                    <a:pt x="0" y="347"/>
                    <a:pt x="13" y="371"/>
                    <a:pt x="19" y="396"/>
                  </a:cubicBezTo>
                  <a:lnTo>
                    <a:pt x="19" y="396"/>
                  </a:lnTo>
                  <a:lnTo>
                    <a:pt x="19" y="408"/>
                  </a:lnTo>
                  <a:cubicBezTo>
                    <a:pt x="25" y="433"/>
                    <a:pt x="50" y="464"/>
                    <a:pt x="75" y="476"/>
                  </a:cubicBezTo>
                  <a:cubicBezTo>
                    <a:pt x="81" y="476"/>
                    <a:pt x="87" y="489"/>
                    <a:pt x="93" y="489"/>
                  </a:cubicBezTo>
                  <a:cubicBezTo>
                    <a:pt x="112" y="495"/>
                    <a:pt x="124" y="495"/>
                    <a:pt x="143" y="489"/>
                  </a:cubicBezTo>
                  <a:cubicBezTo>
                    <a:pt x="167" y="489"/>
                    <a:pt x="186" y="470"/>
                    <a:pt x="204" y="458"/>
                  </a:cubicBezTo>
                  <a:cubicBezTo>
                    <a:pt x="210" y="445"/>
                    <a:pt x="217" y="439"/>
                    <a:pt x="217" y="433"/>
                  </a:cubicBezTo>
                  <a:cubicBezTo>
                    <a:pt x="229" y="427"/>
                    <a:pt x="229" y="408"/>
                    <a:pt x="235" y="402"/>
                  </a:cubicBezTo>
                  <a:lnTo>
                    <a:pt x="235" y="402"/>
                  </a:lnTo>
                  <a:lnTo>
                    <a:pt x="291" y="402"/>
                  </a:lnTo>
                  <a:cubicBezTo>
                    <a:pt x="322" y="402"/>
                    <a:pt x="340" y="396"/>
                    <a:pt x="365" y="377"/>
                  </a:cubicBezTo>
                  <a:cubicBezTo>
                    <a:pt x="390" y="365"/>
                    <a:pt x="414" y="347"/>
                    <a:pt x="427" y="328"/>
                  </a:cubicBezTo>
                  <a:cubicBezTo>
                    <a:pt x="445" y="303"/>
                    <a:pt x="458" y="279"/>
                    <a:pt x="464" y="254"/>
                  </a:cubicBezTo>
                  <a:cubicBezTo>
                    <a:pt x="464" y="242"/>
                    <a:pt x="464" y="211"/>
                    <a:pt x="458" y="1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3"/>
            <p:cNvSpPr/>
            <p:nvPr/>
          </p:nvSpPr>
          <p:spPr>
            <a:xfrm flipH="1">
              <a:off x="7015843" y="4964520"/>
              <a:ext cx="69" cy="6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3"/>
            <p:cNvSpPr/>
            <p:nvPr/>
          </p:nvSpPr>
          <p:spPr>
            <a:xfrm flipH="1">
              <a:off x="7015843" y="4964520"/>
              <a:ext cx="69" cy="484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" y="7"/>
                    <a:pt x="1" y="7"/>
                    <a:pt x="1" y="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3"/>
            <p:cNvSpPr/>
            <p:nvPr/>
          </p:nvSpPr>
          <p:spPr>
            <a:xfrm flipH="1">
              <a:off x="6823049" y="4708086"/>
              <a:ext cx="9892" cy="26148"/>
            </a:xfrm>
            <a:custGeom>
              <a:avLst/>
              <a:gdLst/>
              <a:ahLst/>
              <a:cxnLst/>
              <a:rect l="l" t="t" r="r" b="b"/>
              <a:pathLst>
                <a:path w="143" h="378" extrusionOk="0">
                  <a:moveTo>
                    <a:pt x="117" y="112"/>
                  </a:moveTo>
                  <a:cubicBezTo>
                    <a:pt x="111" y="87"/>
                    <a:pt x="111" y="63"/>
                    <a:pt x="105" y="38"/>
                  </a:cubicBezTo>
                  <a:cubicBezTo>
                    <a:pt x="93" y="1"/>
                    <a:pt x="31" y="1"/>
                    <a:pt x="25" y="38"/>
                  </a:cubicBezTo>
                  <a:cubicBezTo>
                    <a:pt x="19" y="63"/>
                    <a:pt x="12" y="87"/>
                    <a:pt x="12" y="112"/>
                  </a:cubicBezTo>
                  <a:cubicBezTo>
                    <a:pt x="0" y="131"/>
                    <a:pt x="0" y="162"/>
                    <a:pt x="0" y="186"/>
                  </a:cubicBezTo>
                  <a:cubicBezTo>
                    <a:pt x="0" y="211"/>
                    <a:pt x="0" y="236"/>
                    <a:pt x="12" y="254"/>
                  </a:cubicBezTo>
                  <a:cubicBezTo>
                    <a:pt x="12" y="279"/>
                    <a:pt x="12" y="304"/>
                    <a:pt x="19" y="328"/>
                  </a:cubicBezTo>
                  <a:cubicBezTo>
                    <a:pt x="19" y="353"/>
                    <a:pt x="43" y="378"/>
                    <a:pt x="74" y="378"/>
                  </a:cubicBezTo>
                  <a:cubicBezTo>
                    <a:pt x="105" y="378"/>
                    <a:pt x="124" y="359"/>
                    <a:pt x="124" y="328"/>
                  </a:cubicBezTo>
                  <a:cubicBezTo>
                    <a:pt x="124" y="304"/>
                    <a:pt x="124" y="279"/>
                    <a:pt x="136" y="254"/>
                  </a:cubicBezTo>
                  <a:cubicBezTo>
                    <a:pt x="136" y="236"/>
                    <a:pt x="142" y="211"/>
                    <a:pt x="142" y="186"/>
                  </a:cubicBezTo>
                  <a:cubicBezTo>
                    <a:pt x="117" y="162"/>
                    <a:pt x="117" y="131"/>
                    <a:pt x="117" y="11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3"/>
            <p:cNvSpPr/>
            <p:nvPr/>
          </p:nvSpPr>
          <p:spPr>
            <a:xfrm flipH="1">
              <a:off x="6915399" y="4567106"/>
              <a:ext cx="26979" cy="26563"/>
            </a:xfrm>
            <a:custGeom>
              <a:avLst/>
              <a:gdLst/>
              <a:ahLst/>
              <a:cxnLst/>
              <a:rect l="l" t="t" r="r" b="b"/>
              <a:pathLst>
                <a:path w="390" h="384" extrusionOk="0">
                  <a:moveTo>
                    <a:pt x="371" y="19"/>
                  </a:moveTo>
                  <a:cubicBezTo>
                    <a:pt x="359" y="0"/>
                    <a:pt x="328" y="0"/>
                    <a:pt x="309" y="19"/>
                  </a:cubicBezTo>
                  <a:cubicBezTo>
                    <a:pt x="285" y="37"/>
                    <a:pt x="260" y="56"/>
                    <a:pt x="229" y="74"/>
                  </a:cubicBezTo>
                  <a:lnTo>
                    <a:pt x="161" y="148"/>
                  </a:lnTo>
                  <a:lnTo>
                    <a:pt x="25" y="284"/>
                  </a:lnTo>
                  <a:cubicBezTo>
                    <a:pt x="0" y="309"/>
                    <a:pt x="0" y="340"/>
                    <a:pt x="25" y="365"/>
                  </a:cubicBezTo>
                  <a:cubicBezTo>
                    <a:pt x="44" y="383"/>
                    <a:pt x="75" y="383"/>
                    <a:pt x="99" y="365"/>
                  </a:cubicBezTo>
                  <a:lnTo>
                    <a:pt x="241" y="223"/>
                  </a:lnTo>
                  <a:lnTo>
                    <a:pt x="309" y="155"/>
                  </a:lnTo>
                  <a:cubicBezTo>
                    <a:pt x="334" y="130"/>
                    <a:pt x="353" y="99"/>
                    <a:pt x="371" y="74"/>
                  </a:cubicBezTo>
                  <a:cubicBezTo>
                    <a:pt x="390" y="62"/>
                    <a:pt x="390" y="31"/>
                    <a:pt x="371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3"/>
            <p:cNvSpPr/>
            <p:nvPr/>
          </p:nvSpPr>
          <p:spPr>
            <a:xfrm flipH="1">
              <a:off x="6585092" y="4849135"/>
              <a:ext cx="39362" cy="59075"/>
            </a:xfrm>
            <a:custGeom>
              <a:avLst/>
              <a:gdLst/>
              <a:ahLst/>
              <a:cxnLst/>
              <a:rect l="l" t="t" r="r" b="b"/>
              <a:pathLst>
                <a:path w="569" h="854" extrusionOk="0">
                  <a:moveTo>
                    <a:pt x="488" y="19"/>
                  </a:moveTo>
                  <a:cubicBezTo>
                    <a:pt x="451" y="32"/>
                    <a:pt x="433" y="69"/>
                    <a:pt x="402" y="93"/>
                  </a:cubicBezTo>
                  <a:cubicBezTo>
                    <a:pt x="390" y="112"/>
                    <a:pt x="371" y="118"/>
                    <a:pt x="359" y="143"/>
                  </a:cubicBezTo>
                  <a:cubicBezTo>
                    <a:pt x="352" y="155"/>
                    <a:pt x="334" y="161"/>
                    <a:pt x="328" y="180"/>
                  </a:cubicBezTo>
                  <a:cubicBezTo>
                    <a:pt x="297" y="211"/>
                    <a:pt x="278" y="242"/>
                    <a:pt x="260" y="272"/>
                  </a:cubicBezTo>
                  <a:cubicBezTo>
                    <a:pt x="235" y="303"/>
                    <a:pt x="210" y="340"/>
                    <a:pt x="198" y="371"/>
                  </a:cubicBezTo>
                  <a:cubicBezTo>
                    <a:pt x="155" y="433"/>
                    <a:pt x="124" y="501"/>
                    <a:pt x="93" y="575"/>
                  </a:cubicBezTo>
                  <a:cubicBezTo>
                    <a:pt x="81" y="612"/>
                    <a:pt x="62" y="649"/>
                    <a:pt x="50" y="680"/>
                  </a:cubicBezTo>
                  <a:cubicBezTo>
                    <a:pt x="50" y="686"/>
                    <a:pt x="44" y="699"/>
                    <a:pt x="44" y="705"/>
                  </a:cubicBezTo>
                  <a:lnTo>
                    <a:pt x="44" y="736"/>
                  </a:lnTo>
                  <a:cubicBezTo>
                    <a:pt x="44" y="742"/>
                    <a:pt x="25" y="767"/>
                    <a:pt x="25" y="773"/>
                  </a:cubicBezTo>
                  <a:cubicBezTo>
                    <a:pt x="0" y="822"/>
                    <a:pt x="62" y="853"/>
                    <a:pt x="87" y="810"/>
                  </a:cubicBezTo>
                  <a:cubicBezTo>
                    <a:pt x="93" y="804"/>
                    <a:pt x="105" y="791"/>
                    <a:pt x="112" y="779"/>
                  </a:cubicBezTo>
                  <a:cubicBezTo>
                    <a:pt x="124" y="779"/>
                    <a:pt x="136" y="773"/>
                    <a:pt x="149" y="767"/>
                  </a:cubicBezTo>
                  <a:cubicBezTo>
                    <a:pt x="167" y="748"/>
                    <a:pt x="173" y="736"/>
                    <a:pt x="186" y="717"/>
                  </a:cubicBezTo>
                  <a:cubicBezTo>
                    <a:pt x="210" y="699"/>
                    <a:pt x="235" y="662"/>
                    <a:pt x="260" y="631"/>
                  </a:cubicBezTo>
                  <a:cubicBezTo>
                    <a:pt x="303" y="575"/>
                    <a:pt x="352" y="520"/>
                    <a:pt x="390" y="458"/>
                  </a:cubicBezTo>
                  <a:cubicBezTo>
                    <a:pt x="402" y="427"/>
                    <a:pt x="427" y="396"/>
                    <a:pt x="445" y="371"/>
                  </a:cubicBezTo>
                  <a:cubicBezTo>
                    <a:pt x="451" y="353"/>
                    <a:pt x="464" y="340"/>
                    <a:pt x="476" y="322"/>
                  </a:cubicBezTo>
                  <a:cubicBezTo>
                    <a:pt x="482" y="310"/>
                    <a:pt x="488" y="285"/>
                    <a:pt x="495" y="272"/>
                  </a:cubicBezTo>
                  <a:cubicBezTo>
                    <a:pt x="507" y="254"/>
                    <a:pt x="513" y="248"/>
                    <a:pt x="519" y="229"/>
                  </a:cubicBezTo>
                  <a:cubicBezTo>
                    <a:pt x="525" y="211"/>
                    <a:pt x="538" y="192"/>
                    <a:pt x="538" y="167"/>
                  </a:cubicBezTo>
                  <a:cubicBezTo>
                    <a:pt x="544" y="130"/>
                    <a:pt x="569" y="100"/>
                    <a:pt x="569" y="62"/>
                  </a:cubicBezTo>
                  <a:cubicBezTo>
                    <a:pt x="550" y="19"/>
                    <a:pt x="519" y="1"/>
                    <a:pt x="488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3"/>
            <p:cNvSpPr/>
            <p:nvPr/>
          </p:nvSpPr>
          <p:spPr>
            <a:xfrm flipH="1">
              <a:off x="7431243" y="2959324"/>
              <a:ext cx="15842" cy="20130"/>
            </a:xfrm>
            <a:custGeom>
              <a:avLst/>
              <a:gdLst/>
              <a:ahLst/>
              <a:cxnLst/>
              <a:rect l="l" t="t" r="r" b="b"/>
              <a:pathLst>
                <a:path w="229" h="291" extrusionOk="0">
                  <a:moveTo>
                    <a:pt x="229" y="62"/>
                  </a:moveTo>
                  <a:cubicBezTo>
                    <a:pt x="229" y="43"/>
                    <a:pt x="222" y="31"/>
                    <a:pt x="210" y="19"/>
                  </a:cubicBezTo>
                  <a:cubicBezTo>
                    <a:pt x="198" y="13"/>
                    <a:pt x="192" y="6"/>
                    <a:pt x="179" y="6"/>
                  </a:cubicBezTo>
                  <a:cubicBezTo>
                    <a:pt x="161" y="0"/>
                    <a:pt x="136" y="0"/>
                    <a:pt x="124" y="6"/>
                  </a:cubicBezTo>
                  <a:cubicBezTo>
                    <a:pt x="93" y="13"/>
                    <a:pt x="68" y="31"/>
                    <a:pt x="43" y="50"/>
                  </a:cubicBezTo>
                  <a:cubicBezTo>
                    <a:pt x="37" y="62"/>
                    <a:pt x="25" y="68"/>
                    <a:pt x="25" y="74"/>
                  </a:cubicBezTo>
                  <a:cubicBezTo>
                    <a:pt x="12" y="80"/>
                    <a:pt x="12" y="99"/>
                    <a:pt x="6" y="105"/>
                  </a:cubicBezTo>
                  <a:cubicBezTo>
                    <a:pt x="0" y="124"/>
                    <a:pt x="0" y="142"/>
                    <a:pt x="0" y="161"/>
                  </a:cubicBezTo>
                  <a:cubicBezTo>
                    <a:pt x="0" y="198"/>
                    <a:pt x="6" y="235"/>
                    <a:pt x="37" y="266"/>
                  </a:cubicBezTo>
                  <a:cubicBezTo>
                    <a:pt x="56" y="284"/>
                    <a:pt x="87" y="291"/>
                    <a:pt x="105" y="284"/>
                  </a:cubicBezTo>
                  <a:lnTo>
                    <a:pt x="124" y="284"/>
                  </a:lnTo>
                  <a:cubicBezTo>
                    <a:pt x="148" y="284"/>
                    <a:pt x="161" y="266"/>
                    <a:pt x="161" y="241"/>
                  </a:cubicBezTo>
                  <a:cubicBezTo>
                    <a:pt x="161" y="229"/>
                    <a:pt x="155" y="216"/>
                    <a:pt x="136" y="204"/>
                  </a:cubicBezTo>
                  <a:cubicBezTo>
                    <a:pt x="136" y="198"/>
                    <a:pt x="130" y="198"/>
                    <a:pt x="130" y="192"/>
                  </a:cubicBezTo>
                  <a:lnTo>
                    <a:pt x="130" y="192"/>
                  </a:lnTo>
                  <a:lnTo>
                    <a:pt x="130" y="198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0" y="179"/>
                  </a:lnTo>
                  <a:lnTo>
                    <a:pt x="130" y="179"/>
                  </a:lnTo>
                  <a:lnTo>
                    <a:pt x="130" y="173"/>
                  </a:lnTo>
                  <a:cubicBezTo>
                    <a:pt x="130" y="167"/>
                    <a:pt x="130" y="161"/>
                    <a:pt x="136" y="148"/>
                  </a:cubicBezTo>
                  <a:cubicBezTo>
                    <a:pt x="136" y="142"/>
                    <a:pt x="136" y="142"/>
                    <a:pt x="148" y="136"/>
                  </a:cubicBezTo>
                  <a:cubicBezTo>
                    <a:pt x="155" y="130"/>
                    <a:pt x="155" y="118"/>
                    <a:pt x="155" y="111"/>
                  </a:cubicBezTo>
                  <a:lnTo>
                    <a:pt x="155" y="111"/>
                  </a:lnTo>
                  <a:lnTo>
                    <a:pt x="161" y="105"/>
                  </a:lnTo>
                  <a:lnTo>
                    <a:pt x="161" y="105"/>
                  </a:lnTo>
                  <a:lnTo>
                    <a:pt x="167" y="105"/>
                  </a:lnTo>
                  <a:lnTo>
                    <a:pt x="161" y="105"/>
                  </a:lnTo>
                  <a:lnTo>
                    <a:pt x="161" y="105"/>
                  </a:lnTo>
                  <a:cubicBezTo>
                    <a:pt x="167" y="105"/>
                    <a:pt x="179" y="111"/>
                    <a:pt x="185" y="111"/>
                  </a:cubicBezTo>
                  <a:cubicBezTo>
                    <a:pt x="192" y="111"/>
                    <a:pt x="198" y="111"/>
                    <a:pt x="185" y="111"/>
                  </a:cubicBezTo>
                  <a:cubicBezTo>
                    <a:pt x="198" y="111"/>
                    <a:pt x="216" y="111"/>
                    <a:pt x="222" y="105"/>
                  </a:cubicBezTo>
                  <a:cubicBezTo>
                    <a:pt x="229" y="93"/>
                    <a:pt x="229" y="74"/>
                    <a:pt x="229" y="6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3"/>
            <p:cNvSpPr/>
            <p:nvPr/>
          </p:nvSpPr>
          <p:spPr>
            <a:xfrm flipH="1">
              <a:off x="7352590" y="2985818"/>
              <a:ext cx="13766" cy="39776"/>
            </a:xfrm>
            <a:custGeom>
              <a:avLst/>
              <a:gdLst/>
              <a:ahLst/>
              <a:cxnLst/>
              <a:rect l="l" t="t" r="r" b="b"/>
              <a:pathLst>
                <a:path w="199" h="575" extrusionOk="0">
                  <a:moveTo>
                    <a:pt x="174" y="25"/>
                  </a:moveTo>
                  <a:cubicBezTo>
                    <a:pt x="161" y="0"/>
                    <a:pt x="130" y="0"/>
                    <a:pt x="106" y="13"/>
                  </a:cubicBezTo>
                  <a:cubicBezTo>
                    <a:pt x="75" y="43"/>
                    <a:pt x="75" y="93"/>
                    <a:pt x="63" y="130"/>
                  </a:cubicBezTo>
                  <a:cubicBezTo>
                    <a:pt x="50" y="167"/>
                    <a:pt x="44" y="216"/>
                    <a:pt x="38" y="254"/>
                  </a:cubicBezTo>
                  <a:cubicBezTo>
                    <a:pt x="19" y="334"/>
                    <a:pt x="7" y="420"/>
                    <a:pt x="1" y="501"/>
                  </a:cubicBezTo>
                  <a:cubicBezTo>
                    <a:pt x="1" y="525"/>
                    <a:pt x="7" y="556"/>
                    <a:pt x="32" y="562"/>
                  </a:cubicBezTo>
                  <a:cubicBezTo>
                    <a:pt x="50" y="575"/>
                    <a:pt x="81" y="556"/>
                    <a:pt x="93" y="532"/>
                  </a:cubicBezTo>
                  <a:cubicBezTo>
                    <a:pt x="112" y="451"/>
                    <a:pt x="130" y="371"/>
                    <a:pt x="143" y="284"/>
                  </a:cubicBezTo>
                  <a:lnTo>
                    <a:pt x="168" y="173"/>
                  </a:lnTo>
                  <a:cubicBezTo>
                    <a:pt x="186" y="118"/>
                    <a:pt x="198" y="62"/>
                    <a:pt x="174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3"/>
            <p:cNvSpPr/>
            <p:nvPr/>
          </p:nvSpPr>
          <p:spPr>
            <a:xfrm flipH="1">
              <a:off x="7366287" y="3224682"/>
              <a:ext cx="11622" cy="32166"/>
            </a:xfrm>
            <a:custGeom>
              <a:avLst/>
              <a:gdLst/>
              <a:ahLst/>
              <a:cxnLst/>
              <a:rect l="l" t="t" r="r" b="b"/>
              <a:pathLst>
                <a:path w="168" h="465" extrusionOk="0">
                  <a:moveTo>
                    <a:pt x="118" y="25"/>
                  </a:moveTo>
                  <a:cubicBezTo>
                    <a:pt x="106" y="56"/>
                    <a:pt x="94" y="87"/>
                    <a:pt x="87" y="118"/>
                  </a:cubicBezTo>
                  <a:cubicBezTo>
                    <a:pt x="81" y="149"/>
                    <a:pt x="63" y="180"/>
                    <a:pt x="57" y="211"/>
                  </a:cubicBezTo>
                  <a:cubicBezTo>
                    <a:pt x="32" y="273"/>
                    <a:pt x="26" y="334"/>
                    <a:pt x="13" y="396"/>
                  </a:cubicBezTo>
                  <a:cubicBezTo>
                    <a:pt x="1" y="439"/>
                    <a:pt x="75" y="464"/>
                    <a:pt x="87" y="415"/>
                  </a:cubicBezTo>
                  <a:cubicBezTo>
                    <a:pt x="106" y="353"/>
                    <a:pt x="124" y="291"/>
                    <a:pt x="137" y="229"/>
                  </a:cubicBezTo>
                  <a:cubicBezTo>
                    <a:pt x="143" y="198"/>
                    <a:pt x="149" y="168"/>
                    <a:pt x="149" y="137"/>
                  </a:cubicBezTo>
                  <a:cubicBezTo>
                    <a:pt x="155" y="106"/>
                    <a:pt x="168" y="75"/>
                    <a:pt x="168" y="38"/>
                  </a:cubicBezTo>
                  <a:cubicBezTo>
                    <a:pt x="168" y="7"/>
                    <a:pt x="137" y="1"/>
                    <a:pt x="118" y="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3"/>
            <p:cNvSpPr/>
            <p:nvPr/>
          </p:nvSpPr>
          <p:spPr>
            <a:xfrm flipH="1">
              <a:off x="7321392" y="3781131"/>
              <a:ext cx="14596" cy="27462"/>
            </a:xfrm>
            <a:custGeom>
              <a:avLst/>
              <a:gdLst/>
              <a:ahLst/>
              <a:cxnLst/>
              <a:rect l="l" t="t" r="r" b="b"/>
              <a:pathLst>
                <a:path w="211" h="397" extrusionOk="0">
                  <a:moveTo>
                    <a:pt x="161" y="25"/>
                  </a:moveTo>
                  <a:cubicBezTo>
                    <a:pt x="124" y="1"/>
                    <a:pt x="75" y="19"/>
                    <a:pt x="56" y="56"/>
                  </a:cubicBezTo>
                  <a:cubicBezTo>
                    <a:pt x="44" y="75"/>
                    <a:pt x="37" y="87"/>
                    <a:pt x="37" y="99"/>
                  </a:cubicBezTo>
                  <a:cubicBezTo>
                    <a:pt x="31" y="124"/>
                    <a:pt x="31" y="149"/>
                    <a:pt x="19" y="174"/>
                  </a:cubicBezTo>
                  <a:cubicBezTo>
                    <a:pt x="13" y="192"/>
                    <a:pt x="13" y="217"/>
                    <a:pt x="7" y="242"/>
                  </a:cubicBezTo>
                  <a:cubicBezTo>
                    <a:pt x="7" y="254"/>
                    <a:pt x="0" y="272"/>
                    <a:pt x="0" y="285"/>
                  </a:cubicBezTo>
                  <a:cubicBezTo>
                    <a:pt x="0" y="303"/>
                    <a:pt x="0" y="310"/>
                    <a:pt x="7" y="328"/>
                  </a:cubicBezTo>
                  <a:cubicBezTo>
                    <a:pt x="7" y="347"/>
                    <a:pt x="19" y="384"/>
                    <a:pt x="50" y="390"/>
                  </a:cubicBezTo>
                  <a:cubicBezTo>
                    <a:pt x="81" y="396"/>
                    <a:pt x="105" y="377"/>
                    <a:pt x="124" y="359"/>
                  </a:cubicBezTo>
                  <a:cubicBezTo>
                    <a:pt x="136" y="334"/>
                    <a:pt x="155" y="310"/>
                    <a:pt x="155" y="285"/>
                  </a:cubicBezTo>
                  <a:cubicBezTo>
                    <a:pt x="161" y="266"/>
                    <a:pt x="161" y="248"/>
                    <a:pt x="167" y="229"/>
                  </a:cubicBezTo>
                  <a:cubicBezTo>
                    <a:pt x="173" y="204"/>
                    <a:pt x="173" y="186"/>
                    <a:pt x="186" y="167"/>
                  </a:cubicBezTo>
                  <a:cubicBezTo>
                    <a:pt x="192" y="143"/>
                    <a:pt x="192" y="112"/>
                    <a:pt x="192" y="87"/>
                  </a:cubicBezTo>
                  <a:cubicBezTo>
                    <a:pt x="210" y="62"/>
                    <a:pt x="192" y="44"/>
                    <a:pt x="161" y="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3"/>
            <p:cNvSpPr/>
            <p:nvPr/>
          </p:nvSpPr>
          <p:spPr>
            <a:xfrm flipH="1">
              <a:off x="7285075" y="3804651"/>
              <a:ext cx="16741" cy="12036"/>
            </a:xfrm>
            <a:custGeom>
              <a:avLst/>
              <a:gdLst/>
              <a:ahLst/>
              <a:cxnLst/>
              <a:rect l="l" t="t" r="r" b="b"/>
              <a:pathLst>
                <a:path w="242" h="174" extrusionOk="0">
                  <a:moveTo>
                    <a:pt x="242" y="56"/>
                  </a:moveTo>
                  <a:cubicBezTo>
                    <a:pt x="242" y="44"/>
                    <a:pt x="242" y="25"/>
                    <a:pt x="223" y="19"/>
                  </a:cubicBezTo>
                  <a:cubicBezTo>
                    <a:pt x="217" y="13"/>
                    <a:pt x="198" y="13"/>
                    <a:pt x="186" y="13"/>
                  </a:cubicBezTo>
                  <a:cubicBezTo>
                    <a:pt x="180" y="13"/>
                    <a:pt x="167" y="0"/>
                    <a:pt x="155" y="0"/>
                  </a:cubicBezTo>
                  <a:cubicBezTo>
                    <a:pt x="149" y="0"/>
                    <a:pt x="137" y="0"/>
                    <a:pt x="124" y="13"/>
                  </a:cubicBezTo>
                  <a:cubicBezTo>
                    <a:pt x="106" y="13"/>
                    <a:pt x="99" y="19"/>
                    <a:pt x="81" y="25"/>
                  </a:cubicBezTo>
                  <a:lnTo>
                    <a:pt x="38" y="50"/>
                  </a:lnTo>
                  <a:cubicBezTo>
                    <a:pt x="13" y="62"/>
                    <a:pt x="1" y="93"/>
                    <a:pt x="13" y="124"/>
                  </a:cubicBezTo>
                  <a:cubicBezTo>
                    <a:pt x="25" y="155"/>
                    <a:pt x="62" y="173"/>
                    <a:pt x="87" y="167"/>
                  </a:cubicBezTo>
                  <a:cubicBezTo>
                    <a:pt x="99" y="155"/>
                    <a:pt x="118" y="155"/>
                    <a:pt x="130" y="149"/>
                  </a:cubicBezTo>
                  <a:cubicBezTo>
                    <a:pt x="149" y="143"/>
                    <a:pt x="155" y="143"/>
                    <a:pt x="167" y="130"/>
                  </a:cubicBezTo>
                  <a:cubicBezTo>
                    <a:pt x="180" y="130"/>
                    <a:pt x="180" y="124"/>
                    <a:pt x="186" y="118"/>
                  </a:cubicBezTo>
                  <a:cubicBezTo>
                    <a:pt x="192" y="112"/>
                    <a:pt x="198" y="99"/>
                    <a:pt x="211" y="87"/>
                  </a:cubicBezTo>
                  <a:cubicBezTo>
                    <a:pt x="229" y="81"/>
                    <a:pt x="242" y="68"/>
                    <a:pt x="242" y="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3"/>
            <p:cNvSpPr/>
            <p:nvPr/>
          </p:nvSpPr>
          <p:spPr>
            <a:xfrm flipH="1">
              <a:off x="7238035" y="3887524"/>
              <a:ext cx="14181" cy="23589"/>
            </a:xfrm>
            <a:custGeom>
              <a:avLst/>
              <a:gdLst/>
              <a:ahLst/>
              <a:cxnLst/>
              <a:rect l="l" t="t" r="r" b="b"/>
              <a:pathLst>
                <a:path w="205" h="341" extrusionOk="0">
                  <a:moveTo>
                    <a:pt x="161" y="19"/>
                  </a:moveTo>
                  <a:cubicBezTo>
                    <a:pt x="149" y="26"/>
                    <a:pt x="142" y="32"/>
                    <a:pt x="130" y="50"/>
                  </a:cubicBezTo>
                  <a:cubicBezTo>
                    <a:pt x="124" y="57"/>
                    <a:pt x="118" y="69"/>
                    <a:pt x="111" y="81"/>
                  </a:cubicBezTo>
                  <a:cubicBezTo>
                    <a:pt x="93" y="100"/>
                    <a:pt x="87" y="118"/>
                    <a:pt x="68" y="137"/>
                  </a:cubicBezTo>
                  <a:cubicBezTo>
                    <a:pt x="50" y="180"/>
                    <a:pt x="25" y="223"/>
                    <a:pt x="6" y="273"/>
                  </a:cubicBezTo>
                  <a:cubicBezTo>
                    <a:pt x="0" y="291"/>
                    <a:pt x="0" y="316"/>
                    <a:pt x="25" y="335"/>
                  </a:cubicBezTo>
                  <a:cubicBezTo>
                    <a:pt x="50" y="341"/>
                    <a:pt x="68" y="341"/>
                    <a:pt x="87" y="316"/>
                  </a:cubicBezTo>
                  <a:cubicBezTo>
                    <a:pt x="111" y="273"/>
                    <a:pt x="142" y="230"/>
                    <a:pt x="155" y="186"/>
                  </a:cubicBezTo>
                  <a:cubicBezTo>
                    <a:pt x="161" y="162"/>
                    <a:pt x="173" y="137"/>
                    <a:pt x="179" y="125"/>
                  </a:cubicBezTo>
                  <a:cubicBezTo>
                    <a:pt x="186" y="100"/>
                    <a:pt x="204" y="75"/>
                    <a:pt x="204" y="57"/>
                  </a:cubicBezTo>
                  <a:cubicBezTo>
                    <a:pt x="204" y="19"/>
                    <a:pt x="179" y="1"/>
                    <a:pt x="161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3"/>
            <p:cNvSpPr/>
            <p:nvPr/>
          </p:nvSpPr>
          <p:spPr>
            <a:xfrm flipH="1">
              <a:off x="7310255" y="3646100"/>
              <a:ext cx="19301" cy="11137"/>
            </a:xfrm>
            <a:custGeom>
              <a:avLst/>
              <a:gdLst/>
              <a:ahLst/>
              <a:cxnLst/>
              <a:rect l="l" t="t" r="r" b="b"/>
              <a:pathLst>
                <a:path w="279" h="161" extrusionOk="0">
                  <a:moveTo>
                    <a:pt x="241" y="19"/>
                  </a:moveTo>
                  <a:cubicBezTo>
                    <a:pt x="241" y="19"/>
                    <a:pt x="229" y="19"/>
                    <a:pt x="229" y="7"/>
                  </a:cubicBezTo>
                  <a:cubicBezTo>
                    <a:pt x="216" y="0"/>
                    <a:pt x="210" y="7"/>
                    <a:pt x="192" y="7"/>
                  </a:cubicBezTo>
                  <a:cubicBezTo>
                    <a:pt x="179" y="19"/>
                    <a:pt x="154" y="19"/>
                    <a:pt x="136" y="25"/>
                  </a:cubicBezTo>
                  <a:cubicBezTo>
                    <a:pt x="124" y="31"/>
                    <a:pt x="99" y="31"/>
                    <a:pt x="87" y="37"/>
                  </a:cubicBezTo>
                  <a:cubicBezTo>
                    <a:pt x="68" y="37"/>
                    <a:pt x="62" y="50"/>
                    <a:pt x="43" y="56"/>
                  </a:cubicBezTo>
                  <a:cubicBezTo>
                    <a:pt x="37" y="62"/>
                    <a:pt x="31" y="68"/>
                    <a:pt x="12" y="81"/>
                  </a:cubicBezTo>
                  <a:cubicBezTo>
                    <a:pt x="6" y="93"/>
                    <a:pt x="0" y="112"/>
                    <a:pt x="0" y="124"/>
                  </a:cubicBezTo>
                  <a:cubicBezTo>
                    <a:pt x="6" y="142"/>
                    <a:pt x="12" y="155"/>
                    <a:pt x="31" y="155"/>
                  </a:cubicBezTo>
                  <a:cubicBezTo>
                    <a:pt x="43" y="155"/>
                    <a:pt x="56" y="161"/>
                    <a:pt x="68" y="161"/>
                  </a:cubicBezTo>
                  <a:cubicBezTo>
                    <a:pt x="87" y="161"/>
                    <a:pt x="93" y="155"/>
                    <a:pt x="105" y="155"/>
                  </a:cubicBezTo>
                  <a:cubicBezTo>
                    <a:pt x="124" y="149"/>
                    <a:pt x="148" y="142"/>
                    <a:pt x="161" y="142"/>
                  </a:cubicBezTo>
                  <a:cubicBezTo>
                    <a:pt x="179" y="130"/>
                    <a:pt x="198" y="124"/>
                    <a:pt x="216" y="124"/>
                  </a:cubicBezTo>
                  <a:cubicBezTo>
                    <a:pt x="229" y="118"/>
                    <a:pt x="241" y="118"/>
                    <a:pt x="247" y="105"/>
                  </a:cubicBezTo>
                  <a:lnTo>
                    <a:pt x="260" y="93"/>
                  </a:lnTo>
                  <a:cubicBezTo>
                    <a:pt x="272" y="74"/>
                    <a:pt x="278" y="68"/>
                    <a:pt x="272" y="56"/>
                  </a:cubicBezTo>
                  <a:cubicBezTo>
                    <a:pt x="272" y="31"/>
                    <a:pt x="253" y="25"/>
                    <a:pt x="241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3"/>
            <p:cNvSpPr/>
            <p:nvPr/>
          </p:nvSpPr>
          <p:spPr>
            <a:xfrm flipH="1">
              <a:off x="7109437" y="3661042"/>
              <a:ext cx="14181" cy="14181"/>
            </a:xfrm>
            <a:custGeom>
              <a:avLst/>
              <a:gdLst/>
              <a:ahLst/>
              <a:cxnLst/>
              <a:rect l="l" t="t" r="r" b="b"/>
              <a:pathLst>
                <a:path w="205" h="205" extrusionOk="0">
                  <a:moveTo>
                    <a:pt x="168" y="7"/>
                  </a:moveTo>
                  <a:cubicBezTo>
                    <a:pt x="168" y="7"/>
                    <a:pt x="155" y="7"/>
                    <a:pt x="155" y="19"/>
                  </a:cubicBezTo>
                  <a:cubicBezTo>
                    <a:pt x="149" y="19"/>
                    <a:pt x="149" y="25"/>
                    <a:pt x="143" y="25"/>
                  </a:cubicBezTo>
                  <a:lnTo>
                    <a:pt x="124" y="38"/>
                  </a:lnTo>
                  <a:cubicBezTo>
                    <a:pt x="112" y="50"/>
                    <a:pt x="106" y="62"/>
                    <a:pt x="87" y="69"/>
                  </a:cubicBezTo>
                  <a:cubicBezTo>
                    <a:pt x="63" y="87"/>
                    <a:pt x="44" y="112"/>
                    <a:pt x="19" y="124"/>
                  </a:cubicBezTo>
                  <a:cubicBezTo>
                    <a:pt x="13" y="130"/>
                    <a:pt x="1" y="149"/>
                    <a:pt x="1" y="155"/>
                  </a:cubicBezTo>
                  <a:cubicBezTo>
                    <a:pt x="1" y="161"/>
                    <a:pt x="13" y="180"/>
                    <a:pt x="19" y="186"/>
                  </a:cubicBezTo>
                  <a:cubicBezTo>
                    <a:pt x="26" y="192"/>
                    <a:pt x="44" y="204"/>
                    <a:pt x="50" y="204"/>
                  </a:cubicBezTo>
                  <a:cubicBezTo>
                    <a:pt x="56" y="204"/>
                    <a:pt x="75" y="192"/>
                    <a:pt x="81" y="186"/>
                  </a:cubicBezTo>
                  <a:cubicBezTo>
                    <a:pt x="94" y="161"/>
                    <a:pt x="118" y="143"/>
                    <a:pt x="137" y="118"/>
                  </a:cubicBezTo>
                  <a:cubicBezTo>
                    <a:pt x="143" y="112"/>
                    <a:pt x="149" y="93"/>
                    <a:pt x="168" y="87"/>
                  </a:cubicBezTo>
                  <a:lnTo>
                    <a:pt x="180" y="69"/>
                  </a:lnTo>
                  <a:cubicBezTo>
                    <a:pt x="180" y="62"/>
                    <a:pt x="186" y="62"/>
                    <a:pt x="186" y="56"/>
                  </a:cubicBezTo>
                  <a:cubicBezTo>
                    <a:pt x="186" y="50"/>
                    <a:pt x="199" y="50"/>
                    <a:pt x="199" y="38"/>
                  </a:cubicBezTo>
                  <a:cubicBezTo>
                    <a:pt x="205" y="19"/>
                    <a:pt x="180" y="1"/>
                    <a:pt x="168" y="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3"/>
            <p:cNvSpPr/>
            <p:nvPr/>
          </p:nvSpPr>
          <p:spPr>
            <a:xfrm flipH="1">
              <a:off x="7433803" y="3916162"/>
              <a:ext cx="21445" cy="21029"/>
            </a:xfrm>
            <a:custGeom>
              <a:avLst/>
              <a:gdLst/>
              <a:ahLst/>
              <a:cxnLst/>
              <a:rect l="l" t="t" r="r" b="b"/>
              <a:pathLst>
                <a:path w="310" h="304" extrusionOk="0">
                  <a:moveTo>
                    <a:pt x="285" y="19"/>
                  </a:moveTo>
                  <a:cubicBezTo>
                    <a:pt x="273" y="1"/>
                    <a:pt x="248" y="1"/>
                    <a:pt x="235" y="13"/>
                  </a:cubicBezTo>
                  <a:cubicBezTo>
                    <a:pt x="223" y="19"/>
                    <a:pt x="217" y="19"/>
                    <a:pt x="198" y="26"/>
                  </a:cubicBezTo>
                  <a:cubicBezTo>
                    <a:pt x="186" y="38"/>
                    <a:pt x="180" y="44"/>
                    <a:pt x="167" y="56"/>
                  </a:cubicBezTo>
                  <a:lnTo>
                    <a:pt x="124" y="106"/>
                  </a:lnTo>
                  <a:lnTo>
                    <a:pt x="25" y="199"/>
                  </a:lnTo>
                  <a:cubicBezTo>
                    <a:pt x="1" y="223"/>
                    <a:pt x="1" y="260"/>
                    <a:pt x="25" y="285"/>
                  </a:cubicBezTo>
                  <a:cubicBezTo>
                    <a:pt x="44" y="304"/>
                    <a:pt x="87" y="304"/>
                    <a:pt x="106" y="285"/>
                  </a:cubicBezTo>
                  <a:lnTo>
                    <a:pt x="198" y="192"/>
                  </a:lnTo>
                  <a:lnTo>
                    <a:pt x="248" y="143"/>
                  </a:lnTo>
                  <a:lnTo>
                    <a:pt x="279" y="112"/>
                  </a:lnTo>
                  <a:cubicBezTo>
                    <a:pt x="285" y="106"/>
                    <a:pt x="285" y="100"/>
                    <a:pt x="291" y="81"/>
                  </a:cubicBezTo>
                  <a:cubicBezTo>
                    <a:pt x="310" y="69"/>
                    <a:pt x="303" y="38"/>
                    <a:pt x="285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3"/>
            <p:cNvSpPr/>
            <p:nvPr/>
          </p:nvSpPr>
          <p:spPr>
            <a:xfrm flipH="1">
              <a:off x="8571961" y="4311087"/>
              <a:ext cx="17156" cy="33412"/>
            </a:xfrm>
            <a:custGeom>
              <a:avLst/>
              <a:gdLst/>
              <a:ahLst/>
              <a:cxnLst/>
              <a:rect l="l" t="t" r="r" b="b"/>
              <a:pathLst>
                <a:path w="248" h="483" extrusionOk="0">
                  <a:moveTo>
                    <a:pt x="192" y="31"/>
                  </a:moveTo>
                  <a:cubicBezTo>
                    <a:pt x="149" y="0"/>
                    <a:pt x="81" y="25"/>
                    <a:pt x="62" y="75"/>
                  </a:cubicBezTo>
                  <a:cubicBezTo>
                    <a:pt x="56" y="87"/>
                    <a:pt x="44" y="112"/>
                    <a:pt x="38" y="124"/>
                  </a:cubicBezTo>
                  <a:cubicBezTo>
                    <a:pt x="31" y="155"/>
                    <a:pt x="25" y="180"/>
                    <a:pt x="25" y="210"/>
                  </a:cubicBezTo>
                  <a:cubicBezTo>
                    <a:pt x="13" y="241"/>
                    <a:pt x="13" y="272"/>
                    <a:pt x="7" y="297"/>
                  </a:cubicBezTo>
                  <a:cubicBezTo>
                    <a:pt x="7" y="322"/>
                    <a:pt x="1" y="334"/>
                    <a:pt x="1" y="359"/>
                  </a:cubicBezTo>
                  <a:cubicBezTo>
                    <a:pt x="1" y="371"/>
                    <a:pt x="1" y="390"/>
                    <a:pt x="7" y="402"/>
                  </a:cubicBezTo>
                  <a:cubicBezTo>
                    <a:pt x="7" y="433"/>
                    <a:pt x="31" y="464"/>
                    <a:pt x="62" y="476"/>
                  </a:cubicBezTo>
                  <a:cubicBezTo>
                    <a:pt x="93" y="482"/>
                    <a:pt x="130" y="464"/>
                    <a:pt x="143" y="445"/>
                  </a:cubicBezTo>
                  <a:cubicBezTo>
                    <a:pt x="161" y="421"/>
                    <a:pt x="180" y="390"/>
                    <a:pt x="186" y="359"/>
                  </a:cubicBezTo>
                  <a:lnTo>
                    <a:pt x="204" y="291"/>
                  </a:lnTo>
                  <a:lnTo>
                    <a:pt x="229" y="217"/>
                  </a:lnTo>
                  <a:cubicBezTo>
                    <a:pt x="235" y="186"/>
                    <a:pt x="248" y="155"/>
                    <a:pt x="248" y="124"/>
                  </a:cubicBezTo>
                  <a:cubicBezTo>
                    <a:pt x="242" y="81"/>
                    <a:pt x="223" y="50"/>
                    <a:pt x="192" y="3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3"/>
            <p:cNvSpPr/>
            <p:nvPr/>
          </p:nvSpPr>
          <p:spPr>
            <a:xfrm flipH="1">
              <a:off x="8528795" y="4339310"/>
              <a:ext cx="18885" cy="14181"/>
            </a:xfrm>
            <a:custGeom>
              <a:avLst/>
              <a:gdLst/>
              <a:ahLst/>
              <a:cxnLst/>
              <a:rect l="l" t="t" r="r" b="b"/>
              <a:pathLst>
                <a:path w="273" h="205" extrusionOk="0">
                  <a:moveTo>
                    <a:pt x="273" y="68"/>
                  </a:moveTo>
                  <a:cubicBezTo>
                    <a:pt x="273" y="43"/>
                    <a:pt x="273" y="25"/>
                    <a:pt x="260" y="19"/>
                  </a:cubicBezTo>
                  <a:cubicBezTo>
                    <a:pt x="242" y="13"/>
                    <a:pt x="229" y="13"/>
                    <a:pt x="211" y="13"/>
                  </a:cubicBezTo>
                  <a:cubicBezTo>
                    <a:pt x="205" y="0"/>
                    <a:pt x="186" y="0"/>
                    <a:pt x="180" y="0"/>
                  </a:cubicBezTo>
                  <a:cubicBezTo>
                    <a:pt x="174" y="0"/>
                    <a:pt x="155" y="0"/>
                    <a:pt x="149" y="13"/>
                  </a:cubicBezTo>
                  <a:cubicBezTo>
                    <a:pt x="137" y="19"/>
                    <a:pt x="118" y="19"/>
                    <a:pt x="106" y="25"/>
                  </a:cubicBezTo>
                  <a:cubicBezTo>
                    <a:pt x="87" y="37"/>
                    <a:pt x="63" y="50"/>
                    <a:pt x="50" y="56"/>
                  </a:cubicBezTo>
                  <a:cubicBezTo>
                    <a:pt x="19" y="74"/>
                    <a:pt x="1" y="118"/>
                    <a:pt x="19" y="148"/>
                  </a:cubicBezTo>
                  <a:cubicBezTo>
                    <a:pt x="32" y="179"/>
                    <a:pt x="75" y="204"/>
                    <a:pt x="100" y="198"/>
                  </a:cubicBezTo>
                  <a:cubicBezTo>
                    <a:pt x="124" y="192"/>
                    <a:pt x="143" y="179"/>
                    <a:pt x="161" y="179"/>
                  </a:cubicBezTo>
                  <a:cubicBezTo>
                    <a:pt x="180" y="173"/>
                    <a:pt x="199" y="173"/>
                    <a:pt x="211" y="161"/>
                  </a:cubicBezTo>
                  <a:cubicBezTo>
                    <a:pt x="217" y="148"/>
                    <a:pt x="223" y="148"/>
                    <a:pt x="236" y="142"/>
                  </a:cubicBezTo>
                  <a:cubicBezTo>
                    <a:pt x="248" y="136"/>
                    <a:pt x="254" y="118"/>
                    <a:pt x="254" y="105"/>
                  </a:cubicBezTo>
                  <a:cubicBezTo>
                    <a:pt x="260" y="99"/>
                    <a:pt x="273" y="81"/>
                    <a:pt x="273" y="68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3"/>
            <p:cNvSpPr/>
            <p:nvPr/>
          </p:nvSpPr>
          <p:spPr>
            <a:xfrm flipH="1">
              <a:off x="8471933" y="4438439"/>
              <a:ext cx="17156" cy="28293"/>
            </a:xfrm>
            <a:custGeom>
              <a:avLst/>
              <a:gdLst/>
              <a:ahLst/>
              <a:cxnLst/>
              <a:rect l="l" t="t" r="r" b="b"/>
              <a:pathLst>
                <a:path w="248" h="409" extrusionOk="0">
                  <a:moveTo>
                    <a:pt x="192" y="13"/>
                  </a:moveTo>
                  <a:cubicBezTo>
                    <a:pt x="173" y="25"/>
                    <a:pt x="167" y="38"/>
                    <a:pt x="161" y="56"/>
                  </a:cubicBezTo>
                  <a:cubicBezTo>
                    <a:pt x="155" y="68"/>
                    <a:pt x="142" y="75"/>
                    <a:pt x="136" y="93"/>
                  </a:cubicBezTo>
                  <a:lnTo>
                    <a:pt x="93" y="161"/>
                  </a:lnTo>
                  <a:cubicBezTo>
                    <a:pt x="62" y="211"/>
                    <a:pt x="37" y="260"/>
                    <a:pt x="13" y="316"/>
                  </a:cubicBezTo>
                  <a:cubicBezTo>
                    <a:pt x="0" y="340"/>
                    <a:pt x="6" y="377"/>
                    <a:pt x="31" y="396"/>
                  </a:cubicBezTo>
                  <a:cubicBezTo>
                    <a:pt x="50" y="408"/>
                    <a:pt x="93" y="402"/>
                    <a:pt x="105" y="377"/>
                  </a:cubicBezTo>
                  <a:cubicBezTo>
                    <a:pt x="136" y="322"/>
                    <a:pt x="167" y="279"/>
                    <a:pt x="192" y="217"/>
                  </a:cubicBezTo>
                  <a:cubicBezTo>
                    <a:pt x="198" y="192"/>
                    <a:pt x="204" y="161"/>
                    <a:pt x="223" y="136"/>
                  </a:cubicBezTo>
                  <a:cubicBezTo>
                    <a:pt x="229" y="106"/>
                    <a:pt x="247" y="81"/>
                    <a:pt x="247" y="56"/>
                  </a:cubicBezTo>
                  <a:cubicBezTo>
                    <a:pt x="235" y="13"/>
                    <a:pt x="204" y="1"/>
                    <a:pt x="192" y="1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3"/>
            <p:cNvSpPr/>
            <p:nvPr/>
          </p:nvSpPr>
          <p:spPr>
            <a:xfrm flipH="1">
              <a:off x="8578809" y="2334044"/>
              <a:ext cx="17156" cy="28293"/>
            </a:xfrm>
            <a:custGeom>
              <a:avLst/>
              <a:gdLst/>
              <a:ahLst/>
              <a:cxnLst/>
              <a:rect l="l" t="t" r="r" b="b"/>
              <a:pathLst>
                <a:path w="248" h="409" extrusionOk="0">
                  <a:moveTo>
                    <a:pt x="192" y="19"/>
                  </a:moveTo>
                  <a:cubicBezTo>
                    <a:pt x="174" y="25"/>
                    <a:pt x="168" y="38"/>
                    <a:pt x="161" y="56"/>
                  </a:cubicBezTo>
                  <a:cubicBezTo>
                    <a:pt x="155" y="69"/>
                    <a:pt x="143" y="81"/>
                    <a:pt x="137" y="93"/>
                  </a:cubicBezTo>
                  <a:lnTo>
                    <a:pt x="93" y="161"/>
                  </a:lnTo>
                  <a:cubicBezTo>
                    <a:pt x="62" y="211"/>
                    <a:pt x="38" y="266"/>
                    <a:pt x="13" y="316"/>
                  </a:cubicBezTo>
                  <a:cubicBezTo>
                    <a:pt x="1" y="340"/>
                    <a:pt x="7" y="377"/>
                    <a:pt x="32" y="396"/>
                  </a:cubicBezTo>
                  <a:cubicBezTo>
                    <a:pt x="50" y="408"/>
                    <a:pt x="93" y="402"/>
                    <a:pt x="106" y="377"/>
                  </a:cubicBezTo>
                  <a:cubicBezTo>
                    <a:pt x="137" y="328"/>
                    <a:pt x="168" y="279"/>
                    <a:pt x="192" y="217"/>
                  </a:cubicBezTo>
                  <a:cubicBezTo>
                    <a:pt x="198" y="192"/>
                    <a:pt x="205" y="161"/>
                    <a:pt x="223" y="143"/>
                  </a:cubicBezTo>
                  <a:cubicBezTo>
                    <a:pt x="229" y="112"/>
                    <a:pt x="248" y="87"/>
                    <a:pt x="248" y="56"/>
                  </a:cubicBezTo>
                  <a:cubicBezTo>
                    <a:pt x="248" y="25"/>
                    <a:pt x="217" y="1"/>
                    <a:pt x="192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3"/>
            <p:cNvSpPr/>
            <p:nvPr/>
          </p:nvSpPr>
          <p:spPr>
            <a:xfrm flipH="1">
              <a:off x="8706162" y="4472612"/>
              <a:ext cx="25665" cy="24419"/>
            </a:xfrm>
            <a:custGeom>
              <a:avLst/>
              <a:gdLst/>
              <a:ahLst/>
              <a:cxnLst/>
              <a:rect l="l" t="t" r="r" b="b"/>
              <a:pathLst>
                <a:path w="371" h="353" extrusionOk="0">
                  <a:moveTo>
                    <a:pt x="346" y="25"/>
                  </a:moveTo>
                  <a:cubicBezTo>
                    <a:pt x="334" y="7"/>
                    <a:pt x="303" y="1"/>
                    <a:pt x="278" y="13"/>
                  </a:cubicBezTo>
                  <a:cubicBezTo>
                    <a:pt x="272" y="25"/>
                    <a:pt x="253" y="25"/>
                    <a:pt x="247" y="32"/>
                  </a:cubicBezTo>
                  <a:cubicBezTo>
                    <a:pt x="235" y="38"/>
                    <a:pt x="216" y="56"/>
                    <a:pt x="210" y="63"/>
                  </a:cubicBezTo>
                  <a:cubicBezTo>
                    <a:pt x="185" y="75"/>
                    <a:pt x="173" y="100"/>
                    <a:pt x="148" y="118"/>
                  </a:cubicBezTo>
                  <a:lnTo>
                    <a:pt x="31" y="223"/>
                  </a:lnTo>
                  <a:cubicBezTo>
                    <a:pt x="0" y="248"/>
                    <a:pt x="0" y="303"/>
                    <a:pt x="31" y="322"/>
                  </a:cubicBezTo>
                  <a:cubicBezTo>
                    <a:pt x="62" y="347"/>
                    <a:pt x="99" y="353"/>
                    <a:pt x="130" y="322"/>
                  </a:cubicBezTo>
                  <a:cubicBezTo>
                    <a:pt x="173" y="285"/>
                    <a:pt x="210" y="248"/>
                    <a:pt x="247" y="217"/>
                  </a:cubicBezTo>
                  <a:lnTo>
                    <a:pt x="303" y="161"/>
                  </a:lnTo>
                  <a:lnTo>
                    <a:pt x="340" y="124"/>
                  </a:lnTo>
                  <a:cubicBezTo>
                    <a:pt x="346" y="118"/>
                    <a:pt x="358" y="100"/>
                    <a:pt x="365" y="93"/>
                  </a:cubicBezTo>
                  <a:cubicBezTo>
                    <a:pt x="371" y="69"/>
                    <a:pt x="365" y="38"/>
                    <a:pt x="346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3"/>
            <p:cNvSpPr/>
            <p:nvPr/>
          </p:nvSpPr>
          <p:spPr>
            <a:xfrm flipH="1">
              <a:off x="5548623" y="4081561"/>
              <a:ext cx="10792" cy="35141"/>
            </a:xfrm>
            <a:custGeom>
              <a:avLst/>
              <a:gdLst/>
              <a:ahLst/>
              <a:cxnLst/>
              <a:rect l="l" t="t" r="r" b="b"/>
              <a:pathLst>
                <a:path w="156" h="508" extrusionOk="0">
                  <a:moveTo>
                    <a:pt x="124" y="38"/>
                  </a:moveTo>
                  <a:cubicBezTo>
                    <a:pt x="106" y="1"/>
                    <a:pt x="50" y="1"/>
                    <a:pt x="25" y="38"/>
                  </a:cubicBezTo>
                  <a:cubicBezTo>
                    <a:pt x="13" y="63"/>
                    <a:pt x="1" y="75"/>
                    <a:pt x="1" y="106"/>
                  </a:cubicBezTo>
                  <a:lnTo>
                    <a:pt x="1" y="155"/>
                  </a:lnTo>
                  <a:lnTo>
                    <a:pt x="1" y="248"/>
                  </a:lnTo>
                  <a:cubicBezTo>
                    <a:pt x="1" y="310"/>
                    <a:pt x="1" y="371"/>
                    <a:pt x="7" y="439"/>
                  </a:cubicBezTo>
                  <a:cubicBezTo>
                    <a:pt x="7" y="477"/>
                    <a:pt x="38" y="507"/>
                    <a:pt x="81" y="507"/>
                  </a:cubicBezTo>
                  <a:cubicBezTo>
                    <a:pt x="118" y="507"/>
                    <a:pt x="149" y="477"/>
                    <a:pt x="149" y="439"/>
                  </a:cubicBezTo>
                  <a:cubicBezTo>
                    <a:pt x="149" y="378"/>
                    <a:pt x="149" y="316"/>
                    <a:pt x="155" y="248"/>
                  </a:cubicBezTo>
                  <a:lnTo>
                    <a:pt x="155" y="155"/>
                  </a:lnTo>
                  <a:lnTo>
                    <a:pt x="155" y="106"/>
                  </a:lnTo>
                  <a:cubicBezTo>
                    <a:pt x="149" y="87"/>
                    <a:pt x="143" y="63"/>
                    <a:pt x="124" y="38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3"/>
            <p:cNvSpPr/>
            <p:nvPr/>
          </p:nvSpPr>
          <p:spPr>
            <a:xfrm flipH="1">
              <a:off x="5451223" y="4138424"/>
              <a:ext cx="12867" cy="30852"/>
            </a:xfrm>
            <a:custGeom>
              <a:avLst/>
              <a:gdLst/>
              <a:ahLst/>
              <a:cxnLst/>
              <a:rect l="l" t="t" r="r" b="b"/>
              <a:pathLst>
                <a:path w="186" h="446" extrusionOk="0">
                  <a:moveTo>
                    <a:pt x="149" y="316"/>
                  </a:moveTo>
                  <a:lnTo>
                    <a:pt x="149" y="316"/>
                  </a:lnTo>
                  <a:cubicBezTo>
                    <a:pt x="136" y="303"/>
                    <a:pt x="136" y="303"/>
                    <a:pt x="149" y="316"/>
                  </a:cubicBezTo>
                  <a:cubicBezTo>
                    <a:pt x="136" y="297"/>
                    <a:pt x="130" y="297"/>
                    <a:pt x="130" y="291"/>
                  </a:cubicBezTo>
                  <a:lnTo>
                    <a:pt x="130" y="285"/>
                  </a:lnTo>
                  <a:lnTo>
                    <a:pt x="130" y="285"/>
                  </a:lnTo>
                  <a:cubicBezTo>
                    <a:pt x="124" y="266"/>
                    <a:pt x="124" y="260"/>
                    <a:pt x="124" y="241"/>
                  </a:cubicBezTo>
                  <a:lnTo>
                    <a:pt x="124" y="241"/>
                  </a:lnTo>
                  <a:lnTo>
                    <a:pt x="124" y="235"/>
                  </a:lnTo>
                  <a:lnTo>
                    <a:pt x="124" y="211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192"/>
                  </a:lnTo>
                  <a:cubicBezTo>
                    <a:pt x="124" y="180"/>
                    <a:pt x="124" y="173"/>
                    <a:pt x="130" y="173"/>
                  </a:cubicBezTo>
                  <a:lnTo>
                    <a:pt x="130" y="167"/>
                  </a:lnTo>
                  <a:cubicBezTo>
                    <a:pt x="136" y="155"/>
                    <a:pt x="149" y="143"/>
                    <a:pt x="149" y="136"/>
                  </a:cubicBezTo>
                  <a:cubicBezTo>
                    <a:pt x="149" y="124"/>
                    <a:pt x="155" y="124"/>
                    <a:pt x="155" y="118"/>
                  </a:cubicBezTo>
                  <a:lnTo>
                    <a:pt x="155" y="118"/>
                  </a:lnTo>
                  <a:lnTo>
                    <a:pt x="161" y="112"/>
                  </a:lnTo>
                  <a:cubicBezTo>
                    <a:pt x="173" y="87"/>
                    <a:pt x="186" y="56"/>
                    <a:pt x="167" y="31"/>
                  </a:cubicBezTo>
                  <a:cubicBezTo>
                    <a:pt x="155" y="13"/>
                    <a:pt x="124" y="0"/>
                    <a:pt x="99" y="19"/>
                  </a:cubicBezTo>
                  <a:cubicBezTo>
                    <a:pt x="81" y="25"/>
                    <a:pt x="68" y="44"/>
                    <a:pt x="50" y="56"/>
                  </a:cubicBezTo>
                  <a:cubicBezTo>
                    <a:pt x="38" y="75"/>
                    <a:pt x="31" y="87"/>
                    <a:pt x="19" y="112"/>
                  </a:cubicBezTo>
                  <a:cubicBezTo>
                    <a:pt x="7" y="143"/>
                    <a:pt x="0" y="180"/>
                    <a:pt x="0" y="217"/>
                  </a:cubicBezTo>
                  <a:cubicBezTo>
                    <a:pt x="0" y="291"/>
                    <a:pt x="31" y="365"/>
                    <a:pt x="81" y="421"/>
                  </a:cubicBezTo>
                  <a:cubicBezTo>
                    <a:pt x="106" y="445"/>
                    <a:pt x="143" y="445"/>
                    <a:pt x="161" y="421"/>
                  </a:cubicBezTo>
                  <a:cubicBezTo>
                    <a:pt x="186" y="396"/>
                    <a:pt x="186" y="365"/>
                    <a:pt x="161" y="340"/>
                  </a:cubicBezTo>
                  <a:cubicBezTo>
                    <a:pt x="155" y="322"/>
                    <a:pt x="149" y="316"/>
                    <a:pt x="149" y="31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3"/>
            <p:cNvSpPr/>
            <p:nvPr/>
          </p:nvSpPr>
          <p:spPr>
            <a:xfrm flipH="1">
              <a:off x="5472114" y="4653852"/>
              <a:ext cx="8647" cy="26978"/>
            </a:xfrm>
            <a:custGeom>
              <a:avLst/>
              <a:gdLst/>
              <a:ahLst/>
              <a:cxnLst/>
              <a:rect l="l" t="t" r="r" b="b"/>
              <a:pathLst>
                <a:path w="125" h="390" extrusionOk="0">
                  <a:moveTo>
                    <a:pt x="112" y="93"/>
                  </a:moveTo>
                  <a:cubicBezTo>
                    <a:pt x="99" y="68"/>
                    <a:pt x="99" y="37"/>
                    <a:pt x="87" y="13"/>
                  </a:cubicBezTo>
                  <a:cubicBezTo>
                    <a:pt x="69" y="0"/>
                    <a:pt x="50" y="0"/>
                    <a:pt x="31" y="13"/>
                  </a:cubicBezTo>
                  <a:cubicBezTo>
                    <a:pt x="19" y="37"/>
                    <a:pt x="19" y="68"/>
                    <a:pt x="7" y="93"/>
                  </a:cubicBezTo>
                  <a:cubicBezTo>
                    <a:pt x="1" y="124"/>
                    <a:pt x="1" y="155"/>
                    <a:pt x="1" y="186"/>
                  </a:cubicBezTo>
                  <a:cubicBezTo>
                    <a:pt x="1" y="235"/>
                    <a:pt x="7" y="291"/>
                    <a:pt x="13" y="346"/>
                  </a:cubicBezTo>
                  <a:cubicBezTo>
                    <a:pt x="13" y="371"/>
                    <a:pt x="31" y="389"/>
                    <a:pt x="62" y="389"/>
                  </a:cubicBezTo>
                  <a:cubicBezTo>
                    <a:pt x="87" y="389"/>
                    <a:pt x="106" y="371"/>
                    <a:pt x="106" y="346"/>
                  </a:cubicBezTo>
                  <a:cubicBezTo>
                    <a:pt x="118" y="291"/>
                    <a:pt x="118" y="235"/>
                    <a:pt x="124" y="186"/>
                  </a:cubicBezTo>
                  <a:cubicBezTo>
                    <a:pt x="112" y="155"/>
                    <a:pt x="118" y="124"/>
                    <a:pt x="112" y="9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3"/>
            <p:cNvSpPr/>
            <p:nvPr/>
          </p:nvSpPr>
          <p:spPr>
            <a:xfrm flipH="1">
              <a:off x="5444789" y="4564062"/>
              <a:ext cx="26979" cy="9477"/>
            </a:xfrm>
            <a:custGeom>
              <a:avLst/>
              <a:gdLst/>
              <a:ahLst/>
              <a:cxnLst/>
              <a:rect l="l" t="t" r="r" b="b"/>
              <a:pathLst>
                <a:path w="390" h="137" extrusionOk="0">
                  <a:moveTo>
                    <a:pt x="359" y="1"/>
                  </a:moveTo>
                  <a:cubicBezTo>
                    <a:pt x="303" y="1"/>
                    <a:pt x="247" y="7"/>
                    <a:pt x="204" y="13"/>
                  </a:cubicBezTo>
                  <a:cubicBezTo>
                    <a:pt x="173" y="13"/>
                    <a:pt x="142" y="13"/>
                    <a:pt x="118" y="19"/>
                  </a:cubicBezTo>
                  <a:cubicBezTo>
                    <a:pt x="93" y="32"/>
                    <a:pt x="62" y="32"/>
                    <a:pt x="44" y="38"/>
                  </a:cubicBezTo>
                  <a:cubicBezTo>
                    <a:pt x="19" y="44"/>
                    <a:pt x="0" y="75"/>
                    <a:pt x="13" y="100"/>
                  </a:cubicBezTo>
                  <a:cubicBezTo>
                    <a:pt x="19" y="131"/>
                    <a:pt x="44" y="137"/>
                    <a:pt x="74" y="131"/>
                  </a:cubicBezTo>
                  <a:cubicBezTo>
                    <a:pt x="93" y="124"/>
                    <a:pt x="124" y="124"/>
                    <a:pt x="149" y="112"/>
                  </a:cubicBezTo>
                  <a:cubicBezTo>
                    <a:pt x="167" y="112"/>
                    <a:pt x="173" y="106"/>
                    <a:pt x="186" y="100"/>
                  </a:cubicBezTo>
                  <a:cubicBezTo>
                    <a:pt x="204" y="94"/>
                    <a:pt x="210" y="94"/>
                    <a:pt x="229" y="81"/>
                  </a:cubicBezTo>
                  <a:cubicBezTo>
                    <a:pt x="278" y="69"/>
                    <a:pt x="334" y="63"/>
                    <a:pt x="383" y="38"/>
                  </a:cubicBezTo>
                  <a:cubicBezTo>
                    <a:pt x="390" y="32"/>
                    <a:pt x="383" y="1"/>
                    <a:pt x="3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3"/>
            <p:cNvSpPr/>
            <p:nvPr/>
          </p:nvSpPr>
          <p:spPr>
            <a:xfrm flipH="1">
              <a:off x="5375545" y="4558943"/>
              <a:ext cx="13766" cy="22759"/>
            </a:xfrm>
            <a:custGeom>
              <a:avLst/>
              <a:gdLst/>
              <a:ahLst/>
              <a:cxnLst/>
              <a:rect l="l" t="t" r="r" b="b"/>
              <a:pathLst>
                <a:path w="199" h="329" extrusionOk="0">
                  <a:moveTo>
                    <a:pt x="180" y="13"/>
                  </a:moveTo>
                  <a:cubicBezTo>
                    <a:pt x="161" y="1"/>
                    <a:pt x="149" y="1"/>
                    <a:pt x="137" y="19"/>
                  </a:cubicBezTo>
                  <a:cubicBezTo>
                    <a:pt x="130" y="25"/>
                    <a:pt x="124" y="32"/>
                    <a:pt x="118" y="50"/>
                  </a:cubicBezTo>
                  <a:cubicBezTo>
                    <a:pt x="106" y="56"/>
                    <a:pt x="106" y="75"/>
                    <a:pt x="100" y="81"/>
                  </a:cubicBezTo>
                  <a:cubicBezTo>
                    <a:pt x="93" y="106"/>
                    <a:pt x="75" y="124"/>
                    <a:pt x="69" y="143"/>
                  </a:cubicBezTo>
                  <a:cubicBezTo>
                    <a:pt x="44" y="180"/>
                    <a:pt x="32" y="229"/>
                    <a:pt x="7" y="266"/>
                  </a:cubicBezTo>
                  <a:cubicBezTo>
                    <a:pt x="1" y="279"/>
                    <a:pt x="1" y="310"/>
                    <a:pt x="19" y="322"/>
                  </a:cubicBezTo>
                  <a:cubicBezTo>
                    <a:pt x="38" y="328"/>
                    <a:pt x="69" y="328"/>
                    <a:pt x="75" y="303"/>
                  </a:cubicBezTo>
                  <a:lnTo>
                    <a:pt x="137" y="180"/>
                  </a:lnTo>
                  <a:cubicBezTo>
                    <a:pt x="143" y="155"/>
                    <a:pt x="161" y="143"/>
                    <a:pt x="167" y="118"/>
                  </a:cubicBezTo>
                  <a:cubicBezTo>
                    <a:pt x="174" y="112"/>
                    <a:pt x="174" y="93"/>
                    <a:pt x="186" y="87"/>
                  </a:cubicBezTo>
                  <a:cubicBezTo>
                    <a:pt x="192" y="75"/>
                    <a:pt x="192" y="63"/>
                    <a:pt x="198" y="50"/>
                  </a:cubicBezTo>
                  <a:cubicBezTo>
                    <a:pt x="192" y="32"/>
                    <a:pt x="186" y="19"/>
                    <a:pt x="180" y="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3"/>
            <p:cNvSpPr/>
            <p:nvPr/>
          </p:nvSpPr>
          <p:spPr>
            <a:xfrm flipH="1">
              <a:off x="5728134" y="3174253"/>
              <a:ext cx="15012" cy="24903"/>
            </a:xfrm>
            <a:custGeom>
              <a:avLst/>
              <a:gdLst/>
              <a:ahLst/>
              <a:cxnLst/>
              <a:rect l="l" t="t" r="r" b="b"/>
              <a:pathLst>
                <a:path w="217" h="360" extrusionOk="0">
                  <a:moveTo>
                    <a:pt x="167" y="25"/>
                  </a:moveTo>
                  <a:lnTo>
                    <a:pt x="118" y="75"/>
                  </a:lnTo>
                  <a:cubicBezTo>
                    <a:pt x="105" y="87"/>
                    <a:pt x="87" y="112"/>
                    <a:pt x="74" y="137"/>
                  </a:cubicBezTo>
                  <a:cubicBezTo>
                    <a:pt x="62" y="143"/>
                    <a:pt x="56" y="149"/>
                    <a:pt x="56" y="168"/>
                  </a:cubicBezTo>
                  <a:cubicBezTo>
                    <a:pt x="56" y="174"/>
                    <a:pt x="50" y="180"/>
                    <a:pt x="50" y="186"/>
                  </a:cubicBezTo>
                  <a:cubicBezTo>
                    <a:pt x="50" y="198"/>
                    <a:pt x="50" y="198"/>
                    <a:pt x="43" y="205"/>
                  </a:cubicBezTo>
                  <a:cubicBezTo>
                    <a:pt x="31" y="229"/>
                    <a:pt x="25" y="248"/>
                    <a:pt x="13" y="273"/>
                  </a:cubicBezTo>
                  <a:cubicBezTo>
                    <a:pt x="0" y="291"/>
                    <a:pt x="0" y="297"/>
                    <a:pt x="0" y="310"/>
                  </a:cubicBezTo>
                  <a:cubicBezTo>
                    <a:pt x="0" y="322"/>
                    <a:pt x="19" y="334"/>
                    <a:pt x="25" y="341"/>
                  </a:cubicBezTo>
                  <a:cubicBezTo>
                    <a:pt x="50" y="359"/>
                    <a:pt x="81" y="353"/>
                    <a:pt x="93" y="328"/>
                  </a:cubicBezTo>
                  <a:cubicBezTo>
                    <a:pt x="111" y="303"/>
                    <a:pt x="118" y="291"/>
                    <a:pt x="136" y="266"/>
                  </a:cubicBezTo>
                  <a:cubicBezTo>
                    <a:pt x="136" y="254"/>
                    <a:pt x="142" y="254"/>
                    <a:pt x="142" y="248"/>
                  </a:cubicBezTo>
                  <a:lnTo>
                    <a:pt x="142" y="248"/>
                  </a:lnTo>
                  <a:cubicBezTo>
                    <a:pt x="148" y="248"/>
                    <a:pt x="148" y="242"/>
                    <a:pt x="155" y="236"/>
                  </a:cubicBezTo>
                  <a:cubicBezTo>
                    <a:pt x="167" y="223"/>
                    <a:pt x="167" y="211"/>
                    <a:pt x="173" y="205"/>
                  </a:cubicBezTo>
                  <a:cubicBezTo>
                    <a:pt x="179" y="198"/>
                    <a:pt x="179" y="180"/>
                    <a:pt x="186" y="174"/>
                  </a:cubicBezTo>
                  <a:cubicBezTo>
                    <a:pt x="198" y="155"/>
                    <a:pt x="198" y="149"/>
                    <a:pt x="204" y="137"/>
                  </a:cubicBezTo>
                  <a:cubicBezTo>
                    <a:pt x="210" y="112"/>
                    <a:pt x="210" y="87"/>
                    <a:pt x="216" y="63"/>
                  </a:cubicBezTo>
                  <a:cubicBezTo>
                    <a:pt x="216" y="25"/>
                    <a:pt x="186" y="1"/>
                    <a:pt x="167" y="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3"/>
            <p:cNvSpPr/>
            <p:nvPr/>
          </p:nvSpPr>
          <p:spPr>
            <a:xfrm flipH="1">
              <a:off x="5683723" y="3192238"/>
              <a:ext cx="6434" cy="18885"/>
            </a:xfrm>
            <a:custGeom>
              <a:avLst/>
              <a:gdLst/>
              <a:ahLst/>
              <a:cxnLst/>
              <a:rect l="l" t="t" r="r" b="b"/>
              <a:pathLst>
                <a:path w="93" h="273" extrusionOk="0">
                  <a:moveTo>
                    <a:pt x="81" y="13"/>
                  </a:moveTo>
                  <a:cubicBezTo>
                    <a:pt x="62" y="0"/>
                    <a:pt x="37" y="0"/>
                    <a:pt x="19" y="13"/>
                  </a:cubicBezTo>
                  <a:cubicBezTo>
                    <a:pt x="0" y="31"/>
                    <a:pt x="0" y="62"/>
                    <a:pt x="0" y="81"/>
                  </a:cubicBezTo>
                  <a:lnTo>
                    <a:pt x="0" y="229"/>
                  </a:lnTo>
                  <a:cubicBezTo>
                    <a:pt x="0" y="254"/>
                    <a:pt x="25" y="272"/>
                    <a:pt x="50" y="272"/>
                  </a:cubicBezTo>
                  <a:cubicBezTo>
                    <a:pt x="68" y="272"/>
                    <a:pt x="93" y="254"/>
                    <a:pt x="93" y="229"/>
                  </a:cubicBezTo>
                  <a:lnTo>
                    <a:pt x="93" y="81"/>
                  </a:lnTo>
                  <a:cubicBezTo>
                    <a:pt x="93" y="50"/>
                    <a:pt x="93" y="31"/>
                    <a:pt x="81" y="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3"/>
            <p:cNvSpPr/>
            <p:nvPr/>
          </p:nvSpPr>
          <p:spPr>
            <a:xfrm flipH="1">
              <a:off x="5738856" y="3461885"/>
              <a:ext cx="7333" cy="10791"/>
            </a:xfrm>
            <a:custGeom>
              <a:avLst/>
              <a:gdLst/>
              <a:ahLst/>
              <a:cxnLst/>
              <a:rect l="l" t="t" r="r" b="b"/>
              <a:pathLst>
                <a:path w="106" h="156" extrusionOk="0">
                  <a:moveTo>
                    <a:pt x="100" y="31"/>
                  </a:moveTo>
                  <a:lnTo>
                    <a:pt x="94" y="25"/>
                  </a:lnTo>
                  <a:lnTo>
                    <a:pt x="87" y="13"/>
                  </a:lnTo>
                  <a:lnTo>
                    <a:pt x="75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9" y="7"/>
                  </a:lnTo>
                  <a:cubicBezTo>
                    <a:pt x="63" y="7"/>
                    <a:pt x="63" y="1"/>
                    <a:pt x="57" y="1"/>
                  </a:cubicBezTo>
                  <a:cubicBezTo>
                    <a:pt x="44" y="1"/>
                    <a:pt x="38" y="1"/>
                    <a:pt x="38" y="7"/>
                  </a:cubicBezTo>
                  <a:cubicBezTo>
                    <a:pt x="38" y="7"/>
                    <a:pt x="32" y="7"/>
                    <a:pt x="32" y="13"/>
                  </a:cubicBezTo>
                  <a:lnTo>
                    <a:pt x="26" y="13"/>
                  </a:lnTo>
                  <a:cubicBezTo>
                    <a:pt x="13" y="13"/>
                    <a:pt x="13" y="25"/>
                    <a:pt x="7" y="31"/>
                  </a:cubicBezTo>
                  <a:cubicBezTo>
                    <a:pt x="7" y="38"/>
                    <a:pt x="7" y="38"/>
                    <a:pt x="1" y="44"/>
                  </a:cubicBezTo>
                  <a:lnTo>
                    <a:pt x="1" y="75"/>
                  </a:lnTo>
                  <a:cubicBezTo>
                    <a:pt x="1" y="93"/>
                    <a:pt x="7" y="106"/>
                    <a:pt x="7" y="118"/>
                  </a:cubicBezTo>
                  <a:cubicBezTo>
                    <a:pt x="7" y="118"/>
                    <a:pt x="7" y="124"/>
                    <a:pt x="13" y="124"/>
                  </a:cubicBezTo>
                  <a:cubicBezTo>
                    <a:pt x="13" y="130"/>
                    <a:pt x="26" y="130"/>
                    <a:pt x="32" y="137"/>
                  </a:cubicBezTo>
                  <a:lnTo>
                    <a:pt x="38" y="149"/>
                  </a:lnTo>
                  <a:cubicBezTo>
                    <a:pt x="44" y="149"/>
                    <a:pt x="44" y="155"/>
                    <a:pt x="57" y="155"/>
                  </a:cubicBezTo>
                  <a:cubicBezTo>
                    <a:pt x="63" y="155"/>
                    <a:pt x="69" y="155"/>
                    <a:pt x="75" y="149"/>
                  </a:cubicBezTo>
                  <a:cubicBezTo>
                    <a:pt x="87" y="149"/>
                    <a:pt x="87" y="137"/>
                    <a:pt x="94" y="130"/>
                  </a:cubicBezTo>
                  <a:cubicBezTo>
                    <a:pt x="100" y="124"/>
                    <a:pt x="100" y="124"/>
                    <a:pt x="100" y="118"/>
                  </a:cubicBezTo>
                  <a:cubicBezTo>
                    <a:pt x="100" y="99"/>
                    <a:pt x="106" y="87"/>
                    <a:pt x="106" y="75"/>
                  </a:cubicBezTo>
                  <a:lnTo>
                    <a:pt x="106" y="56"/>
                  </a:lnTo>
                  <a:cubicBezTo>
                    <a:pt x="100" y="44"/>
                    <a:pt x="100" y="38"/>
                    <a:pt x="100" y="3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3"/>
            <p:cNvSpPr/>
            <p:nvPr/>
          </p:nvSpPr>
          <p:spPr>
            <a:xfrm flipH="1">
              <a:off x="5686282" y="3376868"/>
              <a:ext cx="26979" cy="21444"/>
            </a:xfrm>
            <a:custGeom>
              <a:avLst/>
              <a:gdLst/>
              <a:ahLst/>
              <a:cxnLst/>
              <a:rect l="l" t="t" r="r" b="b"/>
              <a:pathLst>
                <a:path w="390" h="310" extrusionOk="0">
                  <a:moveTo>
                    <a:pt x="198" y="0"/>
                  </a:moveTo>
                  <a:cubicBezTo>
                    <a:pt x="1" y="0"/>
                    <a:pt x="1" y="303"/>
                    <a:pt x="198" y="303"/>
                  </a:cubicBezTo>
                  <a:cubicBezTo>
                    <a:pt x="390" y="309"/>
                    <a:pt x="390" y="0"/>
                    <a:pt x="198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3"/>
            <p:cNvSpPr/>
            <p:nvPr/>
          </p:nvSpPr>
          <p:spPr>
            <a:xfrm flipH="1">
              <a:off x="5605485" y="3315302"/>
              <a:ext cx="8163" cy="15910"/>
            </a:xfrm>
            <a:custGeom>
              <a:avLst/>
              <a:gdLst/>
              <a:ahLst/>
              <a:cxnLst/>
              <a:rect l="l" t="t" r="r" b="b"/>
              <a:pathLst>
                <a:path w="118" h="230" extrusionOk="0">
                  <a:moveTo>
                    <a:pt x="105" y="112"/>
                  </a:moveTo>
                  <a:lnTo>
                    <a:pt x="105" y="81"/>
                  </a:lnTo>
                  <a:lnTo>
                    <a:pt x="105" y="50"/>
                  </a:lnTo>
                  <a:cubicBezTo>
                    <a:pt x="105" y="31"/>
                    <a:pt x="99" y="25"/>
                    <a:pt x="80" y="19"/>
                  </a:cubicBezTo>
                  <a:cubicBezTo>
                    <a:pt x="68" y="1"/>
                    <a:pt x="37" y="1"/>
                    <a:pt x="19" y="19"/>
                  </a:cubicBezTo>
                  <a:cubicBezTo>
                    <a:pt x="13" y="25"/>
                    <a:pt x="6" y="31"/>
                    <a:pt x="0" y="50"/>
                  </a:cubicBezTo>
                  <a:lnTo>
                    <a:pt x="0" y="81"/>
                  </a:lnTo>
                  <a:lnTo>
                    <a:pt x="0" y="112"/>
                  </a:lnTo>
                  <a:lnTo>
                    <a:pt x="0" y="173"/>
                  </a:lnTo>
                  <a:cubicBezTo>
                    <a:pt x="0" y="186"/>
                    <a:pt x="6" y="204"/>
                    <a:pt x="13" y="211"/>
                  </a:cubicBezTo>
                  <a:cubicBezTo>
                    <a:pt x="19" y="217"/>
                    <a:pt x="37" y="229"/>
                    <a:pt x="50" y="229"/>
                  </a:cubicBezTo>
                  <a:cubicBezTo>
                    <a:pt x="68" y="229"/>
                    <a:pt x="80" y="217"/>
                    <a:pt x="93" y="211"/>
                  </a:cubicBezTo>
                  <a:cubicBezTo>
                    <a:pt x="99" y="204"/>
                    <a:pt x="105" y="186"/>
                    <a:pt x="105" y="173"/>
                  </a:cubicBezTo>
                  <a:cubicBezTo>
                    <a:pt x="118" y="155"/>
                    <a:pt x="118" y="136"/>
                    <a:pt x="105" y="112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3"/>
            <p:cNvSpPr/>
            <p:nvPr/>
          </p:nvSpPr>
          <p:spPr>
            <a:xfrm flipH="1">
              <a:off x="5619182" y="3439680"/>
              <a:ext cx="9892" cy="9892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137" y="37"/>
                  </a:moveTo>
                  <a:cubicBezTo>
                    <a:pt x="137" y="25"/>
                    <a:pt x="130" y="25"/>
                    <a:pt x="130" y="19"/>
                  </a:cubicBezTo>
                  <a:cubicBezTo>
                    <a:pt x="124" y="13"/>
                    <a:pt x="106" y="0"/>
                    <a:pt x="100" y="0"/>
                  </a:cubicBezTo>
                  <a:lnTo>
                    <a:pt x="81" y="0"/>
                  </a:lnTo>
                  <a:cubicBezTo>
                    <a:pt x="75" y="0"/>
                    <a:pt x="69" y="13"/>
                    <a:pt x="63" y="19"/>
                  </a:cubicBezTo>
                  <a:cubicBezTo>
                    <a:pt x="50" y="37"/>
                    <a:pt x="44" y="44"/>
                    <a:pt x="32" y="56"/>
                  </a:cubicBezTo>
                  <a:lnTo>
                    <a:pt x="13" y="74"/>
                  </a:lnTo>
                  <a:cubicBezTo>
                    <a:pt x="7" y="81"/>
                    <a:pt x="7" y="81"/>
                    <a:pt x="7" y="87"/>
                  </a:cubicBezTo>
                  <a:cubicBezTo>
                    <a:pt x="7" y="87"/>
                    <a:pt x="7" y="99"/>
                    <a:pt x="1" y="99"/>
                  </a:cubicBezTo>
                  <a:lnTo>
                    <a:pt x="1" y="105"/>
                  </a:lnTo>
                  <a:lnTo>
                    <a:pt x="1" y="118"/>
                  </a:lnTo>
                  <a:cubicBezTo>
                    <a:pt x="1" y="130"/>
                    <a:pt x="1" y="136"/>
                    <a:pt x="7" y="136"/>
                  </a:cubicBezTo>
                  <a:cubicBezTo>
                    <a:pt x="13" y="136"/>
                    <a:pt x="13" y="142"/>
                    <a:pt x="19" y="142"/>
                  </a:cubicBezTo>
                  <a:lnTo>
                    <a:pt x="38" y="142"/>
                  </a:lnTo>
                  <a:lnTo>
                    <a:pt x="50" y="142"/>
                  </a:lnTo>
                  <a:cubicBezTo>
                    <a:pt x="50" y="142"/>
                    <a:pt x="56" y="142"/>
                    <a:pt x="56" y="136"/>
                  </a:cubicBezTo>
                  <a:cubicBezTo>
                    <a:pt x="69" y="136"/>
                    <a:pt x="69" y="130"/>
                    <a:pt x="75" y="130"/>
                  </a:cubicBezTo>
                  <a:cubicBezTo>
                    <a:pt x="81" y="118"/>
                    <a:pt x="87" y="118"/>
                    <a:pt x="87" y="112"/>
                  </a:cubicBezTo>
                  <a:cubicBezTo>
                    <a:pt x="106" y="105"/>
                    <a:pt x="112" y="99"/>
                    <a:pt x="130" y="81"/>
                  </a:cubicBezTo>
                  <a:cubicBezTo>
                    <a:pt x="137" y="74"/>
                    <a:pt x="137" y="74"/>
                    <a:pt x="137" y="68"/>
                  </a:cubicBezTo>
                  <a:cubicBezTo>
                    <a:pt x="137" y="56"/>
                    <a:pt x="143" y="56"/>
                    <a:pt x="143" y="50"/>
                  </a:cubicBezTo>
                  <a:cubicBezTo>
                    <a:pt x="137" y="44"/>
                    <a:pt x="137" y="44"/>
                    <a:pt x="137" y="3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3"/>
            <p:cNvSpPr/>
            <p:nvPr/>
          </p:nvSpPr>
          <p:spPr>
            <a:xfrm flipH="1">
              <a:off x="5803328" y="3723024"/>
              <a:ext cx="7333" cy="6018"/>
            </a:xfrm>
            <a:custGeom>
              <a:avLst/>
              <a:gdLst/>
              <a:ahLst/>
              <a:cxnLst/>
              <a:rect l="l" t="t" r="r" b="b"/>
              <a:pathLst>
                <a:path w="106" h="87" extrusionOk="0">
                  <a:moveTo>
                    <a:pt x="49" y="0"/>
                  </a:moveTo>
                  <a:cubicBezTo>
                    <a:pt x="0" y="0"/>
                    <a:pt x="0" y="87"/>
                    <a:pt x="49" y="87"/>
                  </a:cubicBezTo>
                  <a:cubicBezTo>
                    <a:pt x="105" y="87"/>
                    <a:pt x="105" y="0"/>
                    <a:pt x="49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3"/>
            <p:cNvSpPr/>
            <p:nvPr/>
          </p:nvSpPr>
          <p:spPr>
            <a:xfrm flipH="1">
              <a:off x="5408472" y="2695211"/>
              <a:ext cx="16741" cy="13282"/>
            </a:xfrm>
            <a:custGeom>
              <a:avLst/>
              <a:gdLst/>
              <a:ahLst/>
              <a:cxnLst/>
              <a:rect l="l" t="t" r="r" b="b"/>
              <a:pathLst>
                <a:path w="242" h="192" extrusionOk="0">
                  <a:moveTo>
                    <a:pt x="118" y="0"/>
                  </a:moveTo>
                  <a:cubicBezTo>
                    <a:pt x="1" y="0"/>
                    <a:pt x="1" y="185"/>
                    <a:pt x="118" y="185"/>
                  </a:cubicBezTo>
                  <a:cubicBezTo>
                    <a:pt x="242" y="192"/>
                    <a:pt x="242" y="0"/>
                    <a:pt x="1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3"/>
            <p:cNvSpPr/>
            <p:nvPr/>
          </p:nvSpPr>
          <p:spPr>
            <a:xfrm flipH="1">
              <a:off x="5346076" y="2898172"/>
              <a:ext cx="12867" cy="10307"/>
            </a:xfrm>
            <a:custGeom>
              <a:avLst/>
              <a:gdLst/>
              <a:ahLst/>
              <a:cxnLst/>
              <a:rect l="l" t="t" r="r" b="b"/>
              <a:pathLst>
                <a:path w="186" h="149" extrusionOk="0">
                  <a:moveTo>
                    <a:pt x="93" y="1"/>
                  </a:moveTo>
                  <a:cubicBezTo>
                    <a:pt x="0" y="1"/>
                    <a:pt x="0" y="149"/>
                    <a:pt x="93" y="149"/>
                  </a:cubicBezTo>
                  <a:cubicBezTo>
                    <a:pt x="186" y="149"/>
                    <a:pt x="186" y="1"/>
                    <a:pt x="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3"/>
            <p:cNvSpPr/>
            <p:nvPr/>
          </p:nvSpPr>
          <p:spPr>
            <a:xfrm flipH="1">
              <a:off x="5313978" y="2865729"/>
              <a:ext cx="9062" cy="6848"/>
            </a:xfrm>
            <a:custGeom>
              <a:avLst/>
              <a:gdLst/>
              <a:ahLst/>
              <a:cxnLst/>
              <a:rect l="l" t="t" r="r" b="b"/>
              <a:pathLst>
                <a:path w="131" h="99" extrusionOk="0">
                  <a:moveTo>
                    <a:pt x="68" y="0"/>
                  </a:moveTo>
                  <a:cubicBezTo>
                    <a:pt x="0" y="0"/>
                    <a:pt x="0" y="99"/>
                    <a:pt x="68" y="99"/>
                  </a:cubicBezTo>
                  <a:cubicBezTo>
                    <a:pt x="130" y="99"/>
                    <a:pt x="130" y="0"/>
                    <a:pt x="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3"/>
            <p:cNvSpPr/>
            <p:nvPr/>
          </p:nvSpPr>
          <p:spPr>
            <a:xfrm flipH="1">
              <a:off x="5987543" y="3735821"/>
              <a:ext cx="12037" cy="11621"/>
            </a:xfrm>
            <a:custGeom>
              <a:avLst/>
              <a:gdLst/>
              <a:ahLst/>
              <a:cxnLst/>
              <a:rect l="l" t="t" r="r" b="b"/>
              <a:pathLst>
                <a:path w="174" h="168" extrusionOk="0">
                  <a:moveTo>
                    <a:pt x="167" y="81"/>
                  </a:moveTo>
                  <a:cubicBezTo>
                    <a:pt x="155" y="63"/>
                    <a:pt x="149" y="56"/>
                    <a:pt x="142" y="38"/>
                  </a:cubicBezTo>
                  <a:cubicBezTo>
                    <a:pt x="142" y="32"/>
                    <a:pt x="136" y="32"/>
                    <a:pt x="136" y="25"/>
                  </a:cubicBezTo>
                  <a:cubicBezTo>
                    <a:pt x="136" y="25"/>
                    <a:pt x="124" y="13"/>
                    <a:pt x="118" y="13"/>
                  </a:cubicBezTo>
                  <a:lnTo>
                    <a:pt x="112" y="13"/>
                  </a:lnTo>
                  <a:lnTo>
                    <a:pt x="105" y="7"/>
                  </a:lnTo>
                  <a:lnTo>
                    <a:pt x="93" y="1"/>
                  </a:lnTo>
                  <a:lnTo>
                    <a:pt x="87" y="1"/>
                  </a:lnTo>
                  <a:lnTo>
                    <a:pt x="87" y="1"/>
                  </a:lnTo>
                  <a:lnTo>
                    <a:pt x="81" y="1"/>
                  </a:lnTo>
                  <a:lnTo>
                    <a:pt x="74" y="1"/>
                  </a:lnTo>
                  <a:lnTo>
                    <a:pt x="44" y="1"/>
                  </a:lnTo>
                  <a:cubicBezTo>
                    <a:pt x="31" y="1"/>
                    <a:pt x="25" y="7"/>
                    <a:pt x="19" y="13"/>
                  </a:cubicBezTo>
                  <a:cubicBezTo>
                    <a:pt x="13" y="25"/>
                    <a:pt x="13" y="32"/>
                    <a:pt x="0" y="38"/>
                  </a:cubicBezTo>
                  <a:lnTo>
                    <a:pt x="0" y="69"/>
                  </a:lnTo>
                  <a:cubicBezTo>
                    <a:pt x="0" y="75"/>
                    <a:pt x="13" y="93"/>
                    <a:pt x="19" y="100"/>
                  </a:cubicBezTo>
                  <a:lnTo>
                    <a:pt x="25" y="106"/>
                  </a:lnTo>
                  <a:lnTo>
                    <a:pt x="25" y="118"/>
                  </a:lnTo>
                  <a:cubicBezTo>
                    <a:pt x="25" y="118"/>
                    <a:pt x="25" y="124"/>
                    <a:pt x="31" y="124"/>
                  </a:cubicBezTo>
                  <a:lnTo>
                    <a:pt x="50" y="137"/>
                  </a:lnTo>
                  <a:cubicBezTo>
                    <a:pt x="62" y="149"/>
                    <a:pt x="74" y="155"/>
                    <a:pt x="87" y="161"/>
                  </a:cubicBezTo>
                  <a:cubicBezTo>
                    <a:pt x="93" y="161"/>
                    <a:pt x="93" y="161"/>
                    <a:pt x="99" y="168"/>
                  </a:cubicBezTo>
                  <a:lnTo>
                    <a:pt x="124" y="168"/>
                  </a:lnTo>
                  <a:lnTo>
                    <a:pt x="142" y="168"/>
                  </a:lnTo>
                  <a:cubicBezTo>
                    <a:pt x="149" y="168"/>
                    <a:pt x="155" y="161"/>
                    <a:pt x="155" y="161"/>
                  </a:cubicBezTo>
                  <a:lnTo>
                    <a:pt x="161" y="155"/>
                  </a:lnTo>
                  <a:cubicBezTo>
                    <a:pt x="161" y="149"/>
                    <a:pt x="161" y="149"/>
                    <a:pt x="173" y="137"/>
                  </a:cubicBezTo>
                  <a:lnTo>
                    <a:pt x="173" y="118"/>
                  </a:lnTo>
                  <a:cubicBezTo>
                    <a:pt x="173" y="93"/>
                    <a:pt x="173" y="87"/>
                    <a:pt x="167" y="8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3"/>
            <p:cNvSpPr/>
            <p:nvPr/>
          </p:nvSpPr>
          <p:spPr>
            <a:xfrm flipH="1">
              <a:off x="6229036" y="4279058"/>
              <a:ext cx="21445" cy="16740"/>
            </a:xfrm>
            <a:custGeom>
              <a:avLst/>
              <a:gdLst/>
              <a:ahLst/>
              <a:cxnLst/>
              <a:rect l="l" t="t" r="r" b="b"/>
              <a:pathLst>
                <a:path w="310" h="242" extrusionOk="0">
                  <a:moveTo>
                    <a:pt x="155" y="0"/>
                  </a:moveTo>
                  <a:cubicBezTo>
                    <a:pt x="1" y="0"/>
                    <a:pt x="1" y="241"/>
                    <a:pt x="155" y="241"/>
                  </a:cubicBezTo>
                  <a:cubicBezTo>
                    <a:pt x="310" y="241"/>
                    <a:pt x="310" y="0"/>
                    <a:pt x="155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3"/>
            <p:cNvSpPr/>
            <p:nvPr/>
          </p:nvSpPr>
          <p:spPr>
            <a:xfrm flipH="1">
              <a:off x="6135026" y="4117464"/>
              <a:ext cx="8993" cy="6502"/>
            </a:xfrm>
            <a:custGeom>
              <a:avLst/>
              <a:gdLst/>
              <a:ahLst/>
              <a:cxnLst/>
              <a:rect l="l" t="t" r="r" b="b"/>
              <a:pathLst>
                <a:path w="130" h="94" extrusionOk="0">
                  <a:moveTo>
                    <a:pt x="124" y="19"/>
                  </a:moveTo>
                  <a:cubicBezTo>
                    <a:pt x="111" y="13"/>
                    <a:pt x="111" y="13"/>
                    <a:pt x="105" y="13"/>
                  </a:cubicBezTo>
                  <a:lnTo>
                    <a:pt x="74" y="13"/>
                  </a:lnTo>
                  <a:cubicBezTo>
                    <a:pt x="68" y="7"/>
                    <a:pt x="62" y="1"/>
                    <a:pt x="43" y="1"/>
                  </a:cubicBezTo>
                  <a:cubicBezTo>
                    <a:pt x="37" y="1"/>
                    <a:pt x="19" y="7"/>
                    <a:pt x="12" y="13"/>
                  </a:cubicBezTo>
                  <a:cubicBezTo>
                    <a:pt x="6" y="19"/>
                    <a:pt x="0" y="38"/>
                    <a:pt x="0" y="44"/>
                  </a:cubicBezTo>
                  <a:cubicBezTo>
                    <a:pt x="0" y="50"/>
                    <a:pt x="6" y="69"/>
                    <a:pt x="12" y="75"/>
                  </a:cubicBezTo>
                  <a:cubicBezTo>
                    <a:pt x="19" y="81"/>
                    <a:pt x="25" y="93"/>
                    <a:pt x="43" y="93"/>
                  </a:cubicBezTo>
                  <a:lnTo>
                    <a:pt x="50" y="93"/>
                  </a:lnTo>
                  <a:cubicBezTo>
                    <a:pt x="62" y="93"/>
                    <a:pt x="62" y="93"/>
                    <a:pt x="68" y="81"/>
                  </a:cubicBezTo>
                  <a:lnTo>
                    <a:pt x="74" y="75"/>
                  </a:lnTo>
                  <a:lnTo>
                    <a:pt x="105" y="75"/>
                  </a:lnTo>
                  <a:cubicBezTo>
                    <a:pt x="111" y="75"/>
                    <a:pt x="111" y="75"/>
                    <a:pt x="118" y="69"/>
                  </a:cubicBezTo>
                  <a:cubicBezTo>
                    <a:pt x="130" y="63"/>
                    <a:pt x="130" y="63"/>
                    <a:pt x="130" y="50"/>
                  </a:cubicBezTo>
                  <a:cubicBezTo>
                    <a:pt x="130" y="38"/>
                    <a:pt x="124" y="32"/>
                    <a:pt x="124" y="19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3"/>
            <p:cNvSpPr/>
            <p:nvPr/>
          </p:nvSpPr>
          <p:spPr>
            <a:xfrm flipH="1">
              <a:off x="6072145" y="4150806"/>
              <a:ext cx="9477" cy="7748"/>
            </a:xfrm>
            <a:custGeom>
              <a:avLst/>
              <a:gdLst/>
              <a:ahLst/>
              <a:cxnLst/>
              <a:rect l="l" t="t" r="r" b="b"/>
              <a:pathLst>
                <a:path w="137" h="112" extrusionOk="0">
                  <a:moveTo>
                    <a:pt x="68" y="1"/>
                  </a:moveTo>
                  <a:cubicBezTo>
                    <a:pt x="0" y="1"/>
                    <a:pt x="0" y="112"/>
                    <a:pt x="68" y="112"/>
                  </a:cubicBezTo>
                  <a:cubicBezTo>
                    <a:pt x="136" y="112"/>
                    <a:pt x="136" y="1"/>
                    <a:pt x="68" y="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3"/>
            <p:cNvSpPr/>
            <p:nvPr/>
          </p:nvSpPr>
          <p:spPr>
            <a:xfrm flipH="1">
              <a:off x="7192802" y="4120922"/>
              <a:ext cx="13766" cy="14596"/>
            </a:xfrm>
            <a:custGeom>
              <a:avLst/>
              <a:gdLst/>
              <a:ahLst/>
              <a:cxnLst/>
              <a:rect l="l" t="t" r="r" b="b"/>
              <a:pathLst>
                <a:path w="199" h="211" extrusionOk="0">
                  <a:moveTo>
                    <a:pt x="180" y="81"/>
                  </a:moveTo>
                  <a:cubicBezTo>
                    <a:pt x="180" y="74"/>
                    <a:pt x="168" y="56"/>
                    <a:pt x="161" y="50"/>
                  </a:cubicBezTo>
                  <a:lnTo>
                    <a:pt x="130" y="19"/>
                  </a:lnTo>
                  <a:cubicBezTo>
                    <a:pt x="124" y="13"/>
                    <a:pt x="124" y="13"/>
                    <a:pt x="118" y="13"/>
                  </a:cubicBezTo>
                  <a:cubicBezTo>
                    <a:pt x="106" y="13"/>
                    <a:pt x="100" y="0"/>
                    <a:pt x="100" y="0"/>
                  </a:cubicBezTo>
                  <a:lnTo>
                    <a:pt x="81" y="0"/>
                  </a:lnTo>
                  <a:cubicBezTo>
                    <a:pt x="75" y="0"/>
                    <a:pt x="69" y="13"/>
                    <a:pt x="63" y="19"/>
                  </a:cubicBezTo>
                  <a:lnTo>
                    <a:pt x="32" y="50"/>
                  </a:lnTo>
                  <a:cubicBezTo>
                    <a:pt x="19" y="56"/>
                    <a:pt x="19" y="62"/>
                    <a:pt x="13" y="62"/>
                  </a:cubicBezTo>
                  <a:cubicBezTo>
                    <a:pt x="13" y="74"/>
                    <a:pt x="7" y="81"/>
                    <a:pt x="7" y="87"/>
                  </a:cubicBezTo>
                  <a:cubicBezTo>
                    <a:pt x="7" y="105"/>
                    <a:pt x="1" y="111"/>
                    <a:pt x="7" y="124"/>
                  </a:cubicBezTo>
                  <a:cubicBezTo>
                    <a:pt x="7" y="136"/>
                    <a:pt x="7" y="142"/>
                    <a:pt x="13" y="148"/>
                  </a:cubicBezTo>
                  <a:cubicBezTo>
                    <a:pt x="13" y="155"/>
                    <a:pt x="19" y="167"/>
                    <a:pt x="32" y="173"/>
                  </a:cubicBezTo>
                  <a:cubicBezTo>
                    <a:pt x="38" y="179"/>
                    <a:pt x="38" y="186"/>
                    <a:pt x="44" y="186"/>
                  </a:cubicBezTo>
                  <a:cubicBezTo>
                    <a:pt x="50" y="198"/>
                    <a:pt x="63" y="198"/>
                    <a:pt x="69" y="204"/>
                  </a:cubicBezTo>
                  <a:cubicBezTo>
                    <a:pt x="75" y="210"/>
                    <a:pt x="93" y="210"/>
                    <a:pt x="106" y="210"/>
                  </a:cubicBezTo>
                  <a:lnTo>
                    <a:pt x="130" y="210"/>
                  </a:lnTo>
                  <a:cubicBezTo>
                    <a:pt x="137" y="210"/>
                    <a:pt x="143" y="204"/>
                    <a:pt x="155" y="204"/>
                  </a:cubicBezTo>
                  <a:cubicBezTo>
                    <a:pt x="161" y="198"/>
                    <a:pt x="168" y="198"/>
                    <a:pt x="168" y="186"/>
                  </a:cubicBezTo>
                  <a:cubicBezTo>
                    <a:pt x="174" y="179"/>
                    <a:pt x="174" y="173"/>
                    <a:pt x="186" y="173"/>
                  </a:cubicBezTo>
                  <a:cubicBezTo>
                    <a:pt x="186" y="167"/>
                    <a:pt x="192" y="155"/>
                    <a:pt x="192" y="148"/>
                  </a:cubicBezTo>
                  <a:cubicBezTo>
                    <a:pt x="192" y="136"/>
                    <a:pt x="198" y="124"/>
                    <a:pt x="192" y="111"/>
                  </a:cubicBezTo>
                  <a:cubicBezTo>
                    <a:pt x="186" y="93"/>
                    <a:pt x="186" y="87"/>
                    <a:pt x="180" y="8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3"/>
            <p:cNvSpPr/>
            <p:nvPr/>
          </p:nvSpPr>
          <p:spPr>
            <a:xfrm flipH="1">
              <a:off x="7003468" y="4027743"/>
              <a:ext cx="6918" cy="9892"/>
            </a:xfrm>
            <a:custGeom>
              <a:avLst/>
              <a:gdLst/>
              <a:ahLst/>
              <a:cxnLst/>
              <a:rect l="l" t="t" r="r" b="b"/>
              <a:pathLst>
                <a:path w="100" h="143" extrusionOk="0">
                  <a:moveTo>
                    <a:pt x="99" y="81"/>
                  </a:moveTo>
                  <a:cubicBezTo>
                    <a:pt x="99" y="75"/>
                    <a:pt x="93" y="62"/>
                    <a:pt x="93" y="50"/>
                  </a:cubicBezTo>
                  <a:lnTo>
                    <a:pt x="81" y="37"/>
                  </a:lnTo>
                  <a:cubicBezTo>
                    <a:pt x="81" y="31"/>
                    <a:pt x="75" y="19"/>
                    <a:pt x="75" y="13"/>
                  </a:cubicBezTo>
                  <a:cubicBezTo>
                    <a:pt x="68" y="7"/>
                    <a:pt x="62" y="0"/>
                    <a:pt x="50" y="0"/>
                  </a:cubicBezTo>
                  <a:cubicBezTo>
                    <a:pt x="44" y="0"/>
                    <a:pt x="31" y="7"/>
                    <a:pt x="31" y="13"/>
                  </a:cubicBezTo>
                  <a:cubicBezTo>
                    <a:pt x="31" y="19"/>
                    <a:pt x="19" y="31"/>
                    <a:pt x="19" y="37"/>
                  </a:cubicBezTo>
                  <a:cubicBezTo>
                    <a:pt x="19" y="44"/>
                    <a:pt x="19" y="44"/>
                    <a:pt x="13" y="50"/>
                  </a:cubicBezTo>
                  <a:cubicBezTo>
                    <a:pt x="13" y="62"/>
                    <a:pt x="7" y="75"/>
                    <a:pt x="7" y="81"/>
                  </a:cubicBezTo>
                  <a:cubicBezTo>
                    <a:pt x="1" y="99"/>
                    <a:pt x="7" y="124"/>
                    <a:pt x="19" y="130"/>
                  </a:cubicBezTo>
                  <a:cubicBezTo>
                    <a:pt x="31" y="136"/>
                    <a:pt x="44" y="142"/>
                    <a:pt x="62" y="142"/>
                  </a:cubicBezTo>
                  <a:cubicBezTo>
                    <a:pt x="75" y="142"/>
                    <a:pt x="81" y="136"/>
                    <a:pt x="99" y="13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3"/>
            <p:cNvSpPr/>
            <p:nvPr/>
          </p:nvSpPr>
          <p:spPr>
            <a:xfrm flipH="1">
              <a:off x="6982508" y="4090969"/>
              <a:ext cx="9962" cy="6087"/>
            </a:xfrm>
            <a:custGeom>
              <a:avLst/>
              <a:gdLst/>
              <a:ahLst/>
              <a:cxnLst/>
              <a:rect l="l" t="t" r="r" b="b"/>
              <a:pathLst>
                <a:path w="144" h="88" extrusionOk="0">
                  <a:moveTo>
                    <a:pt x="131" y="19"/>
                  </a:moveTo>
                  <a:lnTo>
                    <a:pt x="125" y="13"/>
                  </a:lnTo>
                  <a:cubicBezTo>
                    <a:pt x="118" y="1"/>
                    <a:pt x="112" y="1"/>
                    <a:pt x="100" y="1"/>
                  </a:cubicBezTo>
                  <a:cubicBezTo>
                    <a:pt x="81" y="1"/>
                    <a:pt x="63" y="13"/>
                    <a:pt x="38" y="13"/>
                  </a:cubicBezTo>
                  <a:lnTo>
                    <a:pt x="26" y="13"/>
                  </a:lnTo>
                  <a:cubicBezTo>
                    <a:pt x="20" y="13"/>
                    <a:pt x="20" y="19"/>
                    <a:pt x="7" y="19"/>
                  </a:cubicBezTo>
                  <a:cubicBezTo>
                    <a:pt x="1" y="25"/>
                    <a:pt x="1" y="32"/>
                    <a:pt x="1" y="44"/>
                  </a:cubicBezTo>
                  <a:cubicBezTo>
                    <a:pt x="1" y="50"/>
                    <a:pt x="1" y="56"/>
                    <a:pt x="7" y="63"/>
                  </a:cubicBezTo>
                  <a:cubicBezTo>
                    <a:pt x="7" y="63"/>
                    <a:pt x="20" y="63"/>
                    <a:pt x="20" y="75"/>
                  </a:cubicBezTo>
                  <a:cubicBezTo>
                    <a:pt x="26" y="75"/>
                    <a:pt x="32" y="81"/>
                    <a:pt x="32" y="81"/>
                  </a:cubicBezTo>
                  <a:cubicBezTo>
                    <a:pt x="57" y="81"/>
                    <a:pt x="69" y="87"/>
                    <a:pt x="94" y="87"/>
                  </a:cubicBezTo>
                  <a:lnTo>
                    <a:pt x="112" y="87"/>
                  </a:lnTo>
                  <a:cubicBezTo>
                    <a:pt x="118" y="87"/>
                    <a:pt x="118" y="81"/>
                    <a:pt x="125" y="81"/>
                  </a:cubicBezTo>
                  <a:cubicBezTo>
                    <a:pt x="131" y="75"/>
                    <a:pt x="131" y="75"/>
                    <a:pt x="131" y="63"/>
                  </a:cubicBezTo>
                  <a:cubicBezTo>
                    <a:pt x="131" y="56"/>
                    <a:pt x="143" y="56"/>
                    <a:pt x="131" y="50"/>
                  </a:cubicBezTo>
                  <a:cubicBezTo>
                    <a:pt x="143" y="44"/>
                    <a:pt x="143" y="25"/>
                    <a:pt x="131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3"/>
            <p:cNvSpPr/>
            <p:nvPr/>
          </p:nvSpPr>
          <p:spPr>
            <a:xfrm flipH="1">
              <a:off x="7749668" y="4564961"/>
              <a:ext cx="8647" cy="10722"/>
            </a:xfrm>
            <a:custGeom>
              <a:avLst/>
              <a:gdLst/>
              <a:ahLst/>
              <a:cxnLst/>
              <a:rect l="l" t="t" r="r" b="b"/>
              <a:pathLst>
                <a:path w="125" h="155" extrusionOk="0">
                  <a:moveTo>
                    <a:pt x="106" y="50"/>
                  </a:moveTo>
                  <a:cubicBezTo>
                    <a:pt x="100" y="37"/>
                    <a:pt x="93" y="37"/>
                    <a:pt x="93" y="31"/>
                  </a:cubicBezTo>
                  <a:cubicBezTo>
                    <a:pt x="69" y="6"/>
                    <a:pt x="50" y="0"/>
                    <a:pt x="38" y="0"/>
                  </a:cubicBezTo>
                  <a:cubicBezTo>
                    <a:pt x="7" y="0"/>
                    <a:pt x="1" y="37"/>
                    <a:pt x="1" y="68"/>
                  </a:cubicBezTo>
                  <a:cubicBezTo>
                    <a:pt x="1" y="105"/>
                    <a:pt x="7" y="148"/>
                    <a:pt x="38" y="148"/>
                  </a:cubicBezTo>
                  <a:cubicBezTo>
                    <a:pt x="50" y="155"/>
                    <a:pt x="69" y="148"/>
                    <a:pt x="93" y="118"/>
                  </a:cubicBezTo>
                  <a:cubicBezTo>
                    <a:pt x="100" y="105"/>
                    <a:pt x="106" y="105"/>
                    <a:pt x="106" y="99"/>
                  </a:cubicBezTo>
                  <a:cubicBezTo>
                    <a:pt x="124" y="87"/>
                    <a:pt x="124" y="62"/>
                    <a:pt x="106" y="5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3"/>
            <p:cNvSpPr/>
            <p:nvPr/>
          </p:nvSpPr>
          <p:spPr>
            <a:xfrm flipH="1">
              <a:off x="7514600" y="5135454"/>
              <a:ext cx="17156" cy="13351"/>
            </a:xfrm>
            <a:custGeom>
              <a:avLst/>
              <a:gdLst/>
              <a:ahLst/>
              <a:cxnLst/>
              <a:rect l="l" t="t" r="r" b="b"/>
              <a:pathLst>
                <a:path w="248" h="193" extrusionOk="0">
                  <a:moveTo>
                    <a:pt x="124" y="1"/>
                  </a:moveTo>
                  <a:cubicBezTo>
                    <a:pt x="1" y="1"/>
                    <a:pt x="1" y="186"/>
                    <a:pt x="124" y="186"/>
                  </a:cubicBezTo>
                  <a:cubicBezTo>
                    <a:pt x="248" y="192"/>
                    <a:pt x="248" y="1"/>
                    <a:pt x="1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3"/>
            <p:cNvSpPr/>
            <p:nvPr/>
          </p:nvSpPr>
          <p:spPr>
            <a:xfrm flipH="1">
              <a:off x="7394027" y="5066278"/>
              <a:ext cx="14181" cy="10722"/>
            </a:xfrm>
            <a:custGeom>
              <a:avLst/>
              <a:gdLst/>
              <a:ahLst/>
              <a:cxnLst/>
              <a:rect l="l" t="t" r="r" b="b"/>
              <a:pathLst>
                <a:path w="205" h="155" extrusionOk="0">
                  <a:moveTo>
                    <a:pt x="99" y="0"/>
                  </a:moveTo>
                  <a:cubicBezTo>
                    <a:pt x="0" y="0"/>
                    <a:pt x="0" y="155"/>
                    <a:pt x="99" y="155"/>
                  </a:cubicBezTo>
                  <a:cubicBezTo>
                    <a:pt x="204" y="155"/>
                    <a:pt x="204" y="0"/>
                    <a:pt x="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3"/>
            <p:cNvSpPr/>
            <p:nvPr/>
          </p:nvSpPr>
          <p:spPr>
            <a:xfrm flipH="1">
              <a:off x="7334213" y="5106950"/>
              <a:ext cx="15183" cy="14319"/>
            </a:xfrm>
            <a:custGeom>
              <a:avLst/>
              <a:gdLst/>
              <a:ahLst/>
              <a:cxnLst/>
              <a:rect l="l" t="t" r="r" b="b"/>
              <a:pathLst>
                <a:path w="211" h="199" extrusionOk="0">
                  <a:moveTo>
                    <a:pt x="198" y="13"/>
                  </a:moveTo>
                  <a:cubicBezTo>
                    <a:pt x="179" y="1"/>
                    <a:pt x="167" y="1"/>
                    <a:pt x="142" y="7"/>
                  </a:cubicBezTo>
                  <a:cubicBezTo>
                    <a:pt x="136" y="7"/>
                    <a:pt x="136" y="13"/>
                    <a:pt x="124" y="13"/>
                  </a:cubicBezTo>
                  <a:cubicBezTo>
                    <a:pt x="117" y="25"/>
                    <a:pt x="111" y="25"/>
                    <a:pt x="105" y="32"/>
                  </a:cubicBezTo>
                  <a:lnTo>
                    <a:pt x="80" y="56"/>
                  </a:lnTo>
                  <a:cubicBezTo>
                    <a:pt x="62" y="69"/>
                    <a:pt x="43" y="87"/>
                    <a:pt x="25" y="93"/>
                  </a:cubicBezTo>
                  <a:cubicBezTo>
                    <a:pt x="19" y="100"/>
                    <a:pt x="19" y="106"/>
                    <a:pt x="12" y="118"/>
                  </a:cubicBezTo>
                  <a:cubicBezTo>
                    <a:pt x="0" y="124"/>
                    <a:pt x="0" y="130"/>
                    <a:pt x="0" y="137"/>
                  </a:cubicBezTo>
                  <a:cubicBezTo>
                    <a:pt x="0" y="155"/>
                    <a:pt x="12" y="167"/>
                    <a:pt x="19" y="186"/>
                  </a:cubicBezTo>
                  <a:cubicBezTo>
                    <a:pt x="31" y="192"/>
                    <a:pt x="49" y="198"/>
                    <a:pt x="62" y="198"/>
                  </a:cubicBezTo>
                  <a:lnTo>
                    <a:pt x="80" y="198"/>
                  </a:lnTo>
                  <a:cubicBezTo>
                    <a:pt x="87" y="198"/>
                    <a:pt x="105" y="192"/>
                    <a:pt x="111" y="186"/>
                  </a:cubicBezTo>
                  <a:cubicBezTo>
                    <a:pt x="124" y="167"/>
                    <a:pt x="142" y="149"/>
                    <a:pt x="148" y="130"/>
                  </a:cubicBezTo>
                  <a:lnTo>
                    <a:pt x="173" y="106"/>
                  </a:lnTo>
                  <a:cubicBezTo>
                    <a:pt x="179" y="100"/>
                    <a:pt x="185" y="93"/>
                    <a:pt x="185" y="87"/>
                  </a:cubicBezTo>
                  <a:cubicBezTo>
                    <a:pt x="185" y="75"/>
                    <a:pt x="198" y="75"/>
                    <a:pt x="198" y="69"/>
                  </a:cubicBezTo>
                  <a:cubicBezTo>
                    <a:pt x="210" y="56"/>
                    <a:pt x="210" y="32"/>
                    <a:pt x="198" y="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3"/>
            <p:cNvSpPr/>
            <p:nvPr/>
          </p:nvSpPr>
          <p:spPr>
            <a:xfrm flipH="1">
              <a:off x="7230771" y="5073956"/>
              <a:ext cx="30853" cy="31267"/>
            </a:xfrm>
            <a:custGeom>
              <a:avLst/>
              <a:gdLst/>
              <a:ahLst/>
              <a:cxnLst/>
              <a:rect l="l" t="t" r="r" b="b"/>
              <a:pathLst>
                <a:path w="446" h="452" extrusionOk="0">
                  <a:moveTo>
                    <a:pt x="445" y="44"/>
                  </a:moveTo>
                  <a:cubicBezTo>
                    <a:pt x="445" y="25"/>
                    <a:pt x="420" y="13"/>
                    <a:pt x="408" y="0"/>
                  </a:cubicBezTo>
                  <a:lnTo>
                    <a:pt x="383" y="0"/>
                  </a:lnTo>
                  <a:cubicBezTo>
                    <a:pt x="371" y="0"/>
                    <a:pt x="359" y="13"/>
                    <a:pt x="346" y="13"/>
                  </a:cubicBezTo>
                  <a:cubicBezTo>
                    <a:pt x="340" y="19"/>
                    <a:pt x="322" y="19"/>
                    <a:pt x="315" y="25"/>
                  </a:cubicBezTo>
                  <a:cubicBezTo>
                    <a:pt x="297" y="31"/>
                    <a:pt x="285" y="44"/>
                    <a:pt x="266" y="56"/>
                  </a:cubicBezTo>
                  <a:cubicBezTo>
                    <a:pt x="260" y="56"/>
                    <a:pt x="254" y="56"/>
                    <a:pt x="247" y="62"/>
                  </a:cubicBezTo>
                  <a:cubicBezTo>
                    <a:pt x="235" y="62"/>
                    <a:pt x="235" y="74"/>
                    <a:pt x="229" y="81"/>
                  </a:cubicBezTo>
                  <a:lnTo>
                    <a:pt x="204" y="105"/>
                  </a:lnTo>
                  <a:cubicBezTo>
                    <a:pt x="186" y="118"/>
                    <a:pt x="155" y="142"/>
                    <a:pt x="130" y="155"/>
                  </a:cubicBezTo>
                  <a:lnTo>
                    <a:pt x="81" y="204"/>
                  </a:lnTo>
                  <a:cubicBezTo>
                    <a:pt x="68" y="217"/>
                    <a:pt x="50" y="241"/>
                    <a:pt x="31" y="260"/>
                  </a:cubicBezTo>
                  <a:cubicBezTo>
                    <a:pt x="7" y="278"/>
                    <a:pt x="0" y="303"/>
                    <a:pt x="0" y="334"/>
                  </a:cubicBezTo>
                  <a:cubicBezTo>
                    <a:pt x="0" y="359"/>
                    <a:pt x="13" y="396"/>
                    <a:pt x="31" y="414"/>
                  </a:cubicBezTo>
                  <a:cubicBezTo>
                    <a:pt x="75" y="451"/>
                    <a:pt x="136" y="451"/>
                    <a:pt x="186" y="414"/>
                  </a:cubicBezTo>
                  <a:cubicBezTo>
                    <a:pt x="198" y="396"/>
                    <a:pt x="217" y="383"/>
                    <a:pt x="235" y="365"/>
                  </a:cubicBezTo>
                  <a:cubicBezTo>
                    <a:pt x="254" y="352"/>
                    <a:pt x="278" y="334"/>
                    <a:pt x="291" y="322"/>
                  </a:cubicBezTo>
                  <a:cubicBezTo>
                    <a:pt x="309" y="303"/>
                    <a:pt x="322" y="278"/>
                    <a:pt x="328" y="266"/>
                  </a:cubicBezTo>
                  <a:cubicBezTo>
                    <a:pt x="346" y="241"/>
                    <a:pt x="377" y="210"/>
                    <a:pt x="383" y="186"/>
                  </a:cubicBezTo>
                  <a:cubicBezTo>
                    <a:pt x="402" y="173"/>
                    <a:pt x="408" y="155"/>
                    <a:pt x="414" y="136"/>
                  </a:cubicBezTo>
                  <a:cubicBezTo>
                    <a:pt x="420" y="124"/>
                    <a:pt x="420" y="112"/>
                    <a:pt x="433" y="105"/>
                  </a:cubicBezTo>
                  <a:cubicBezTo>
                    <a:pt x="445" y="81"/>
                    <a:pt x="445" y="62"/>
                    <a:pt x="445" y="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3"/>
            <p:cNvSpPr/>
            <p:nvPr/>
          </p:nvSpPr>
          <p:spPr>
            <a:xfrm flipH="1">
              <a:off x="7261140" y="4958571"/>
              <a:ext cx="9892" cy="7333"/>
            </a:xfrm>
            <a:custGeom>
              <a:avLst/>
              <a:gdLst/>
              <a:ahLst/>
              <a:cxnLst/>
              <a:rect l="l" t="t" r="r" b="b"/>
              <a:pathLst>
                <a:path w="143" h="106" extrusionOk="0">
                  <a:moveTo>
                    <a:pt x="75" y="0"/>
                  </a:moveTo>
                  <a:cubicBezTo>
                    <a:pt x="0" y="0"/>
                    <a:pt x="0" y="105"/>
                    <a:pt x="75" y="105"/>
                  </a:cubicBezTo>
                  <a:cubicBezTo>
                    <a:pt x="143" y="105"/>
                    <a:pt x="143" y="0"/>
                    <a:pt x="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3"/>
            <p:cNvSpPr/>
            <p:nvPr/>
          </p:nvSpPr>
          <p:spPr>
            <a:xfrm flipH="1">
              <a:off x="7427370" y="4874384"/>
              <a:ext cx="11207" cy="8578"/>
            </a:xfrm>
            <a:custGeom>
              <a:avLst/>
              <a:gdLst/>
              <a:ahLst/>
              <a:cxnLst/>
              <a:rect l="l" t="t" r="r" b="b"/>
              <a:pathLst>
                <a:path w="162" h="124" extrusionOk="0">
                  <a:moveTo>
                    <a:pt x="75" y="0"/>
                  </a:moveTo>
                  <a:cubicBezTo>
                    <a:pt x="1" y="0"/>
                    <a:pt x="1" y="124"/>
                    <a:pt x="75" y="124"/>
                  </a:cubicBezTo>
                  <a:cubicBezTo>
                    <a:pt x="161" y="124"/>
                    <a:pt x="161" y="0"/>
                    <a:pt x="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3"/>
            <p:cNvSpPr/>
            <p:nvPr/>
          </p:nvSpPr>
          <p:spPr>
            <a:xfrm flipH="1">
              <a:off x="5858945" y="3447358"/>
              <a:ext cx="35972" cy="44964"/>
            </a:xfrm>
            <a:custGeom>
              <a:avLst/>
              <a:gdLst/>
              <a:ahLst/>
              <a:cxnLst/>
              <a:rect l="l" t="t" r="r" b="b"/>
              <a:pathLst>
                <a:path w="520" h="650" extrusionOk="0">
                  <a:moveTo>
                    <a:pt x="433" y="19"/>
                  </a:moveTo>
                  <a:cubicBezTo>
                    <a:pt x="390" y="7"/>
                    <a:pt x="341" y="1"/>
                    <a:pt x="298" y="25"/>
                  </a:cubicBezTo>
                  <a:cubicBezTo>
                    <a:pt x="267" y="38"/>
                    <a:pt x="236" y="62"/>
                    <a:pt x="211" y="87"/>
                  </a:cubicBezTo>
                  <a:cubicBezTo>
                    <a:pt x="168" y="124"/>
                    <a:pt x="118" y="174"/>
                    <a:pt x="87" y="223"/>
                  </a:cubicBezTo>
                  <a:cubicBezTo>
                    <a:pt x="81" y="235"/>
                    <a:pt x="81" y="235"/>
                    <a:pt x="81" y="241"/>
                  </a:cubicBezTo>
                  <a:cubicBezTo>
                    <a:pt x="75" y="248"/>
                    <a:pt x="75" y="254"/>
                    <a:pt x="63" y="272"/>
                  </a:cubicBezTo>
                  <a:lnTo>
                    <a:pt x="63" y="272"/>
                  </a:lnTo>
                  <a:lnTo>
                    <a:pt x="63" y="279"/>
                  </a:lnTo>
                  <a:cubicBezTo>
                    <a:pt x="63" y="285"/>
                    <a:pt x="57" y="297"/>
                    <a:pt x="57" y="297"/>
                  </a:cubicBezTo>
                  <a:cubicBezTo>
                    <a:pt x="44" y="328"/>
                    <a:pt x="26" y="359"/>
                    <a:pt x="19" y="390"/>
                  </a:cubicBezTo>
                  <a:cubicBezTo>
                    <a:pt x="13" y="421"/>
                    <a:pt x="1" y="452"/>
                    <a:pt x="1" y="470"/>
                  </a:cubicBezTo>
                  <a:lnTo>
                    <a:pt x="1" y="513"/>
                  </a:lnTo>
                  <a:lnTo>
                    <a:pt x="1" y="519"/>
                  </a:lnTo>
                  <a:lnTo>
                    <a:pt x="1" y="526"/>
                  </a:lnTo>
                  <a:lnTo>
                    <a:pt x="1" y="575"/>
                  </a:lnTo>
                  <a:cubicBezTo>
                    <a:pt x="1" y="612"/>
                    <a:pt x="26" y="637"/>
                    <a:pt x="63" y="643"/>
                  </a:cubicBezTo>
                  <a:cubicBezTo>
                    <a:pt x="94" y="649"/>
                    <a:pt x="137" y="625"/>
                    <a:pt x="143" y="587"/>
                  </a:cubicBezTo>
                  <a:cubicBezTo>
                    <a:pt x="143" y="581"/>
                    <a:pt x="149" y="563"/>
                    <a:pt x="149" y="557"/>
                  </a:cubicBezTo>
                  <a:lnTo>
                    <a:pt x="149" y="550"/>
                  </a:lnTo>
                  <a:lnTo>
                    <a:pt x="155" y="544"/>
                  </a:lnTo>
                  <a:cubicBezTo>
                    <a:pt x="168" y="526"/>
                    <a:pt x="174" y="513"/>
                    <a:pt x="174" y="495"/>
                  </a:cubicBezTo>
                  <a:lnTo>
                    <a:pt x="174" y="489"/>
                  </a:lnTo>
                  <a:lnTo>
                    <a:pt x="180" y="482"/>
                  </a:lnTo>
                  <a:cubicBezTo>
                    <a:pt x="199" y="452"/>
                    <a:pt x="211" y="408"/>
                    <a:pt x="236" y="377"/>
                  </a:cubicBezTo>
                  <a:cubicBezTo>
                    <a:pt x="242" y="377"/>
                    <a:pt x="242" y="371"/>
                    <a:pt x="248" y="371"/>
                  </a:cubicBezTo>
                  <a:lnTo>
                    <a:pt x="267" y="359"/>
                  </a:lnTo>
                  <a:lnTo>
                    <a:pt x="298" y="328"/>
                  </a:lnTo>
                  <a:cubicBezTo>
                    <a:pt x="304" y="316"/>
                    <a:pt x="322" y="309"/>
                    <a:pt x="328" y="297"/>
                  </a:cubicBezTo>
                  <a:lnTo>
                    <a:pt x="341" y="279"/>
                  </a:lnTo>
                  <a:lnTo>
                    <a:pt x="341" y="279"/>
                  </a:lnTo>
                  <a:lnTo>
                    <a:pt x="409" y="235"/>
                  </a:lnTo>
                  <a:cubicBezTo>
                    <a:pt x="440" y="217"/>
                    <a:pt x="458" y="204"/>
                    <a:pt x="477" y="180"/>
                  </a:cubicBezTo>
                  <a:cubicBezTo>
                    <a:pt x="483" y="167"/>
                    <a:pt x="489" y="155"/>
                    <a:pt x="495" y="149"/>
                  </a:cubicBezTo>
                  <a:cubicBezTo>
                    <a:pt x="520" y="99"/>
                    <a:pt x="489" y="25"/>
                    <a:pt x="433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3"/>
            <p:cNvSpPr/>
            <p:nvPr/>
          </p:nvSpPr>
          <p:spPr>
            <a:xfrm flipH="1">
              <a:off x="6178192" y="3756781"/>
              <a:ext cx="17156" cy="12867"/>
            </a:xfrm>
            <a:custGeom>
              <a:avLst/>
              <a:gdLst/>
              <a:ahLst/>
              <a:cxnLst/>
              <a:rect l="l" t="t" r="r" b="b"/>
              <a:pathLst>
                <a:path w="248" h="186" extrusionOk="0">
                  <a:moveTo>
                    <a:pt x="124" y="0"/>
                  </a:moveTo>
                  <a:cubicBezTo>
                    <a:pt x="1" y="0"/>
                    <a:pt x="1" y="186"/>
                    <a:pt x="124" y="186"/>
                  </a:cubicBezTo>
                  <a:cubicBezTo>
                    <a:pt x="248" y="186"/>
                    <a:pt x="248" y="0"/>
                    <a:pt x="124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3"/>
            <p:cNvSpPr/>
            <p:nvPr/>
          </p:nvSpPr>
          <p:spPr>
            <a:xfrm flipH="1">
              <a:off x="6057618" y="3686706"/>
              <a:ext cx="14181" cy="11137"/>
            </a:xfrm>
            <a:custGeom>
              <a:avLst/>
              <a:gdLst/>
              <a:ahLst/>
              <a:cxnLst/>
              <a:rect l="l" t="t" r="r" b="b"/>
              <a:pathLst>
                <a:path w="205" h="161" extrusionOk="0">
                  <a:moveTo>
                    <a:pt x="105" y="0"/>
                  </a:moveTo>
                  <a:cubicBezTo>
                    <a:pt x="0" y="0"/>
                    <a:pt x="0" y="155"/>
                    <a:pt x="105" y="155"/>
                  </a:cubicBezTo>
                  <a:cubicBezTo>
                    <a:pt x="204" y="161"/>
                    <a:pt x="204" y="0"/>
                    <a:pt x="105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3"/>
            <p:cNvSpPr/>
            <p:nvPr/>
          </p:nvSpPr>
          <p:spPr>
            <a:xfrm flipH="1">
              <a:off x="6758093" y="4228629"/>
              <a:ext cx="13766" cy="10722"/>
            </a:xfrm>
            <a:custGeom>
              <a:avLst/>
              <a:gdLst/>
              <a:ahLst/>
              <a:cxnLst/>
              <a:rect l="l" t="t" r="r" b="b"/>
              <a:pathLst>
                <a:path w="199" h="155" extrusionOk="0">
                  <a:moveTo>
                    <a:pt x="99" y="0"/>
                  </a:moveTo>
                  <a:cubicBezTo>
                    <a:pt x="0" y="0"/>
                    <a:pt x="0" y="155"/>
                    <a:pt x="99" y="155"/>
                  </a:cubicBezTo>
                  <a:cubicBezTo>
                    <a:pt x="198" y="155"/>
                    <a:pt x="198" y="0"/>
                    <a:pt x="99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3"/>
            <p:cNvSpPr/>
            <p:nvPr/>
          </p:nvSpPr>
          <p:spPr>
            <a:xfrm flipH="1">
              <a:off x="5971771" y="3875556"/>
              <a:ext cx="14112" cy="14181"/>
            </a:xfrm>
            <a:custGeom>
              <a:avLst/>
              <a:gdLst/>
              <a:ahLst/>
              <a:cxnLst/>
              <a:rect l="l" t="t" r="r" b="b"/>
              <a:pathLst>
                <a:path w="204" h="205" extrusionOk="0">
                  <a:moveTo>
                    <a:pt x="192" y="20"/>
                  </a:moveTo>
                  <a:cubicBezTo>
                    <a:pt x="173" y="1"/>
                    <a:pt x="161" y="1"/>
                    <a:pt x="136" y="13"/>
                  </a:cubicBezTo>
                  <a:cubicBezTo>
                    <a:pt x="130" y="13"/>
                    <a:pt x="130" y="20"/>
                    <a:pt x="124" y="20"/>
                  </a:cubicBezTo>
                  <a:cubicBezTo>
                    <a:pt x="111" y="26"/>
                    <a:pt x="105" y="26"/>
                    <a:pt x="99" y="38"/>
                  </a:cubicBezTo>
                  <a:lnTo>
                    <a:pt x="74" y="57"/>
                  </a:lnTo>
                  <a:cubicBezTo>
                    <a:pt x="62" y="75"/>
                    <a:pt x="37" y="87"/>
                    <a:pt x="19" y="100"/>
                  </a:cubicBezTo>
                  <a:cubicBezTo>
                    <a:pt x="12" y="106"/>
                    <a:pt x="12" y="112"/>
                    <a:pt x="6" y="118"/>
                  </a:cubicBezTo>
                  <a:cubicBezTo>
                    <a:pt x="0" y="125"/>
                    <a:pt x="0" y="137"/>
                    <a:pt x="0" y="143"/>
                  </a:cubicBezTo>
                  <a:cubicBezTo>
                    <a:pt x="0" y="155"/>
                    <a:pt x="6" y="174"/>
                    <a:pt x="12" y="186"/>
                  </a:cubicBezTo>
                  <a:cubicBezTo>
                    <a:pt x="31" y="199"/>
                    <a:pt x="43" y="205"/>
                    <a:pt x="62" y="205"/>
                  </a:cubicBezTo>
                  <a:lnTo>
                    <a:pt x="74" y="205"/>
                  </a:lnTo>
                  <a:cubicBezTo>
                    <a:pt x="80" y="205"/>
                    <a:pt x="99" y="199"/>
                    <a:pt x="105" y="186"/>
                  </a:cubicBezTo>
                  <a:cubicBezTo>
                    <a:pt x="124" y="174"/>
                    <a:pt x="136" y="149"/>
                    <a:pt x="142" y="137"/>
                  </a:cubicBezTo>
                  <a:lnTo>
                    <a:pt x="167" y="112"/>
                  </a:lnTo>
                  <a:cubicBezTo>
                    <a:pt x="173" y="106"/>
                    <a:pt x="185" y="94"/>
                    <a:pt x="185" y="87"/>
                  </a:cubicBezTo>
                  <a:cubicBezTo>
                    <a:pt x="185" y="81"/>
                    <a:pt x="192" y="81"/>
                    <a:pt x="192" y="75"/>
                  </a:cubicBezTo>
                  <a:cubicBezTo>
                    <a:pt x="204" y="50"/>
                    <a:pt x="204" y="26"/>
                    <a:pt x="192" y="2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3"/>
            <p:cNvSpPr/>
            <p:nvPr/>
          </p:nvSpPr>
          <p:spPr>
            <a:xfrm flipH="1">
              <a:off x="5925147" y="3579415"/>
              <a:ext cx="9062" cy="7333"/>
            </a:xfrm>
            <a:custGeom>
              <a:avLst/>
              <a:gdLst/>
              <a:ahLst/>
              <a:cxnLst/>
              <a:rect l="l" t="t" r="r" b="b"/>
              <a:pathLst>
                <a:path w="131" h="106" extrusionOk="0">
                  <a:moveTo>
                    <a:pt x="69" y="1"/>
                  </a:moveTo>
                  <a:cubicBezTo>
                    <a:pt x="1" y="1"/>
                    <a:pt x="1" y="99"/>
                    <a:pt x="69" y="99"/>
                  </a:cubicBezTo>
                  <a:cubicBezTo>
                    <a:pt x="130" y="106"/>
                    <a:pt x="130" y="1"/>
                    <a:pt x="69" y="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3"/>
            <p:cNvSpPr/>
            <p:nvPr/>
          </p:nvSpPr>
          <p:spPr>
            <a:xfrm flipH="1">
              <a:off x="6091376" y="3495643"/>
              <a:ext cx="10792" cy="8647"/>
            </a:xfrm>
            <a:custGeom>
              <a:avLst/>
              <a:gdLst/>
              <a:ahLst/>
              <a:cxnLst/>
              <a:rect l="l" t="t" r="r" b="b"/>
              <a:pathLst>
                <a:path w="156" h="125" extrusionOk="0">
                  <a:moveTo>
                    <a:pt x="81" y="1"/>
                  </a:moveTo>
                  <a:cubicBezTo>
                    <a:pt x="1" y="1"/>
                    <a:pt x="1" y="124"/>
                    <a:pt x="81" y="124"/>
                  </a:cubicBezTo>
                  <a:cubicBezTo>
                    <a:pt x="155" y="124"/>
                    <a:pt x="155" y="1"/>
                    <a:pt x="81" y="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3"/>
            <p:cNvSpPr/>
            <p:nvPr/>
          </p:nvSpPr>
          <p:spPr>
            <a:xfrm flipH="1">
              <a:off x="6947012" y="5027332"/>
              <a:ext cx="16326" cy="11621"/>
            </a:xfrm>
            <a:custGeom>
              <a:avLst/>
              <a:gdLst/>
              <a:ahLst/>
              <a:cxnLst/>
              <a:rect l="l" t="t" r="r" b="b"/>
              <a:pathLst>
                <a:path w="236" h="168" extrusionOk="0">
                  <a:moveTo>
                    <a:pt x="217" y="44"/>
                  </a:moveTo>
                  <a:cubicBezTo>
                    <a:pt x="211" y="44"/>
                    <a:pt x="211" y="38"/>
                    <a:pt x="205" y="38"/>
                  </a:cubicBezTo>
                  <a:cubicBezTo>
                    <a:pt x="198" y="26"/>
                    <a:pt x="186" y="26"/>
                    <a:pt x="174" y="26"/>
                  </a:cubicBezTo>
                  <a:cubicBezTo>
                    <a:pt x="155" y="26"/>
                    <a:pt x="143" y="26"/>
                    <a:pt x="124" y="19"/>
                  </a:cubicBezTo>
                  <a:lnTo>
                    <a:pt x="118" y="13"/>
                  </a:lnTo>
                  <a:cubicBezTo>
                    <a:pt x="112" y="13"/>
                    <a:pt x="106" y="1"/>
                    <a:pt x="106" y="1"/>
                  </a:cubicBezTo>
                  <a:lnTo>
                    <a:pt x="75" y="1"/>
                  </a:lnTo>
                  <a:cubicBezTo>
                    <a:pt x="62" y="1"/>
                    <a:pt x="50" y="1"/>
                    <a:pt x="44" y="13"/>
                  </a:cubicBezTo>
                  <a:lnTo>
                    <a:pt x="25" y="26"/>
                  </a:lnTo>
                  <a:cubicBezTo>
                    <a:pt x="19" y="38"/>
                    <a:pt x="13" y="44"/>
                    <a:pt x="13" y="50"/>
                  </a:cubicBezTo>
                  <a:cubicBezTo>
                    <a:pt x="1" y="57"/>
                    <a:pt x="1" y="75"/>
                    <a:pt x="1" y="81"/>
                  </a:cubicBezTo>
                  <a:lnTo>
                    <a:pt x="1" y="106"/>
                  </a:lnTo>
                  <a:cubicBezTo>
                    <a:pt x="1" y="112"/>
                    <a:pt x="13" y="124"/>
                    <a:pt x="19" y="137"/>
                  </a:cubicBezTo>
                  <a:lnTo>
                    <a:pt x="44" y="155"/>
                  </a:lnTo>
                  <a:cubicBezTo>
                    <a:pt x="50" y="155"/>
                    <a:pt x="56" y="168"/>
                    <a:pt x="56" y="168"/>
                  </a:cubicBezTo>
                  <a:lnTo>
                    <a:pt x="87" y="168"/>
                  </a:lnTo>
                  <a:cubicBezTo>
                    <a:pt x="93" y="168"/>
                    <a:pt x="112" y="168"/>
                    <a:pt x="118" y="155"/>
                  </a:cubicBezTo>
                  <a:cubicBezTo>
                    <a:pt x="118" y="155"/>
                    <a:pt x="124" y="155"/>
                    <a:pt x="124" y="149"/>
                  </a:cubicBezTo>
                  <a:cubicBezTo>
                    <a:pt x="143" y="149"/>
                    <a:pt x="155" y="149"/>
                    <a:pt x="174" y="143"/>
                  </a:cubicBezTo>
                  <a:cubicBezTo>
                    <a:pt x="180" y="143"/>
                    <a:pt x="186" y="143"/>
                    <a:pt x="198" y="137"/>
                  </a:cubicBezTo>
                  <a:cubicBezTo>
                    <a:pt x="205" y="137"/>
                    <a:pt x="211" y="124"/>
                    <a:pt x="211" y="118"/>
                  </a:cubicBezTo>
                  <a:cubicBezTo>
                    <a:pt x="217" y="112"/>
                    <a:pt x="229" y="87"/>
                    <a:pt x="229" y="81"/>
                  </a:cubicBezTo>
                  <a:cubicBezTo>
                    <a:pt x="235" y="69"/>
                    <a:pt x="235" y="50"/>
                    <a:pt x="217" y="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3"/>
            <p:cNvSpPr/>
            <p:nvPr/>
          </p:nvSpPr>
          <p:spPr>
            <a:xfrm flipH="1">
              <a:off x="6765841" y="5002567"/>
              <a:ext cx="14112" cy="10791"/>
            </a:xfrm>
            <a:custGeom>
              <a:avLst/>
              <a:gdLst/>
              <a:ahLst/>
              <a:cxnLst/>
              <a:rect l="l" t="t" r="r" b="b"/>
              <a:pathLst>
                <a:path w="204" h="156" extrusionOk="0">
                  <a:moveTo>
                    <a:pt x="179" y="25"/>
                  </a:moveTo>
                  <a:cubicBezTo>
                    <a:pt x="161" y="7"/>
                    <a:pt x="130" y="1"/>
                    <a:pt x="105" y="7"/>
                  </a:cubicBezTo>
                  <a:cubicBezTo>
                    <a:pt x="93" y="13"/>
                    <a:pt x="74" y="13"/>
                    <a:pt x="62" y="25"/>
                  </a:cubicBezTo>
                  <a:lnTo>
                    <a:pt x="56" y="25"/>
                  </a:lnTo>
                  <a:cubicBezTo>
                    <a:pt x="50" y="25"/>
                    <a:pt x="37" y="31"/>
                    <a:pt x="31" y="31"/>
                  </a:cubicBezTo>
                  <a:cubicBezTo>
                    <a:pt x="25" y="31"/>
                    <a:pt x="25" y="38"/>
                    <a:pt x="19" y="44"/>
                  </a:cubicBezTo>
                  <a:cubicBezTo>
                    <a:pt x="6" y="56"/>
                    <a:pt x="0" y="62"/>
                    <a:pt x="0" y="75"/>
                  </a:cubicBezTo>
                  <a:cubicBezTo>
                    <a:pt x="0" y="93"/>
                    <a:pt x="6" y="99"/>
                    <a:pt x="19" y="106"/>
                  </a:cubicBezTo>
                  <a:lnTo>
                    <a:pt x="31" y="124"/>
                  </a:lnTo>
                  <a:cubicBezTo>
                    <a:pt x="37" y="124"/>
                    <a:pt x="43" y="130"/>
                    <a:pt x="56" y="130"/>
                  </a:cubicBezTo>
                  <a:lnTo>
                    <a:pt x="62" y="130"/>
                  </a:lnTo>
                  <a:cubicBezTo>
                    <a:pt x="74" y="137"/>
                    <a:pt x="93" y="137"/>
                    <a:pt x="105" y="149"/>
                  </a:cubicBezTo>
                  <a:cubicBezTo>
                    <a:pt x="130" y="155"/>
                    <a:pt x="155" y="149"/>
                    <a:pt x="179" y="130"/>
                  </a:cubicBezTo>
                  <a:cubicBezTo>
                    <a:pt x="192" y="118"/>
                    <a:pt x="204" y="99"/>
                    <a:pt x="204" y="87"/>
                  </a:cubicBezTo>
                  <a:cubicBezTo>
                    <a:pt x="192" y="56"/>
                    <a:pt x="185" y="31"/>
                    <a:pt x="179" y="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3"/>
            <p:cNvSpPr/>
            <p:nvPr/>
          </p:nvSpPr>
          <p:spPr>
            <a:xfrm flipH="1">
              <a:off x="8294151" y="1882742"/>
              <a:ext cx="24005" cy="30437"/>
            </a:xfrm>
            <a:custGeom>
              <a:avLst/>
              <a:gdLst/>
              <a:ahLst/>
              <a:cxnLst/>
              <a:rect l="l" t="t" r="r" b="b"/>
              <a:pathLst>
                <a:path w="347" h="440" extrusionOk="0">
                  <a:moveTo>
                    <a:pt x="291" y="25"/>
                  </a:moveTo>
                  <a:cubicBezTo>
                    <a:pt x="254" y="1"/>
                    <a:pt x="217" y="13"/>
                    <a:pt x="192" y="56"/>
                  </a:cubicBezTo>
                  <a:cubicBezTo>
                    <a:pt x="161" y="99"/>
                    <a:pt x="124" y="149"/>
                    <a:pt x="99" y="192"/>
                  </a:cubicBezTo>
                  <a:cubicBezTo>
                    <a:pt x="68" y="242"/>
                    <a:pt x="38" y="285"/>
                    <a:pt x="13" y="334"/>
                  </a:cubicBezTo>
                  <a:cubicBezTo>
                    <a:pt x="0" y="353"/>
                    <a:pt x="7" y="396"/>
                    <a:pt x="31" y="414"/>
                  </a:cubicBezTo>
                  <a:cubicBezTo>
                    <a:pt x="50" y="433"/>
                    <a:pt x="93" y="439"/>
                    <a:pt x="112" y="408"/>
                  </a:cubicBezTo>
                  <a:cubicBezTo>
                    <a:pt x="155" y="365"/>
                    <a:pt x="186" y="322"/>
                    <a:pt x="223" y="279"/>
                  </a:cubicBezTo>
                  <a:cubicBezTo>
                    <a:pt x="260" y="229"/>
                    <a:pt x="291" y="180"/>
                    <a:pt x="328" y="130"/>
                  </a:cubicBezTo>
                  <a:cubicBezTo>
                    <a:pt x="346" y="93"/>
                    <a:pt x="328" y="38"/>
                    <a:pt x="291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3"/>
            <p:cNvSpPr/>
            <p:nvPr/>
          </p:nvSpPr>
          <p:spPr>
            <a:xfrm flipH="1">
              <a:off x="8109520" y="1835287"/>
              <a:ext cx="13766" cy="13351"/>
            </a:xfrm>
            <a:custGeom>
              <a:avLst/>
              <a:gdLst/>
              <a:ahLst/>
              <a:cxnLst/>
              <a:rect l="l" t="t" r="r" b="b"/>
              <a:pathLst>
                <a:path w="199" h="193" extrusionOk="0">
                  <a:moveTo>
                    <a:pt x="186" y="13"/>
                  </a:moveTo>
                  <a:cubicBezTo>
                    <a:pt x="180" y="7"/>
                    <a:pt x="161" y="1"/>
                    <a:pt x="149" y="1"/>
                  </a:cubicBezTo>
                  <a:lnTo>
                    <a:pt x="124" y="1"/>
                  </a:lnTo>
                  <a:lnTo>
                    <a:pt x="106" y="1"/>
                  </a:lnTo>
                  <a:lnTo>
                    <a:pt x="100" y="1"/>
                  </a:lnTo>
                  <a:cubicBezTo>
                    <a:pt x="87" y="7"/>
                    <a:pt x="75" y="7"/>
                    <a:pt x="62" y="19"/>
                  </a:cubicBezTo>
                  <a:cubicBezTo>
                    <a:pt x="44" y="38"/>
                    <a:pt x="32" y="44"/>
                    <a:pt x="25" y="63"/>
                  </a:cubicBezTo>
                  <a:cubicBezTo>
                    <a:pt x="13" y="69"/>
                    <a:pt x="7" y="75"/>
                    <a:pt x="7" y="81"/>
                  </a:cubicBezTo>
                  <a:cubicBezTo>
                    <a:pt x="1" y="93"/>
                    <a:pt x="1" y="100"/>
                    <a:pt x="1" y="112"/>
                  </a:cubicBezTo>
                  <a:cubicBezTo>
                    <a:pt x="1" y="124"/>
                    <a:pt x="1" y="137"/>
                    <a:pt x="7" y="143"/>
                  </a:cubicBezTo>
                  <a:cubicBezTo>
                    <a:pt x="7" y="155"/>
                    <a:pt x="13" y="161"/>
                    <a:pt x="25" y="168"/>
                  </a:cubicBezTo>
                  <a:cubicBezTo>
                    <a:pt x="38" y="186"/>
                    <a:pt x="56" y="192"/>
                    <a:pt x="75" y="192"/>
                  </a:cubicBezTo>
                  <a:cubicBezTo>
                    <a:pt x="100" y="192"/>
                    <a:pt x="118" y="186"/>
                    <a:pt x="130" y="168"/>
                  </a:cubicBezTo>
                  <a:cubicBezTo>
                    <a:pt x="149" y="155"/>
                    <a:pt x="155" y="137"/>
                    <a:pt x="168" y="131"/>
                  </a:cubicBezTo>
                  <a:cubicBezTo>
                    <a:pt x="180" y="124"/>
                    <a:pt x="186" y="106"/>
                    <a:pt x="192" y="93"/>
                  </a:cubicBezTo>
                  <a:lnTo>
                    <a:pt x="192" y="81"/>
                  </a:lnTo>
                  <a:lnTo>
                    <a:pt x="192" y="69"/>
                  </a:lnTo>
                  <a:cubicBezTo>
                    <a:pt x="192" y="63"/>
                    <a:pt x="198" y="50"/>
                    <a:pt x="192" y="44"/>
                  </a:cubicBezTo>
                  <a:cubicBezTo>
                    <a:pt x="198" y="38"/>
                    <a:pt x="198" y="19"/>
                    <a:pt x="186" y="1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3"/>
            <p:cNvSpPr/>
            <p:nvPr/>
          </p:nvSpPr>
          <p:spPr>
            <a:xfrm flipH="1">
              <a:off x="8430081" y="1472460"/>
              <a:ext cx="24420" cy="30437"/>
            </a:xfrm>
            <a:custGeom>
              <a:avLst/>
              <a:gdLst/>
              <a:ahLst/>
              <a:cxnLst/>
              <a:rect l="l" t="t" r="r" b="b"/>
              <a:pathLst>
                <a:path w="353" h="440" extrusionOk="0">
                  <a:moveTo>
                    <a:pt x="334" y="44"/>
                  </a:moveTo>
                  <a:cubicBezTo>
                    <a:pt x="316" y="31"/>
                    <a:pt x="291" y="25"/>
                    <a:pt x="272" y="13"/>
                  </a:cubicBezTo>
                  <a:cubicBezTo>
                    <a:pt x="260" y="13"/>
                    <a:pt x="254" y="7"/>
                    <a:pt x="248" y="7"/>
                  </a:cubicBezTo>
                  <a:cubicBezTo>
                    <a:pt x="217" y="1"/>
                    <a:pt x="186" y="7"/>
                    <a:pt x="155" y="25"/>
                  </a:cubicBezTo>
                  <a:cubicBezTo>
                    <a:pt x="106" y="44"/>
                    <a:pt x="75" y="87"/>
                    <a:pt x="44" y="124"/>
                  </a:cubicBezTo>
                  <a:cubicBezTo>
                    <a:pt x="13" y="167"/>
                    <a:pt x="7" y="217"/>
                    <a:pt x="1" y="260"/>
                  </a:cubicBezTo>
                  <a:cubicBezTo>
                    <a:pt x="1" y="285"/>
                    <a:pt x="7" y="310"/>
                    <a:pt x="13" y="322"/>
                  </a:cubicBezTo>
                  <a:cubicBezTo>
                    <a:pt x="13" y="334"/>
                    <a:pt x="25" y="334"/>
                    <a:pt x="25" y="340"/>
                  </a:cubicBezTo>
                  <a:cubicBezTo>
                    <a:pt x="32" y="353"/>
                    <a:pt x="38" y="377"/>
                    <a:pt x="44" y="396"/>
                  </a:cubicBezTo>
                  <a:cubicBezTo>
                    <a:pt x="62" y="427"/>
                    <a:pt x="100" y="439"/>
                    <a:pt x="130" y="427"/>
                  </a:cubicBezTo>
                  <a:cubicBezTo>
                    <a:pt x="161" y="408"/>
                    <a:pt x="174" y="377"/>
                    <a:pt x="167" y="340"/>
                  </a:cubicBezTo>
                  <a:lnTo>
                    <a:pt x="167" y="340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4"/>
                  </a:lnTo>
                  <a:cubicBezTo>
                    <a:pt x="174" y="316"/>
                    <a:pt x="186" y="303"/>
                    <a:pt x="186" y="285"/>
                  </a:cubicBezTo>
                  <a:cubicBezTo>
                    <a:pt x="186" y="279"/>
                    <a:pt x="192" y="272"/>
                    <a:pt x="192" y="254"/>
                  </a:cubicBezTo>
                  <a:cubicBezTo>
                    <a:pt x="198" y="248"/>
                    <a:pt x="198" y="229"/>
                    <a:pt x="205" y="223"/>
                  </a:cubicBezTo>
                  <a:cubicBezTo>
                    <a:pt x="223" y="211"/>
                    <a:pt x="229" y="192"/>
                    <a:pt x="248" y="186"/>
                  </a:cubicBezTo>
                  <a:cubicBezTo>
                    <a:pt x="254" y="180"/>
                    <a:pt x="260" y="180"/>
                    <a:pt x="266" y="167"/>
                  </a:cubicBezTo>
                  <a:cubicBezTo>
                    <a:pt x="279" y="161"/>
                    <a:pt x="285" y="149"/>
                    <a:pt x="291" y="137"/>
                  </a:cubicBezTo>
                  <a:lnTo>
                    <a:pt x="291" y="137"/>
                  </a:lnTo>
                  <a:lnTo>
                    <a:pt x="310" y="124"/>
                  </a:lnTo>
                  <a:cubicBezTo>
                    <a:pt x="347" y="99"/>
                    <a:pt x="353" y="69"/>
                    <a:pt x="334" y="44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3"/>
            <p:cNvSpPr/>
            <p:nvPr/>
          </p:nvSpPr>
          <p:spPr>
            <a:xfrm rot="10800000" flipH="1">
              <a:off x="8441634" y="1495980"/>
              <a:ext cx="0" cy="484"/>
            </a:xfrm>
            <a:custGeom>
              <a:avLst/>
              <a:gdLst/>
              <a:ahLst/>
              <a:cxnLst/>
              <a:rect l="l" t="t" r="r" b="b"/>
              <a:pathLst>
                <a:path h="7" extrusionOk="0">
                  <a:moveTo>
                    <a:pt x="0" y="7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3"/>
            <p:cNvSpPr/>
            <p:nvPr/>
          </p:nvSpPr>
          <p:spPr>
            <a:xfrm flipH="1">
              <a:off x="8312551" y="1472460"/>
              <a:ext cx="24420" cy="24419"/>
            </a:xfrm>
            <a:custGeom>
              <a:avLst/>
              <a:gdLst/>
              <a:ahLst/>
              <a:cxnLst/>
              <a:rect l="l" t="t" r="r" b="b"/>
              <a:pathLst>
                <a:path w="353" h="353" extrusionOk="0">
                  <a:moveTo>
                    <a:pt x="322" y="31"/>
                  </a:moveTo>
                  <a:cubicBezTo>
                    <a:pt x="303" y="7"/>
                    <a:pt x="254" y="1"/>
                    <a:pt x="223" y="13"/>
                  </a:cubicBezTo>
                  <a:cubicBezTo>
                    <a:pt x="217" y="25"/>
                    <a:pt x="211" y="25"/>
                    <a:pt x="192" y="31"/>
                  </a:cubicBezTo>
                  <a:cubicBezTo>
                    <a:pt x="180" y="38"/>
                    <a:pt x="167" y="56"/>
                    <a:pt x="155" y="69"/>
                  </a:cubicBezTo>
                  <a:cubicBezTo>
                    <a:pt x="137" y="81"/>
                    <a:pt x="124" y="99"/>
                    <a:pt x="106" y="124"/>
                  </a:cubicBezTo>
                  <a:cubicBezTo>
                    <a:pt x="75" y="155"/>
                    <a:pt x="44" y="192"/>
                    <a:pt x="25" y="223"/>
                  </a:cubicBezTo>
                  <a:cubicBezTo>
                    <a:pt x="7" y="235"/>
                    <a:pt x="1" y="254"/>
                    <a:pt x="1" y="279"/>
                  </a:cubicBezTo>
                  <a:cubicBezTo>
                    <a:pt x="1" y="291"/>
                    <a:pt x="7" y="316"/>
                    <a:pt x="25" y="328"/>
                  </a:cubicBezTo>
                  <a:cubicBezTo>
                    <a:pt x="38" y="347"/>
                    <a:pt x="56" y="353"/>
                    <a:pt x="75" y="353"/>
                  </a:cubicBezTo>
                  <a:cubicBezTo>
                    <a:pt x="99" y="353"/>
                    <a:pt x="118" y="347"/>
                    <a:pt x="130" y="328"/>
                  </a:cubicBezTo>
                  <a:cubicBezTo>
                    <a:pt x="161" y="297"/>
                    <a:pt x="198" y="266"/>
                    <a:pt x="229" y="248"/>
                  </a:cubicBezTo>
                  <a:lnTo>
                    <a:pt x="279" y="198"/>
                  </a:lnTo>
                  <a:cubicBezTo>
                    <a:pt x="285" y="192"/>
                    <a:pt x="303" y="186"/>
                    <a:pt x="310" y="167"/>
                  </a:cubicBezTo>
                  <a:cubicBezTo>
                    <a:pt x="316" y="161"/>
                    <a:pt x="322" y="143"/>
                    <a:pt x="334" y="130"/>
                  </a:cubicBezTo>
                  <a:cubicBezTo>
                    <a:pt x="353" y="99"/>
                    <a:pt x="353" y="56"/>
                    <a:pt x="322" y="3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3"/>
            <p:cNvSpPr/>
            <p:nvPr/>
          </p:nvSpPr>
          <p:spPr>
            <a:xfrm flipH="1">
              <a:off x="8294565" y="1622503"/>
              <a:ext cx="28709" cy="27808"/>
            </a:xfrm>
            <a:custGeom>
              <a:avLst/>
              <a:gdLst/>
              <a:ahLst/>
              <a:cxnLst/>
              <a:rect l="l" t="t" r="r" b="b"/>
              <a:pathLst>
                <a:path w="415" h="402" extrusionOk="0">
                  <a:moveTo>
                    <a:pt x="371" y="19"/>
                  </a:moveTo>
                  <a:cubicBezTo>
                    <a:pt x="359" y="6"/>
                    <a:pt x="340" y="0"/>
                    <a:pt x="328" y="0"/>
                  </a:cubicBezTo>
                  <a:lnTo>
                    <a:pt x="291" y="0"/>
                  </a:lnTo>
                  <a:cubicBezTo>
                    <a:pt x="272" y="0"/>
                    <a:pt x="247" y="6"/>
                    <a:pt x="235" y="19"/>
                  </a:cubicBezTo>
                  <a:cubicBezTo>
                    <a:pt x="186" y="31"/>
                    <a:pt x="149" y="56"/>
                    <a:pt x="112" y="87"/>
                  </a:cubicBezTo>
                  <a:cubicBezTo>
                    <a:pt x="44" y="148"/>
                    <a:pt x="0" y="241"/>
                    <a:pt x="0" y="334"/>
                  </a:cubicBezTo>
                  <a:cubicBezTo>
                    <a:pt x="0" y="371"/>
                    <a:pt x="31" y="402"/>
                    <a:pt x="74" y="402"/>
                  </a:cubicBezTo>
                  <a:cubicBezTo>
                    <a:pt x="87" y="402"/>
                    <a:pt x="112" y="396"/>
                    <a:pt x="118" y="377"/>
                  </a:cubicBezTo>
                  <a:cubicBezTo>
                    <a:pt x="136" y="365"/>
                    <a:pt x="136" y="346"/>
                    <a:pt x="142" y="334"/>
                  </a:cubicBezTo>
                  <a:cubicBezTo>
                    <a:pt x="142" y="358"/>
                    <a:pt x="142" y="340"/>
                    <a:pt x="142" y="334"/>
                  </a:cubicBezTo>
                  <a:lnTo>
                    <a:pt x="142" y="328"/>
                  </a:lnTo>
                  <a:cubicBezTo>
                    <a:pt x="142" y="315"/>
                    <a:pt x="149" y="309"/>
                    <a:pt x="149" y="303"/>
                  </a:cubicBezTo>
                  <a:lnTo>
                    <a:pt x="149" y="297"/>
                  </a:lnTo>
                  <a:cubicBezTo>
                    <a:pt x="155" y="284"/>
                    <a:pt x="155" y="278"/>
                    <a:pt x="167" y="272"/>
                  </a:cubicBezTo>
                  <a:cubicBezTo>
                    <a:pt x="173" y="266"/>
                    <a:pt x="173" y="253"/>
                    <a:pt x="180" y="247"/>
                  </a:cubicBezTo>
                  <a:lnTo>
                    <a:pt x="186" y="241"/>
                  </a:lnTo>
                  <a:lnTo>
                    <a:pt x="186" y="241"/>
                  </a:lnTo>
                  <a:cubicBezTo>
                    <a:pt x="198" y="229"/>
                    <a:pt x="204" y="216"/>
                    <a:pt x="210" y="210"/>
                  </a:cubicBezTo>
                  <a:lnTo>
                    <a:pt x="210" y="210"/>
                  </a:lnTo>
                  <a:lnTo>
                    <a:pt x="217" y="198"/>
                  </a:lnTo>
                  <a:cubicBezTo>
                    <a:pt x="223" y="185"/>
                    <a:pt x="241" y="179"/>
                    <a:pt x="254" y="161"/>
                  </a:cubicBezTo>
                  <a:lnTo>
                    <a:pt x="266" y="155"/>
                  </a:lnTo>
                  <a:cubicBezTo>
                    <a:pt x="272" y="148"/>
                    <a:pt x="278" y="148"/>
                    <a:pt x="285" y="142"/>
                  </a:cubicBezTo>
                  <a:cubicBezTo>
                    <a:pt x="297" y="130"/>
                    <a:pt x="303" y="130"/>
                    <a:pt x="309" y="124"/>
                  </a:cubicBezTo>
                  <a:lnTo>
                    <a:pt x="309" y="124"/>
                  </a:lnTo>
                  <a:cubicBezTo>
                    <a:pt x="309" y="124"/>
                    <a:pt x="315" y="124"/>
                    <a:pt x="315" y="117"/>
                  </a:cubicBezTo>
                  <a:cubicBezTo>
                    <a:pt x="328" y="117"/>
                    <a:pt x="334" y="111"/>
                    <a:pt x="340" y="111"/>
                  </a:cubicBezTo>
                  <a:cubicBezTo>
                    <a:pt x="359" y="99"/>
                    <a:pt x="365" y="93"/>
                    <a:pt x="377" y="87"/>
                  </a:cubicBezTo>
                  <a:cubicBezTo>
                    <a:pt x="414" y="68"/>
                    <a:pt x="402" y="25"/>
                    <a:pt x="371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3"/>
            <p:cNvSpPr/>
            <p:nvPr/>
          </p:nvSpPr>
          <p:spPr>
            <a:xfrm flipH="1">
              <a:off x="7775670" y="1584041"/>
              <a:ext cx="17225" cy="16740"/>
            </a:xfrm>
            <a:custGeom>
              <a:avLst/>
              <a:gdLst/>
              <a:ahLst/>
              <a:cxnLst/>
              <a:rect l="l" t="t" r="r" b="b"/>
              <a:pathLst>
                <a:path w="249" h="242" extrusionOk="0">
                  <a:moveTo>
                    <a:pt x="242" y="50"/>
                  </a:moveTo>
                  <a:lnTo>
                    <a:pt x="236" y="31"/>
                  </a:lnTo>
                  <a:lnTo>
                    <a:pt x="236" y="31"/>
                  </a:lnTo>
                  <a:cubicBezTo>
                    <a:pt x="236" y="25"/>
                    <a:pt x="236" y="31"/>
                    <a:pt x="223" y="19"/>
                  </a:cubicBezTo>
                  <a:cubicBezTo>
                    <a:pt x="223" y="19"/>
                    <a:pt x="217" y="6"/>
                    <a:pt x="211" y="6"/>
                  </a:cubicBezTo>
                  <a:lnTo>
                    <a:pt x="211" y="6"/>
                  </a:lnTo>
                  <a:lnTo>
                    <a:pt x="211" y="6"/>
                  </a:lnTo>
                  <a:lnTo>
                    <a:pt x="205" y="6"/>
                  </a:lnTo>
                  <a:cubicBezTo>
                    <a:pt x="192" y="6"/>
                    <a:pt x="192" y="0"/>
                    <a:pt x="186" y="0"/>
                  </a:cubicBezTo>
                  <a:lnTo>
                    <a:pt x="155" y="0"/>
                  </a:lnTo>
                  <a:cubicBezTo>
                    <a:pt x="149" y="0"/>
                    <a:pt x="143" y="6"/>
                    <a:pt x="143" y="6"/>
                  </a:cubicBezTo>
                  <a:cubicBezTo>
                    <a:pt x="131" y="19"/>
                    <a:pt x="125" y="19"/>
                    <a:pt x="118" y="25"/>
                  </a:cubicBezTo>
                  <a:cubicBezTo>
                    <a:pt x="112" y="31"/>
                    <a:pt x="100" y="31"/>
                    <a:pt x="94" y="37"/>
                  </a:cubicBezTo>
                  <a:cubicBezTo>
                    <a:pt x="81" y="56"/>
                    <a:pt x="63" y="62"/>
                    <a:pt x="50" y="80"/>
                  </a:cubicBezTo>
                  <a:cubicBezTo>
                    <a:pt x="32" y="87"/>
                    <a:pt x="26" y="93"/>
                    <a:pt x="20" y="111"/>
                  </a:cubicBezTo>
                  <a:cubicBezTo>
                    <a:pt x="7" y="124"/>
                    <a:pt x="1" y="142"/>
                    <a:pt x="1" y="155"/>
                  </a:cubicBezTo>
                  <a:lnTo>
                    <a:pt x="1" y="179"/>
                  </a:lnTo>
                  <a:cubicBezTo>
                    <a:pt x="7" y="192"/>
                    <a:pt x="20" y="210"/>
                    <a:pt x="26" y="216"/>
                  </a:cubicBezTo>
                  <a:cubicBezTo>
                    <a:pt x="32" y="222"/>
                    <a:pt x="38" y="235"/>
                    <a:pt x="57" y="235"/>
                  </a:cubicBezTo>
                  <a:cubicBezTo>
                    <a:pt x="63" y="241"/>
                    <a:pt x="81" y="241"/>
                    <a:pt x="94" y="241"/>
                  </a:cubicBezTo>
                  <a:cubicBezTo>
                    <a:pt x="112" y="241"/>
                    <a:pt x="125" y="235"/>
                    <a:pt x="143" y="222"/>
                  </a:cubicBezTo>
                  <a:cubicBezTo>
                    <a:pt x="155" y="216"/>
                    <a:pt x="162" y="210"/>
                    <a:pt x="174" y="192"/>
                  </a:cubicBezTo>
                  <a:cubicBezTo>
                    <a:pt x="180" y="179"/>
                    <a:pt x="192" y="161"/>
                    <a:pt x="205" y="148"/>
                  </a:cubicBezTo>
                  <a:cubicBezTo>
                    <a:pt x="211" y="130"/>
                    <a:pt x="223" y="117"/>
                    <a:pt x="236" y="99"/>
                  </a:cubicBezTo>
                  <a:lnTo>
                    <a:pt x="236" y="93"/>
                  </a:lnTo>
                  <a:cubicBezTo>
                    <a:pt x="236" y="93"/>
                    <a:pt x="236" y="87"/>
                    <a:pt x="242" y="87"/>
                  </a:cubicBezTo>
                  <a:cubicBezTo>
                    <a:pt x="248" y="80"/>
                    <a:pt x="242" y="80"/>
                    <a:pt x="248" y="68"/>
                  </a:cubicBezTo>
                  <a:lnTo>
                    <a:pt x="248" y="62"/>
                  </a:lnTo>
                  <a:cubicBezTo>
                    <a:pt x="242" y="56"/>
                    <a:pt x="242" y="50"/>
                    <a:pt x="242" y="5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3"/>
            <p:cNvSpPr/>
            <p:nvPr/>
          </p:nvSpPr>
          <p:spPr>
            <a:xfrm flipH="1">
              <a:off x="6855561" y="1645953"/>
              <a:ext cx="37217" cy="30022"/>
            </a:xfrm>
            <a:custGeom>
              <a:avLst/>
              <a:gdLst/>
              <a:ahLst/>
              <a:cxnLst/>
              <a:rect l="l" t="t" r="r" b="b"/>
              <a:pathLst>
                <a:path w="538" h="434" extrusionOk="0">
                  <a:moveTo>
                    <a:pt x="433" y="19"/>
                  </a:moveTo>
                  <a:cubicBezTo>
                    <a:pt x="414" y="26"/>
                    <a:pt x="389" y="32"/>
                    <a:pt x="371" y="38"/>
                  </a:cubicBezTo>
                  <a:cubicBezTo>
                    <a:pt x="358" y="50"/>
                    <a:pt x="340" y="63"/>
                    <a:pt x="328" y="81"/>
                  </a:cubicBezTo>
                  <a:cubicBezTo>
                    <a:pt x="290" y="100"/>
                    <a:pt x="260" y="131"/>
                    <a:pt x="216" y="155"/>
                  </a:cubicBezTo>
                  <a:cubicBezTo>
                    <a:pt x="155" y="205"/>
                    <a:pt x="93" y="254"/>
                    <a:pt x="31" y="304"/>
                  </a:cubicBezTo>
                  <a:cubicBezTo>
                    <a:pt x="0" y="328"/>
                    <a:pt x="6" y="372"/>
                    <a:pt x="25" y="396"/>
                  </a:cubicBezTo>
                  <a:cubicBezTo>
                    <a:pt x="49" y="421"/>
                    <a:pt x="87" y="433"/>
                    <a:pt x="117" y="409"/>
                  </a:cubicBezTo>
                  <a:cubicBezTo>
                    <a:pt x="179" y="365"/>
                    <a:pt x="247" y="316"/>
                    <a:pt x="309" y="273"/>
                  </a:cubicBezTo>
                  <a:lnTo>
                    <a:pt x="402" y="199"/>
                  </a:lnTo>
                  <a:cubicBezTo>
                    <a:pt x="420" y="186"/>
                    <a:pt x="433" y="180"/>
                    <a:pt x="451" y="162"/>
                  </a:cubicBezTo>
                  <a:lnTo>
                    <a:pt x="488" y="124"/>
                  </a:lnTo>
                  <a:cubicBezTo>
                    <a:pt x="494" y="118"/>
                    <a:pt x="494" y="112"/>
                    <a:pt x="501" y="100"/>
                  </a:cubicBezTo>
                  <a:cubicBezTo>
                    <a:pt x="538" y="63"/>
                    <a:pt x="488" y="1"/>
                    <a:pt x="433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3"/>
            <p:cNvSpPr/>
            <p:nvPr/>
          </p:nvSpPr>
          <p:spPr>
            <a:xfrm flipH="1">
              <a:off x="6020548" y="2226753"/>
              <a:ext cx="16257" cy="22344"/>
            </a:xfrm>
            <a:custGeom>
              <a:avLst/>
              <a:gdLst/>
              <a:ahLst/>
              <a:cxnLst/>
              <a:rect l="l" t="t" r="r" b="b"/>
              <a:pathLst>
                <a:path w="235" h="323" extrusionOk="0">
                  <a:moveTo>
                    <a:pt x="204" y="7"/>
                  </a:moveTo>
                  <a:cubicBezTo>
                    <a:pt x="186" y="1"/>
                    <a:pt x="167" y="7"/>
                    <a:pt x="149" y="13"/>
                  </a:cubicBezTo>
                  <a:lnTo>
                    <a:pt x="124" y="38"/>
                  </a:lnTo>
                  <a:cubicBezTo>
                    <a:pt x="118" y="44"/>
                    <a:pt x="111" y="57"/>
                    <a:pt x="111" y="63"/>
                  </a:cubicBezTo>
                  <a:cubicBezTo>
                    <a:pt x="105" y="75"/>
                    <a:pt x="87" y="94"/>
                    <a:pt x="81" y="100"/>
                  </a:cubicBezTo>
                  <a:cubicBezTo>
                    <a:pt x="56" y="131"/>
                    <a:pt x="43" y="155"/>
                    <a:pt x="19" y="186"/>
                  </a:cubicBezTo>
                  <a:cubicBezTo>
                    <a:pt x="0" y="199"/>
                    <a:pt x="0" y="230"/>
                    <a:pt x="13" y="248"/>
                  </a:cubicBezTo>
                  <a:cubicBezTo>
                    <a:pt x="19" y="273"/>
                    <a:pt x="31" y="291"/>
                    <a:pt x="56" y="304"/>
                  </a:cubicBezTo>
                  <a:cubicBezTo>
                    <a:pt x="99" y="322"/>
                    <a:pt x="149" y="291"/>
                    <a:pt x="173" y="248"/>
                  </a:cubicBezTo>
                  <a:cubicBezTo>
                    <a:pt x="179" y="217"/>
                    <a:pt x="198" y="180"/>
                    <a:pt x="204" y="149"/>
                  </a:cubicBezTo>
                  <a:cubicBezTo>
                    <a:pt x="210" y="131"/>
                    <a:pt x="210" y="118"/>
                    <a:pt x="216" y="100"/>
                  </a:cubicBezTo>
                  <a:cubicBezTo>
                    <a:pt x="216" y="94"/>
                    <a:pt x="229" y="87"/>
                    <a:pt x="229" y="75"/>
                  </a:cubicBezTo>
                  <a:cubicBezTo>
                    <a:pt x="229" y="63"/>
                    <a:pt x="229" y="57"/>
                    <a:pt x="235" y="38"/>
                  </a:cubicBezTo>
                  <a:cubicBezTo>
                    <a:pt x="235" y="32"/>
                    <a:pt x="216" y="13"/>
                    <a:pt x="204" y="7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3"/>
            <p:cNvSpPr/>
            <p:nvPr/>
          </p:nvSpPr>
          <p:spPr>
            <a:xfrm flipH="1">
              <a:off x="5936776" y="2123335"/>
              <a:ext cx="27809" cy="22344"/>
            </a:xfrm>
            <a:custGeom>
              <a:avLst/>
              <a:gdLst/>
              <a:ahLst/>
              <a:cxnLst/>
              <a:rect l="l" t="t" r="r" b="b"/>
              <a:pathLst>
                <a:path w="402" h="323" extrusionOk="0">
                  <a:moveTo>
                    <a:pt x="371" y="44"/>
                  </a:moveTo>
                  <a:cubicBezTo>
                    <a:pt x="359" y="32"/>
                    <a:pt x="340" y="26"/>
                    <a:pt x="315" y="19"/>
                  </a:cubicBezTo>
                  <a:cubicBezTo>
                    <a:pt x="309" y="19"/>
                    <a:pt x="303" y="13"/>
                    <a:pt x="297" y="13"/>
                  </a:cubicBezTo>
                  <a:lnTo>
                    <a:pt x="278" y="13"/>
                  </a:lnTo>
                  <a:cubicBezTo>
                    <a:pt x="272" y="13"/>
                    <a:pt x="272" y="13"/>
                    <a:pt x="278" y="13"/>
                  </a:cubicBezTo>
                  <a:lnTo>
                    <a:pt x="266" y="13"/>
                  </a:lnTo>
                  <a:cubicBezTo>
                    <a:pt x="223" y="1"/>
                    <a:pt x="173" y="26"/>
                    <a:pt x="130" y="44"/>
                  </a:cubicBezTo>
                  <a:cubicBezTo>
                    <a:pt x="93" y="63"/>
                    <a:pt x="62" y="93"/>
                    <a:pt x="37" y="124"/>
                  </a:cubicBezTo>
                  <a:cubicBezTo>
                    <a:pt x="19" y="168"/>
                    <a:pt x="0" y="211"/>
                    <a:pt x="0" y="248"/>
                  </a:cubicBezTo>
                  <a:cubicBezTo>
                    <a:pt x="0" y="279"/>
                    <a:pt x="31" y="322"/>
                    <a:pt x="62" y="316"/>
                  </a:cubicBezTo>
                  <a:cubicBezTo>
                    <a:pt x="99" y="316"/>
                    <a:pt x="124" y="285"/>
                    <a:pt x="124" y="248"/>
                  </a:cubicBezTo>
                  <a:lnTo>
                    <a:pt x="124" y="242"/>
                  </a:lnTo>
                  <a:lnTo>
                    <a:pt x="124" y="242"/>
                  </a:lnTo>
                  <a:cubicBezTo>
                    <a:pt x="124" y="236"/>
                    <a:pt x="124" y="229"/>
                    <a:pt x="130" y="217"/>
                  </a:cubicBezTo>
                  <a:lnTo>
                    <a:pt x="130" y="211"/>
                  </a:lnTo>
                  <a:lnTo>
                    <a:pt x="130" y="211"/>
                  </a:lnTo>
                  <a:cubicBezTo>
                    <a:pt x="130" y="205"/>
                    <a:pt x="136" y="199"/>
                    <a:pt x="136" y="199"/>
                  </a:cubicBezTo>
                  <a:cubicBezTo>
                    <a:pt x="136" y="186"/>
                    <a:pt x="149" y="180"/>
                    <a:pt x="155" y="180"/>
                  </a:cubicBezTo>
                  <a:lnTo>
                    <a:pt x="155" y="180"/>
                  </a:lnTo>
                  <a:cubicBezTo>
                    <a:pt x="155" y="180"/>
                    <a:pt x="155" y="174"/>
                    <a:pt x="161" y="174"/>
                  </a:cubicBezTo>
                  <a:lnTo>
                    <a:pt x="180" y="155"/>
                  </a:lnTo>
                  <a:lnTo>
                    <a:pt x="186" y="149"/>
                  </a:lnTo>
                  <a:cubicBezTo>
                    <a:pt x="198" y="143"/>
                    <a:pt x="210" y="137"/>
                    <a:pt x="223" y="124"/>
                  </a:cubicBezTo>
                  <a:lnTo>
                    <a:pt x="229" y="124"/>
                  </a:lnTo>
                  <a:cubicBezTo>
                    <a:pt x="241" y="124"/>
                    <a:pt x="254" y="118"/>
                    <a:pt x="260" y="112"/>
                  </a:cubicBezTo>
                  <a:lnTo>
                    <a:pt x="272" y="112"/>
                  </a:lnTo>
                  <a:lnTo>
                    <a:pt x="272" y="112"/>
                  </a:lnTo>
                  <a:lnTo>
                    <a:pt x="278" y="112"/>
                  </a:lnTo>
                  <a:lnTo>
                    <a:pt x="285" y="112"/>
                  </a:lnTo>
                  <a:lnTo>
                    <a:pt x="291" y="112"/>
                  </a:lnTo>
                  <a:lnTo>
                    <a:pt x="315" y="112"/>
                  </a:lnTo>
                  <a:cubicBezTo>
                    <a:pt x="315" y="112"/>
                    <a:pt x="322" y="112"/>
                    <a:pt x="315" y="112"/>
                  </a:cubicBezTo>
                  <a:lnTo>
                    <a:pt x="334" y="112"/>
                  </a:lnTo>
                  <a:cubicBezTo>
                    <a:pt x="377" y="112"/>
                    <a:pt x="402" y="56"/>
                    <a:pt x="371" y="44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3"/>
            <p:cNvSpPr/>
            <p:nvPr/>
          </p:nvSpPr>
          <p:spPr>
            <a:xfrm flipH="1">
              <a:off x="5879083" y="2155848"/>
              <a:ext cx="38947" cy="22274"/>
            </a:xfrm>
            <a:custGeom>
              <a:avLst/>
              <a:gdLst/>
              <a:ahLst/>
              <a:cxnLst/>
              <a:rect l="l" t="t" r="r" b="b"/>
              <a:pathLst>
                <a:path w="563" h="322" extrusionOk="0">
                  <a:moveTo>
                    <a:pt x="470" y="37"/>
                  </a:moveTo>
                  <a:cubicBezTo>
                    <a:pt x="464" y="50"/>
                    <a:pt x="446" y="68"/>
                    <a:pt x="439" y="74"/>
                  </a:cubicBezTo>
                  <a:lnTo>
                    <a:pt x="415" y="99"/>
                  </a:lnTo>
                  <a:lnTo>
                    <a:pt x="409" y="105"/>
                  </a:lnTo>
                  <a:lnTo>
                    <a:pt x="409" y="105"/>
                  </a:lnTo>
                  <a:cubicBezTo>
                    <a:pt x="409" y="105"/>
                    <a:pt x="402" y="105"/>
                    <a:pt x="402" y="112"/>
                  </a:cubicBezTo>
                  <a:cubicBezTo>
                    <a:pt x="396" y="124"/>
                    <a:pt x="384" y="124"/>
                    <a:pt x="378" y="130"/>
                  </a:cubicBezTo>
                  <a:cubicBezTo>
                    <a:pt x="371" y="130"/>
                    <a:pt x="371" y="136"/>
                    <a:pt x="365" y="136"/>
                  </a:cubicBezTo>
                  <a:lnTo>
                    <a:pt x="353" y="136"/>
                  </a:lnTo>
                  <a:lnTo>
                    <a:pt x="347" y="136"/>
                  </a:lnTo>
                  <a:cubicBezTo>
                    <a:pt x="341" y="136"/>
                    <a:pt x="341" y="136"/>
                    <a:pt x="334" y="142"/>
                  </a:cubicBezTo>
                  <a:cubicBezTo>
                    <a:pt x="322" y="142"/>
                    <a:pt x="322" y="142"/>
                    <a:pt x="316" y="155"/>
                  </a:cubicBezTo>
                  <a:lnTo>
                    <a:pt x="291" y="155"/>
                  </a:lnTo>
                  <a:lnTo>
                    <a:pt x="273" y="155"/>
                  </a:lnTo>
                  <a:lnTo>
                    <a:pt x="279" y="155"/>
                  </a:lnTo>
                  <a:lnTo>
                    <a:pt x="260" y="155"/>
                  </a:lnTo>
                  <a:lnTo>
                    <a:pt x="229" y="155"/>
                  </a:lnTo>
                  <a:lnTo>
                    <a:pt x="217" y="155"/>
                  </a:lnTo>
                  <a:lnTo>
                    <a:pt x="211" y="155"/>
                  </a:lnTo>
                  <a:lnTo>
                    <a:pt x="211" y="155"/>
                  </a:lnTo>
                  <a:lnTo>
                    <a:pt x="192" y="155"/>
                  </a:lnTo>
                  <a:cubicBezTo>
                    <a:pt x="186" y="155"/>
                    <a:pt x="168" y="155"/>
                    <a:pt x="161" y="142"/>
                  </a:cubicBezTo>
                  <a:lnTo>
                    <a:pt x="161" y="142"/>
                  </a:lnTo>
                  <a:cubicBezTo>
                    <a:pt x="155" y="142"/>
                    <a:pt x="137" y="136"/>
                    <a:pt x="130" y="136"/>
                  </a:cubicBezTo>
                  <a:cubicBezTo>
                    <a:pt x="118" y="130"/>
                    <a:pt x="100" y="130"/>
                    <a:pt x="93" y="136"/>
                  </a:cubicBezTo>
                  <a:lnTo>
                    <a:pt x="87" y="130"/>
                  </a:lnTo>
                  <a:cubicBezTo>
                    <a:pt x="63" y="112"/>
                    <a:pt x="32" y="124"/>
                    <a:pt x="13" y="142"/>
                  </a:cubicBezTo>
                  <a:cubicBezTo>
                    <a:pt x="1" y="167"/>
                    <a:pt x="1" y="192"/>
                    <a:pt x="25" y="217"/>
                  </a:cubicBezTo>
                  <a:lnTo>
                    <a:pt x="38" y="229"/>
                  </a:lnTo>
                  <a:cubicBezTo>
                    <a:pt x="63" y="291"/>
                    <a:pt x="149" y="322"/>
                    <a:pt x="211" y="322"/>
                  </a:cubicBezTo>
                  <a:cubicBezTo>
                    <a:pt x="242" y="322"/>
                    <a:pt x="260" y="322"/>
                    <a:pt x="291" y="315"/>
                  </a:cubicBezTo>
                  <a:cubicBezTo>
                    <a:pt x="297" y="315"/>
                    <a:pt x="316" y="315"/>
                    <a:pt x="322" y="303"/>
                  </a:cubicBezTo>
                  <a:cubicBezTo>
                    <a:pt x="334" y="303"/>
                    <a:pt x="347" y="297"/>
                    <a:pt x="353" y="291"/>
                  </a:cubicBezTo>
                  <a:cubicBezTo>
                    <a:pt x="365" y="291"/>
                    <a:pt x="378" y="266"/>
                    <a:pt x="378" y="272"/>
                  </a:cubicBezTo>
                  <a:lnTo>
                    <a:pt x="378" y="272"/>
                  </a:lnTo>
                  <a:lnTo>
                    <a:pt x="384" y="272"/>
                  </a:lnTo>
                  <a:cubicBezTo>
                    <a:pt x="390" y="272"/>
                    <a:pt x="390" y="266"/>
                    <a:pt x="402" y="266"/>
                  </a:cubicBezTo>
                  <a:cubicBezTo>
                    <a:pt x="409" y="260"/>
                    <a:pt x="415" y="260"/>
                    <a:pt x="433" y="254"/>
                  </a:cubicBezTo>
                  <a:cubicBezTo>
                    <a:pt x="458" y="235"/>
                    <a:pt x="476" y="223"/>
                    <a:pt x="495" y="198"/>
                  </a:cubicBezTo>
                  <a:cubicBezTo>
                    <a:pt x="532" y="161"/>
                    <a:pt x="557" y="112"/>
                    <a:pt x="563" y="68"/>
                  </a:cubicBezTo>
                  <a:cubicBezTo>
                    <a:pt x="538" y="19"/>
                    <a:pt x="495" y="0"/>
                    <a:pt x="470" y="37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3"/>
            <p:cNvSpPr/>
            <p:nvPr/>
          </p:nvSpPr>
          <p:spPr>
            <a:xfrm flipH="1">
              <a:off x="5747027" y="2052015"/>
              <a:ext cx="12867" cy="10307"/>
            </a:xfrm>
            <a:custGeom>
              <a:avLst/>
              <a:gdLst/>
              <a:ahLst/>
              <a:cxnLst/>
              <a:rect l="l" t="t" r="r" b="b"/>
              <a:pathLst>
                <a:path w="186" h="149" extrusionOk="0">
                  <a:moveTo>
                    <a:pt x="93" y="0"/>
                  </a:moveTo>
                  <a:cubicBezTo>
                    <a:pt x="1" y="0"/>
                    <a:pt x="1" y="148"/>
                    <a:pt x="93" y="148"/>
                  </a:cubicBezTo>
                  <a:cubicBezTo>
                    <a:pt x="186" y="148"/>
                    <a:pt x="186" y="0"/>
                    <a:pt x="93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3"/>
            <p:cNvSpPr/>
            <p:nvPr/>
          </p:nvSpPr>
          <p:spPr>
            <a:xfrm flipH="1">
              <a:off x="6330802" y="1189947"/>
              <a:ext cx="15012" cy="11621"/>
            </a:xfrm>
            <a:custGeom>
              <a:avLst/>
              <a:gdLst/>
              <a:ahLst/>
              <a:cxnLst/>
              <a:rect l="l" t="t" r="r" b="b"/>
              <a:pathLst>
                <a:path w="217" h="168" extrusionOk="0">
                  <a:moveTo>
                    <a:pt x="105" y="1"/>
                  </a:moveTo>
                  <a:cubicBezTo>
                    <a:pt x="0" y="1"/>
                    <a:pt x="0" y="168"/>
                    <a:pt x="105" y="168"/>
                  </a:cubicBezTo>
                  <a:cubicBezTo>
                    <a:pt x="217" y="168"/>
                    <a:pt x="217" y="1"/>
                    <a:pt x="105" y="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3"/>
            <p:cNvSpPr/>
            <p:nvPr/>
          </p:nvSpPr>
          <p:spPr>
            <a:xfrm flipH="1">
              <a:off x="6538951" y="2496054"/>
              <a:ext cx="42752" cy="41920"/>
            </a:xfrm>
            <a:custGeom>
              <a:avLst/>
              <a:gdLst/>
              <a:ahLst/>
              <a:cxnLst/>
              <a:rect l="l" t="t" r="r" b="b"/>
              <a:pathLst>
                <a:path w="618" h="606" extrusionOk="0">
                  <a:moveTo>
                    <a:pt x="538" y="6"/>
                  </a:moveTo>
                  <a:cubicBezTo>
                    <a:pt x="513" y="6"/>
                    <a:pt x="494" y="12"/>
                    <a:pt x="482" y="25"/>
                  </a:cubicBezTo>
                  <a:cubicBezTo>
                    <a:pt x="464" y="31"/>
                    <a:pt x="451" y="43"/>
                    <a:pt x="445" y="56"/>
                  </a:cubicBezTo>
                  <a:cubicBezTo>
                    <a:pt x="420" y="68"/>
                    <a:pt x="402" y="93"/>
                    <a:pt x="383" y="105"/>
                  </a:cubicBezTo>
                  <a:cubicBezTo>
                    <a:pt x="340" y="142"/>
                    <a:pt x="297" y="185"/>
                    <a:pt x="260" y="223"/>
                  </a:cubicBezTo>
                  <a:lnTo>
                    <a:pt x="142" y="340"/>
                  </a:lnTo>
                  <a:cubicBezTo>
                    <a:pt x="105" y="383"/>
                    <a:pt x="62" y="426"/>
                    <a:pt x="31" y="470"/>
                  </a:cubicBezTo>
                  <a:cubicBezTo>
                    <a:pt x="13" y="501"/>
                    <a:pt x="0" y="544"/>
                    <a:pt x="31" y="575"/>
                  </a:cubicBezTo>
                  <a:cubicBezTo>
                    <a:pt x="62" y="606"/>
                    <a:pt x="111" y="599"/>
                    <a:pt x="142" y="575"/>
                  </a:cubicBezTo>
                  <a:cubicBezTo>
                    <a:pt x="185" y="538"/>
                    <a:pt x="229" y="507"/>
                    <a:pt x="272" y="470"/>
                  </a:cubicBezTo>
                  <a:cubicBezTo>
                    <a:pt x="321" y="433"/>
                    <a:pt x="358" y="389"/>
                    <a:pt x="396" y="352"/>
                  </a:cubicBezTo>
                  <a:cubicBezTo>
                    <a:pt x="433" y="315"/>
                    <a:pt x="476" y="278"/>
                    <a:pt x="513" y="229"/>
                  </a:cubicBezTo>
                  <a:cubicBezTo>
                    <a:pt x="525" y="204"/>
                    <a:pt x="550" y="192"/>
                    <a:pt x="569" y="167"/>
                  </a:cubicBezTo>
                  <a:lnTo>
                    <a:pt x="606" y="130"/>
                  </a:lnTo>
                  <a:cubicBezTo>
                    <a:pt x="612" y="111"/>
                    <a:pt x="618" y="93"/>
                    <a:pt x="618" y="68"/>
                  </a:cubicBezTo>
                  <a:cubicBezTo>
                    <a:pt x="606" y="37"/>
                    <a:pt x="569" y="0"/>
                    <a:pt x="538" y="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3"/>
            <p:cNvSpPr/>
            <p:nvPr/>
          </p:nvSpPr>
          <p:spPr>
            <a:xfrm flipH="1">
              <a:off x="6979944" y="4585437"/>
              <a:ext cx="162913" cy="39430"/>
            </a:xfrm>
            <a:custGeom>
              <a:avLst/>
              <a:gdLst/>
              <a:ahLst/>
              <a:cxnLst/>
              <a:rect l="l" t="t" r="r" b="b"/>
              <a:pathLst>
                <a:path w="2355" h="570" extrusionOk="0">
                  <a:moveTo>
                    <a:pt x="0" y="1"/>
                  </a:moveTo>
                  <a:lnTo>
                    <a:pt x="111" y="254"/>
                  </a:lnTo>
                  <a:cubicBezTo>
                    <a:pt x="111" y="254"/>
                    <a:pt x="501" y="409"/>
                    <a:pt x="649" y="439"/>
                  </a:cubicBezTo>
                  <a:cubicBezTo>
                    <a:pt x="803" y="476"/>
                    <a:pt x="1100" y="507"/>
                    <a:pt x="1100" y="507"/>
                  </a:cubicBezTo>
                  <a:cubicBezTo>
                    <a:pt x="1100" y="507"/>
                    <a:pt x="1532" y="569"/>
                    <a:pt x="1675" y="544"/>
                  </a:cubicBezTo>
                  <a:cubicBezTo>
                    <a:pt x="1810" y="526"/>
                    <a:pt x="2299" y="334"/>
                    <a:pt x="2299" y="334"/>
                  </a:cubicBezTo>
                  <a:lnTo>
                    <a:pt x="2354" y="44"/>
                  </a:lnTo>
                  <a:lnTo>
                    <a:pt x="1495" y="10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3"/>
            <p:cNvSpPr/>
            <p:nvPr/>
          </p:nvSpPr>
          <p:spPr>
            <a:xfrm flipH="1">
              <a:off x="6980844" y="4574784"/>
              <a:ext cx="162014" cy="36386"/>
            </a:xfrm>
            <a:custGeom>
              <a:avLst/>
              <a:gdLst/>
              <a:ahLst/>
              <a:cxnLst/>
              <a:rect l="l" t="t" r="r" b="b"/>
              <a:pathLst>
                <a:path w="2342" h="526" extrusionOk="0">
                  <a:moveTo>
                    <a:pt x="0" y="155"/>
                  </a:moveTo>
                  <a:cubicBezTo>
                    <a:pt x="136" y="136"/>
                    <a:pt x="847" y="44"/>
                    <a:pt x="847" y="44"/>
                  </a:cubicBezTo>
                  <a:cubicBezTo>
                    <a:pt x="847" y="44"/>
                    <a:pt x="1032" y="0"/>
                    <a:pt x="1434" y="13"/>
                  </a:cubicBezTo>
                  <a:cubicBezTo>
                    <a:pt x="1835" y="31"/>
                    <a:pt x="2342" y="198"/>
                    <a:pt x="2342" y="198"/>
                  </a:cubicBezTo>
                  <a:lnTo>
                    <a:pt x="1681" y="495"/>
                  </a:lnTo>
                  <a:cubicBezTo>
                    <a:pt x="1681" y="495"/>
                    <a:pt x="1217" y="525"/>
                    <a:pt x="847" y="464"/>
                  </a:cubicBezTo>
                  <a:cubicBezTo>
                    <a:pt x="476" y="402"/>
                    <a:pt x="0" y="155"/>
                    <a:pt x="0" y="1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3"/>
            <p:cNvSpPr/>
            <p:nvPr/>
          </p:nvSpPr>
          <p:spPr>
            <a:xfrm flipH="1">
              <a:off x="6074772" y="4433735"/>
              <a:ext cx="82944" cy="17570"/>
            </a:xfrm>
            <a:custGeom>
              <a:avLst/>
              <a:gdLst/>
              <a:ahLst/>
              <a:cxnLst/>
              <a:rect l="l" t="t" r="r" b="b"/>
              <a:pathLst>
                <a:path w="1199" h="254" extrusionOk="0">
                  <a:moveTo>
                    <a:pt x="0" y="38"/>
                  </a:moveTo>
                  <a:lnTo>
                    <a:pt x="44" y="217"/>
                  </a:lnTo>
                  <a:cubicBezTo>
                    <a:pt x="44" y="217"/>
                    <a:pt x="359" y="254"/>
                    <a:pt x="513" y="223"/>
                  </a:cubicBezTo>
                  <a:cubicBezTo>
                    <a:pt x="668" y="192"/>
                    <a:pt x="1100" y="136"/>
                    <a:pt x="1100" y="136"/>
                  </a:cubicBezTo>
                  <a:lnTo>
                    <a:pt x="1199" y="112"/>
                  </a:lnTo>
                  <a:lnTo>
                    <a:pt x="1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3"/>
            <p:cNvSpPr/>
            <p:nvPr/>
          </p:nvSpPr>
          <p:spPr>
            <a:xfrm flipH="1">
              <a:off x="6077332" y="4410630"/>
              <a:ext cx="84673" cy="30852"/>
            </a:xfrm>
            <a:custGeom>
              <a:avLst/>
              <a:gdLst/>
              <a:ahLst/>
              <a:cxnLst/>
              <a:rect l="l" t="t" r="r" b="b"/>
              <a:pathLst>
                <a:path w="1224" h="446" extrusionOk="0">
                  <a:moveTo>
                    <a:pt x="62" y="106"/>
                  </a:moveTo>
                  <a:cubicBezTo>
                    <a:pt x="75" y="149"/>
                    <a:pt x="1" y="403"/>
                    <a:pt x="118" y="427"/>
                  </a:cubicBezTo>
                  <a:cubicBezTo>
                    <a:pt x="235" y="446"/>
                    <a:pt x="507" y="433"/>
                    <a:pt x="507" y="433"/>
                  </a:cubicBezTo>
                  <a:lnTo>
                    <a:pt x="1224" y="335"/>
                  </a:lnTo>
                  <a:lnTo>
                    <a:pt x="804" y="186"/>
                  </a:lnTo>
                  <a:lnTo>
                    <a:pt x="6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3"/>
            <p:cNvSpPr/>
            <p:nvPr/>
          </p:nvSpPr>
          <p:spPr>
            <a:xfrm flipH="1">
              <a:off x="5981599" y="4400392"/>
              <a:ext cx="132129" cy="44549"/>
            </a:xfrm>
            <a:custGeom>
              <a:avLst/>
              <a:gdLst/>
              <a:ahLst/>
              <a:cxnLst/>
              <a:rect l="l" t="t" r="r" b="b"/>
              <a:pathLst>
                <a:path w="1910" h="644" extrusionOk="0">
                  <a:moveTo>
                    <a:pt x="13" y="1"/>
                  </a:moveTo>
                  <a:lnTo>
                    <a:pt x="0" y="118"/>
                  </a:lnTo>
                  <a:lnTo>
                    <a:pt x="1069" y="643"/>
                  </a:lnTo>
                  <a:lnTo>
                    <a:pt x="1903" y="495"/>
                  </a:lnTo>
                  <a:lnTo>
                    <a:pt x="1909" y="223"/>
                  </a:lnTo>
                  <a:lnTo>
                    <a:pt x="847" y="16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3"/>
            <p:cNvSpPr/>
            <p:nvPr/>
          </p:nvSpPr>
          <p:spPr>
            <a:xfrm flipH="1">
              <a:off x="5981599" y="4395273"/>
              <a:ext cx="131299" cy="32996"/>
            </a:xfrm>
            <a:custGeom>
              <a:avLst/>
              <a:gdLst/>
              <a:ahLst/>
              <a:cxnLst/>
              <a:rect l="l" t="t" r="r" b="b"/>
              <a:pathLst>
                <a:path w="1898" h="477" extrusionOk="0">
                  <a:moveTo>
                    <a:pt x="1" y="75"/>
                  </a:moveTo>
                  <a:lnTo>
                    <a:pt x="414" y="1"/>
                  </a:lnTo>
                  <a:lnTo>
                    <a:pt x="1897" y="297"/>
                  </a:lnTo>
                  <a:lnTo>
                    <a:pt x="1038" y="4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3"/>
            <p:cNvSpPr/>
            <p:nvPr/>
          </p:nvSpPr>
          <p:spPr>
            <a:xfrm flipH="1">
              <a:off x="6953027" y="4442728"/>
              <a:ext cx="170592" cy="28708"/>
            </a:xfrm>
            <a:custGeom>
              <a:avLst/>
              <a:gdLst/>
              <a:ahLst/>
              <a:cxnLst/>
              <a:rect l="l" t="t" r="r" b="b"/>
              <a:pathLst>
                <a:path w="2466" h="415" extrusionOk="0">
                  <a:moveTo>
                    <a:pt x="1" y="74"/>
                  </a:moveTo>
                  <a:lnTo>
                    <a:pt x="1" y="278"/>
                  </a:lnTo>
                  <a:lnTo>
                    <a:pt x="1360" y="414"/>
                  </a:lnTo>
                  <a:lnTo>
                    <a:pt x="2435" y="254"/>
                  </a:lnTo>
                  <a:lnTo>
                    <a:pt x="2466" y="0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3"/>
            <p:cNvSpPr/>
            <p:nvPr/>
          </p:nvSpPr>
          <p:spPr>
            <a:xfrm flipH="1">
              <a:off x="6953442" y="4429861"/>
              <a:ext cx="170177" cy="27878"/>
            </a:xfrm>
            <a:custGeom>
              <a:avLst/>
              <a:gdLst/>
              <a:ahLst/>
              <a:cxnLst/>
              <a:rect l="l" t="t" r="r" b="b"/>
              <a:pathLst>
                <a:path w="2460" h="403" extrusionOk="0">
                  <a:moveTo>
                    <a:pt x="390" y="32"/>
                  </a:moveTo>
                  <a:cubicBezTo>
                    <a:pt x="464" y="32"/>
                    <a:pt x="1113" y="44"/>
                    <a:pt x="1471" y="32"/>
                  </a:cubicBezTo>
                  <a:cubicBezTo>
                    <a:pt x="1823" y="13"/>
                    <a:pt x="2027" y="1"/>
                    <a:pt x="2194" y="32"/>
                  </a:cubicBezTo>
                  <a:cubicBezTo>
                    <a:pt x="2367" y="63"/>
                    <a:pt x="2460" y="186"/>
                    <a:pt x="2460" y="186"/>
                  </a:cubicBezTo>
                  <a:lnTo>
                    <a:pt x="1348" y="403"/>
                  </a:lnTo>
                  <a:lnTo>
                    <a:pt x="557" y="341"/>
                  </a:lnTo>
                  <a:lnTo>
                    <a:pt x="1" y="260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3"/>
            <p:cNvSpPr/>
            <p:nvPr/>
          </p:nvSpPr>
          <p:spPr>
            <a:xfrm flipH="1">
              <a:off x="7401773" y="4810259"/>
              <a:ext cx="77410" cy="31682"/>
            </a:xfrm>
            <a:custGeom>
              <a:avLst/>
              <a:gdLst/>
              <a:ahLst/>
              <a:cxnLst/>
              <a:rect l="l" t="t" r="r" b="b"/>
              <a:pathLst>
                <a:path w="1119" h="458" extrusionOk="0">
                  <a:moveTo>
                    <a:pt x="1" y="136"/>
                  </a:moveTo>
                  <a:lnTo>
                    <a:pt x="25" y="291"/>
                  </a:lnTo>
                  <a:cubicBezTo>
                    <a:pt x="25" y="291"/>
                    <a:pt x="273" y="458"/>
                    <a:pt x="464" y="458"/>
                  </a:cubicBezTo>
                  <a:cubicBezTo>
                    <a:pt x="656" y="458"/>
                    <a:pt x="1063" y="316"/>
                    <a:pt x="1063" y="316"/>
                  </a:cubicBezTo>
                  <a:lnTo>
                    <a:pt x="1119" y="99"/>
                  </a:lnTo>
                  <a:lnTo>
                    <a:pt x="1113" y="0"/>
                  </a:lnTo>
                  <a:lnTo>
                    <a:pt x="649" y="13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3"/>
            <p:cNvSpPr/>
            <p:nvPr/>
          </p:nvSpPr>
          <p:spPr>
            <a:xfrm flipH="1">
              <a:off x="7402188" y="4810259"/>
              <a:ext cx="76995" cy="21444"/>
            </a:xfrm>
            <a:custGeom>
              <a:avLst/>
              <a:gdLst/>
              <a:ahLst/>
              <a:cxnLst/>
              <a:rect l="l" t="t" r="r" b="b"/>
              <a:pathLst>
                <a:path w="1113" h="310" extrusionOk="0">
                  <a:moveTo>
                    <a:pt x="1" y="136"/>
                  </a:moveTo>
                  <a:cubicBezTo>
                    <a:pt x="106" y="105"/>
                    <a:pt x="507" y="31"/>
                    <a:pt x="507" y="31"/>
                  </a:cubicBezTo>
                  <a:lnTo>
                    <a:pt x="1113" y="0"/>
                  </a:lnTo>
                  <a:lnTo>
                    <a:pt x="1032" y="198"/>
                  </a:lnTo>
                  <a:cubicBezTo>
                    <a:pt x="1032" y="198"/>
                    <a:pt x="711" y="309"/>
                    <a:pt x="476" y="309"/>
                  </a:cubicBezTo>
                  <a:cubicBezTo>
                    <a:pt x="248" y="309"/>
                    <a:pt x="1" y="136"/>
                    <a:pt x="1" y="13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3"/>
            <p:cNvSpPr/>
            <p:nvPr/>
          </p:nvSpPr>
          <p:spPr>
            <a:xfrm flipH="1">
              <a:off x="7028219" y="4728631"/>
              <a:ext cx="267579" cy="51328"/>
            </a:xfrm>
            <a:custGeom>
              <a:avLst/>
              <a:gdLst/>
              <a:ahLst/>
              <a:cxnLst/>
              <a:rect l="l" t="t" r="r" b="b"/>
              <a:pathLst>
                <a:path w="3868" h="742" extrusionOk="0">
                  <a:moveTo>
                    <a:pt x="3868" y="0"/>
                  </a:moveTo>
                  <a:lnTo>
                    <a:pt x="3849" y="136"/>
                  </a:lnTo>
                  <a:lnTo>
                    <a:pt x="3491" y="470"/>
                  </a:lnTo>
                  <a:lnTo>
                    <a:pt x="1779" y="742"/>
                  </a:lnTo>
                  <a:lnTo>
                    <a:pt x="12" y="569"/>
                  </a:lnTo>
                  <a:lnTo>
                    <a:pt x="0" y="297"/>
                  </a:lnTo>
                  <a:lnTo>
                    <a:pt x="1464" y="19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3"/>
            <p:cNvSpPr/>
            <p:nvPr/>
          </p:nvSpPr>
          <p:spPr>
            <a:xfrm flipH="1">
              <a:off x="7274352" y="4708086"/>
              <a:ext cx="34312" cy="39845"/>
            </a:xfrm>
            <a:custGeom>
              <a:avLst/>
              <a:gdLst/>
              <a:ahLst/>
              <a:cxnLst/>
              <a:rect l="l" t="t" r="r" b="b"/>
              <a:pathLst>
                <a:path w="496" h="576" extrusionOk="0">
                  <a:moveTo>
                    <a:pt x="1" y="1"/>
                  </a:moveTo>
                  <a:lnTo>
                    <a:pt x="1" y="124"/>
                  </a:lnTo>
                  <a:lnTo>
                    <a:pt x="390" y="575"/>
                  </a:lnTo>
                  <a:lnTo>
                    <a:pt x="495" y="2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3"/>
            <p:cNvSpPr/>
            <p:nvPr/>
          </p:nvSpPr>
          <p:spPr>
            <a:xfrm flipH="1">
              <a:off x="7027388" y="4698678"/>
              <a:ext cx="280861" cy="62949"/>
            </a:xfrm>
            <a:custGeom>
              <a:avLst/>
              <a:gdLst/>
              <a:ahLst/>
              <a:cxnLst/>
              <a:rect l="l" t="t" r="r" b="b"/>
              <a:pathLst>
                <a:path w="4060" h="910" extrusionOk="0">
                  <a:moveTo>
                    <a:pt x="2843" y="230"/>
                  </a:moveTo>
                  <a:cubicBezTo>
                    <a:pt x="2392" y="106"/>
                    <a:pt x="1916" y="32"/>
                    <a:pt x="1589" y="32"/>
                  </a:cubicBezTo>
                  <a:cubicBezTo>
                    <a:pt x="1267" y="32"/>
                    <a:pt x="1033" y="1"/>
                    <a:pt x="711" y="44"/>
                  </a:cubicBezTo>
                  <a:cubicBezTo>
                    <a:pt x="384" y="94"/>
                    <a:pt x="1" y="137"/>
                    <a:pt x="1" y="137"/>
                  </a:cubicBezTo>
                  <a:lnTo>
                    <a:pt x="372" y="464"/>
                  </a:lnTo>
                  <a:lnTo>
                    <a:pt x="186" y="724"/>
                  </a:lnTo>
                  <a:lnTo>
                    <a:pt x="1996" y="909"/>
                  </a:lnTo>
                  <a:lnTo>
                    <a:pt x="3646" y="693"/>
                  </a:lnTo>
                  <a:lnTo>
                    <a:pt x="4060" y="43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3"/>
            <p:cNvSpPr/>
            <p:nvPr/>
          </p:nvSpPr>
          <p:spPr>
            <a:xfrm flipH="1">
              <a:off x="5747776" y="4382476"/>
              <a:ext cx="192383" cy="36801"/>
            </a:xfrm>
            <a:custGeom>
              <a:avLst/>
              <a:gdLst/>
              <a:ahLst/>
              <a:cxnLst/>
              <a:rect l="l" t="t" r="r" b="b"/>
              <a:pathLst>
                <a:path w="2781" h="532" extrusionOk="0">
                  <a:moveTo>
                    <a:pt x="0" y="0"/>
                  </a:moveTo>
                  <a:lnTo>
                    <a:pt x="0" y="124"/>
                  </a:lnTo>
                  <a:lnTo>
                    <a:pt x="741" y="531"/>
                  </a:lnTo>
                  <a:cubicBezTo>
                    <a:pt x="741" y="531"/>
                    <a:pt x="1545" y="507"/>
                    <a:pt x="1792" y="451"/>
                  </a:cubicBezTo>
                  <a:cubicBezTo>
                    <a:pt x="2033" y="402"/>
                    <a:pt x="2762" y="408"/>
                    <a:pt x="2762" y="408"/>
                  </a:cubicBezTo>
                  <a:lnTo>
                    <a:pt x="2780" y="186"/>
                  </a:lnTo>
                  <a:lnTo>
                    <a:pt x="1730" y="9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3"/>
            <p:cNvSpPr/>
            <p:nvPr/>
          </p:nvSpPr>
          <p:spPr>
            <a:xfrm flipH="1">
              <a:off x="5747776" y="4361516"/>
              <a:ext cx="192383" cy="41505"/>
            </a:xfrm>
            <a:custGeom>
              <a:avLst/>
              <a:gdLst/>
              <a:ahLst/>
              <a:cxnLst/>
              <a:rect l="l" t="t" r="r" b="b"/>
              <a:pathLst>
                <a:path w="2781" h="600" extrusionOk="0">
                  <a:moveTo>
                    <a:pt x="0" y="303"/>
                  </a:moveTo>
                  <a:cubicBezTo>
                    <a:pt x="161" y="241"/>
                    <a:pt x="840" y="0"/>
                    <a:pt x="1106" y="0"/>
                  </a:cubicBezTo>
                  <a:cubicBezTo>
                    <a:pt x="1365" y="0"/>
                    <a:pt x="1829" y="13"/>
                    <a:pt x="1829" y="13"/>
                  </a:cubicBezTo>
                  <a:lnTo>
                    <a:pt x="2465" y="31"/>
                  </a:lnTo>
                  <a:lnTo>
                    <a:pt x="2756" y="223"/>
                  </a:lnTo>
                  <a:lnTo>
                    <a:pt x="2780" y="470"/>
                  </a:lnTo>
                  <a:cubicBezTo>
                    <a:pt x="2780" y="470"/>
                    <a:pt x="2162" y="476"/>
                    <a:pt x="1748" y="538"/>
                  </a:cubicBezTo>
                  <a:cubicBezTo>
                    <a:pt x="1328" y="600"/>
                    <a:pt x="748" y="594"/>
                    <a:pt x="748" y="5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3"/>
            <p:cNvSpPr/>
            <p:nvPr/>
          </p:nvSpPr>
          <p:spPr>
            <a:xfrm flipH="1">
              <a:off x="4997349" y="4961546"/>
              <a:ext cx="491990" cy="94078"/>
            </a:xfrm>
            <a:custGeom>
              <a:avLst/>
              <a:gdLst/>
              <a:ahLst/>
              <a:cxnLst/>
              <a:rect l="l" t="t" r="r" b="b"/>
              <a:pathLst>
                <a:path w="7112" h="1360" extrusionOk="0">
                  <a:moveTo>
                    <a:pt x="1" y="0"/>
                  </a:moveTo>
                  <a:lnTo>
                    <a:pt x="1" y="316"/>
                  </a:lnTo>
                  <a:lnTo>
                    <a:pt x="1904" y="1360"/>
                  </a:lnTo>
                  <a:cubicBezTo>
                    <a:pt x="1904" y="1360"/>
                    <a:pt x="3961" y="1286"/>
                    <a:pt x="4579" y="1156"/>
                  </a:cubicBezTo>
                  <a:cubicBezTo>
                    <a:pt x="5191" y="1020"/>
                    <a:pt x="7069" y="1038"/>
                    <a:pt x="7069" y="1038"/>
                  </a:cubicBezTo>
                  <a:lnTo>
                    <a:pt x="7112" y="464"/>
                  </a:lnTo>
                  <a:lnTo>
                    <a:pt x="4425" y="2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3"/>
            <p:cNvSpPr/>
            <p:nvPr/>
          </p:nvSpPr>
          <p:spPr>
            <a:xfrm flipH="1">
              <a:off x="4997349" y="4908142"/>
              <a:ext cx="491990" cy="109020"/>
            </a:xfrm>
            <a:custGeom>
              <a:avLst/>
              <a:gdLst/>
              <a:ahLst/>
              <a:cxnLst/>
              <a:rect l="l" t="t" r="r" b="b"/>
              <a:pathLst>
                <a:path w="7112" h="1576" extrusionOk="0">
                  <a:moveTo>
                    <a:pt x="1" y="772"/>
                  </a:moveTo>
                  <a:cubicBezTo>
                    <a:pt x="409" y="606"/>
                    <a:pt x="2151" y="0"/>
                    <a:pt x="2831" y="0"/>
                  </a:cubicBezTo>
                  <a:cubicBezTo>
                    <a:pt x="3504" y="0"/>
                    <a:pt x="4672" y="43"/>
                    <a:pt x="4672" y="43"/>
                  </a:cubicBezTo>
                  <a:lnTo>
                    <a:pt x="6296" y="93"/>
                  </a:lnTo>
                  <a:lnTo>
                    <a:pt x="7044" y="593"/>
                  </a:lnTo>
                  <a:lnTo>
                    <a:pt x="7112" y="1223"/>
                  </a:lnTo>
                  <a:cubicBezTo>
                    <a:pt x="7112" y="1223"/>
                    <a:pt x="5537" y="1248"/>
                    <a:pt x="4474" y="1409"/>
                  </a:cubicBezTo>
                  <a:cubicBezTo>
                    <a:pt x="3405" y="1576"/>
                    <a:pt x="1935" y="1551"/>
                    <a:pt x="1935" y="15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3"/>
            <p:cNvSpPr/>
            <p:nvPr/>
          </p:nvSpPr>
          <p:spPr>
            <a:xfrm flipH="1">
              <a:off x="6210288" y="4929933"/>
              <a:ext cx="404758" cy="78721"/>
            </a:xfrm>
            <a:custGeom>
              <a:avLst/>
              <a:gdLst/>
              <a:ahLst/>
              <a:cxnLst/>
              <a:rect l="l" t="t" r="r" b="b"/>
              <a:pathLst>
                <a:path w="5851" h="1138" extrusionOk="0">
                  <a:moveTo>
                    <a:pt x="0" y="44"/>
                  </a:moveTo>
                  <a:lnTo>
                    <a:pt x="0" y="365"/>
                  </a:lnTo>
                  <a:lnTo>
                    <a:pt x="1489" y="1137"/>
                  </a:lnTo>
                  <a:lnTo>
                    <a:pt x="4183" y="1106"/>
                  </a:lnTo>
                  <a:lnTo>
                    <a:pt x="5789" y="365"/>
                  </a:lnTo>
                  <a:lnTo>
                    <a:pt x="58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3"/>
            <p:cNvSpPr/>
            <p:nvPr/>
          </p:nvSpPr>
          <p:spPr>
            <a:xfrm flipH="1">
              <a:off x="6210288" y="4929933"/>
              <a:ext cx="404758" cy="51743"/>
            </a:xfrm>
            <a:custGeom>
              <a:avLst/>
              <a:gdLst/>
              <a:ahLst/>
              <a:cxnLst/>
              <a:rect l="l" t="t" r="r" b="b"/>
              <a:pathLst>
                <a:path w="5851" h="748" extrusionOk="0">
                  <a:moveTo>
                    <a:pt x="0" y="44"/>
                  </a:moveTo>
                  <a:lnTo>
                    <a:pt x="2181" y="0"/>
                  </a:lnTo>
                  <a:lnTo>
                    <a:pt x="5851" y="0"/>
                  </a:lnTo>
                  <a:lnTo>
                    <a:pt x="3997" y="655"/>
                  </a:lnTo>
                  <a:lnTo>
                    <a:pt x="1582" y="7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3"/>
            <p:cNvSpPr/>
            <p:nvPr/>
          </p:nvSpPr>
          <p:spPr>
            <a:xfrm flipH="1">
              <a:off x="7602806" y="5052595"/>
              <a:ext cx="944550" cy="130810"/>
            </a:xfrm>
            <a:custGeom>
              <a:avLst/>
              <a:gdLst/>
              <a:ahLst/>
              <a:cxnLst/>
              <a:rect l="l" t="t" r="r" b="b"/>
              <a:pathLst>
                <a:path w="13654" h="1891" extrusionOk="0">
                  <a:moveTo>
                    <a:pt x="0" y="1458"/>
                  </a:moveTo>
                  <a:lnTo>
                    <a:pt x="3744" y="340"/>
                  </a:lnTo>
                  <a:lnTo>
                    <a:pt x="6005" y="0"/>
                  </a:lnTo>
                  <a:lnTo>
                    <a:pt x="7828" y="31"/>
                  </a:lnTo>
                  <a:lnTo>
                    <a:pt x="6747" y="711"/>
                  </a:lnTo>
                  <a:lnTo>
                    <a:pt x="8056" y="124"/>
                  </a:lnTo>
                  <a:lnTo>
                    <a:pt x="9786" y="0"/>
                  </a:lnTo>
                  <a:lnTo>
                    <a:pt x="11368" y="62"/>
                  </a:lnTo>
                  <a:lnTo>
                    <a:pt x="13654" y="1458"/>
                  </a:lnTo>
                  <a:lnTo>
                    <a:pt x="6283" y="189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3"/>
            <p:cNvSpPr/>
            <p:nvPr/>
          </p:nvSpPr>
          <p:spPr>
            <a:xfrm flipH="1">
              <a:off x="6956010" y="3019991"/>
              <a:ext cx="128324" cy="382123"/>
            </a:xfrm>
            <a:custGeom>
              <a:avLst/>
              <a:gdLst/>
              <a:ahLst/>
              <a:cxnLst/>
              <a:rect l="l" t="t" r="r" b="b"/>
              <a:pathLst>
                <a:path w="1855" h="5524" extrusionOk="0">
                  <a:moveTo>
                    <a:pt x="866" y="0"/>
                  </a:moveTo>
                  <a:cubicBezTo>
                    <a:pt x="804" y="248"/>
                    <a:pt x="1" y="1298"/>
                    <a:pt x="433" y="1922"/>
                  </a:cubicBezTo>
                  <a:cubicBezTo>
                    <a:pt x="866" y="2546"/>
                    <a:pt x="1113" y="3534"/>
                    <a:pt x="1113" y="3534"/>
                  </a:cubicBezTo>
                  <a:lnTo>
                    <a:pt x="866" y="5524"/>
                  </a:lnTo>
                  <a:cubicBezTo>
                    <a:pt x="866" y="5524"/>
                    <a:pt x="1854" y="4350"/>
                    <a:pt x="1731" y="3602"/>
                  </a:cubicBezTo>
                  <a:cubicBezTo>
                    <a:pt x="1607" y="2861"/>
                    <a:pt x="1113" y="2107"/>
                    <a:pt x="927" y="1551"/>
                  </a:cubicBezTo>
                  <a:cubicBezTo>
                    <a:pt x="742" y="989"/>
                    <a:pt x="866" y="0"/>
                    <a:pt x="8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3"/>
            <p:cNvSpPr/>
            <p:nvPr/>
          </p:nvSpPr>
          <p:spPr>
            <a:xfrm flipH="1">
              <a:off x="7319738" y="2899902"/>
              <a:ext cx="94081" cy="299666"/>
            </a:xfrm>
            <a:custGeom>
              <a:avLst/>
              <a:gdLst/>
              <a:ahLst/>
              <a:cxnLst/>
              <a:rect l="l" t="t" r="r" b="b"/>
              <a:pathLst>
                <a:path w="1360" h="4332" extrusionOk="0">
                  <a:moveTo>
                    <a:pt x="556" y="0"/>
                  </a:moveTo>
                  <a:cubicBezTo>
                    <a:pt x="247" y="309"/>
                    <a:pt x="0" y="1736"/>
                    <a:pt x="0" y="1736"/>
                  </a:cubicBezTo>
                  <a:lnTo>
                    <a:pt x="680" y="2910"/>
                  </a:lnTo>
                  <a:lnTo>
                    <a:pt x="865" y="4331"/>
                  </a:lnTo>
                  <a:cubicBezTo>
                    <a:pt x="865" y="4331"/>
                    <a:pt x="1360" y="2842"/>
                    <a:pt x="1174" y="2225"/>
                  </a:cubicBezTo>
                  <a:cubicBezTo>
                    <a:pt x="989" y="1613"/>
                    <a:pt x="556" y="0"/>
                    <a:pt x="5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3"/>
            <p:cNvSpPr/>
            <p:nvPr/>
          </p:nvSpPr>
          <p:spPr>
            <a:xfrm flipH="1">
              <a:off x="6225608" y="3870437"/>
              <a:ext cx="1941674" cy="609501"/>
            </a:xfrm>
            <a:custGeom>
              <a:avLst/>
              <a:gdLst/>
              <a:ahLst/>
              <a:cxnLst/>
              <a:rect l="l" t="t" r="r" b="b"/>
              <a:pathLst>
                <a:path w="28068" h="8811" extrusionOk="0">
                  <a:moveTo>
                    <a:pt x="3936" y="4776"/>
                  </a:moveTo>
                  <a:cubicBezTo>
                    <a:pt x="3936" y="4776"/>
                    <a:pt x="5184" y="4356"/>
                    <a:pt x="5653" y="4220"/>
                  </a:cubicBezTo>
                  <a:cubicBezTo>
                    <a:pt x="6117" y="4078"/>
                    <a:pt x="6858" y="3708"/>
                    <a:pt x="6858" y="3708"/>
                  </a:cubicBezTo>
                  <a:lnTo>
                    <a:pt x="7321" y="2361"/>
                  </a:lnTo>
                  <a:lnTo>
                    <a:pt x="8341" y="1854"/>
                  </a:lnTo>
                  <a:lnTo>
                    <a:pt x="9453" y="1718"/>
                  </a:lnTo>
                  <a:lnTo>
                    <a:pt x="11319" y="372"/>
                  </a:lnTo>
                  <a:lnTo>
                    <a:pt x="12517" y="1"/>
                  </a:lnTo>
                  <a:lnTo>
                    <a:pt x="13259" y="279"/>
                  </a:lnTo>
                  <a:lnTo>
                    <a:pt x="13771" y="977"/>
                  </a:lnTo>
                  <a:cubicBezTo>
                    <a:pt x="13771" y="977"/>
                    <a:pt x="16094" y="421"/>
                    <a:pt x="16514" y="464"/>
                  </a:cubicBezTo>
                  <a:cubicBezTo>
                    <a:pt x="16928" y="514"/>
                    <a:pt x="17670" y="606"/>
                    <a:pt x="17670" y="606"/>
                  </a:cubicBezTo>
                  <a:lnTo>
                    <a:pt x="18504" y="606"/>
                  </a:lnTo>
                  <a:lnTo>
                    <a:pt x="18782" y="1391"/>
                  </a:lnTo>
                  <a:lnTo>
                    <a:pt x="19616" y="3393"/>
                  </a:lnTo>
                  <a:lnTo>
                    <a:pt x="21247" y="3485"/>
                  </a:lnTo>
                  <a:lnTo>
                    <a:pt x="22588" y="3899"/>
                  </a:lnTo>
                  <a:lnTo>
                    <a:pt x="23329" y="4505"/>
                  </a:lnTo>
                  <a:lnTo>
                    <a:pt x="24583" y="5246"/>
                  </a:lnTo>
                  <a:lnTo>
                    <a:pt x="25090" y="5938"/>
                  </a:lnTo>
                  <a:lnTo>
                    <a:pt x="26585" y="6031"/>
                  </a:lnTo>
                  <a:lnTo>
                    <a:pt x="26721" y="7285"/>
                  </a:lnTo>
                  <a:cubicBezTo>
                    <a:pt x="26721" y="7285"/>
                    <a:pt x="27882" y="7977"/>
                    <a:pt x="27975" y="8212"/>
                  </a:cubicBezTo>
                  <a:cubicBezTo>
                    <a:pt x="28068" y="8440"/>
                    <a:pt x="27833" y="8811"/>
                    <a:pt x="27833" y="8811"/>
                  </a:cubicBezTo>
                  <a:lnTo>
                    <a:pt x="0" y="8811"/>
                  </a:lnTo>
                  <a:lnTo>
                    <a:pt x="1489" y="6723"/>
                  </a:lnTo>
                  <a:lnTo>
                    <a:pt x="1767" y="5796"/>
                  </a:lnTo>
                  <a:lnTo>
                    <a:pt x="2651" y="5518"/>
                  </a:lnTo>
                  <a:lnTo>
                    <a:pt x="3207" y="47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3"/>
            <p:cNvSpPr/>
            <p:nvPr/>
          </p:nvSpPr>
          <p:spPr>
            <a:xfrm flipH="1">
              <a:off x="6240550" y="3870437"/>
              <a:ext cx="1941674" cy="609501"/>
            </a:xfrm>
            <a:custGeom>
              <a:avLst/>
              <a:gdLst/>
              <a:ahLst/>
              <a:cxnLst/>
              <a:rect l="l" t="t" r="r" b="b"/>
              <a:pathLst>
                <a:path w="28068" h="8811" extrusionOk="0">
                  <a:moveTo>
                    <a:pt x="3936" y="4776"/>
                  </a:moveTo>
                  <a:cubicBezTo>
                    <a:pt x="3936" y="4776"/>
                    <a:pt x="5184" y="4356"/>
                    <a:pt x="5653" y="4220"/>
                  </a:cubicBezTo>
                  <a:cubicBezTo>
                    <a:pt x="6116" y="4078"/>
                    <a:pt x="6858" y="3708"/>
                    <a:pt x="6858" y="3708"/>
                  </a:cubicBezTo>
                  <a:lnTo>
                    <a:pt x="7321" y="2361"/>
                  </a:lnTo>
                  <a:lnTo>
                    <a:pt x="8341" y="1854"/>
                  </a:lnTo>
                  <a:lnTo>
                    <a:pt x="9453" y="1718"/>
                  </a:lnTo>
                  <a:lnTo>
                    <a:pt x="11318" y="372"/>
                  </a:lnTo>
                  <a:lnTo>
                    <a:pt x="12523" y="1"/>
                  </a:lnTo>
                  <a:lnTo>
                    <a:pt x="13258" y="279"/>
                  </a:lnTo>
                  <a:lnTo>
                    <a:pt x="13771" y="977"/>
                  </a:lnTo>
                  <a:cubicBezTo>
                    <a:pt x="13771" y="977"/>
                    <a:pt x="16094" y="421"/>
                    <a:pt x="16514" y="464"/>
                  </a:cubicBezTo>
                  <a:cubicBezTo>
                    <a:pt x="16928" y="514"/>
                    <a:pt x="17670" y="606"/>
                    <a:pt x="17670" y="606"/>
                  </a:cubicBezTo>
                  <a:lnTo>
                    <a:pt x="18504" y="606"/>
                  </a:lnTo>
                  <a:lnTo>
                    <a:pt x="18782" y="1391"/>
                  </a:lnTo>
                  <a:lnTo>
                    <a:pt x="19616" y="3393"/>
                  </a:lnTo>
                  <a:lnTo>
                    <a:pt x="21247" y="3485"/>
                  </a:lnTo>
                  <a:lnTo>
                    <a:pt x="22587" y="3899"/>
                  </a:lnTo>
                  <a:lnTo>
                    <a:pt x="23329" y="4505"/>
                  </a:lnTo>
                  <a:lnTo>
                    <a:pt x="24583" y="5246"/>
                  </a:lnTo>
                  <a:lnTo>
                    <a:pt x="25089" y="5938"/>
                  </a:lnTo>
                  <a:lnTo>
                    <a:pt x="26585" y="6031"/>
                  </a:lnTo>
                  <a:lnTo>
                    <a:pt x="26720" y="7285"/>
                  </a:lnTo>
                  <a:cubicBezTo>
                    <a:pt x="26720" y="7285"/>
                    <a:pt x="27882" y="7977"/>
                    <a:pt x="27975" y="8212"/>
                  </a:cubicBezTo>
                  <a:cubicBezTo>
                    <a:pt x="28067" y="8440"/>
                    <a:pt x="27833" y="8811"/>
                    <a:pt x="27833" y="8811"/>
                  </a:cubicBezTo>
                  <a:lnTo>
                    <a:pt x="0" y="8811"/>
                  </a:lnTo>
                  <a:lnTo>
                    <a:pt x="1489" y="6723"/>
                  </a:lnTo>
                  <a:lnTo>
                    <a:pt x="1767" y="5796"/>
                  </a:lnTo>
                  <a:lnTo>
                    <a:pt x="2651" y="5518"/>
                  </a:lnTo>
                  <a:lnTo>
                    <a:pt x="3207" y="47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3"/>
            <p:cNvSpPr/>
            <p:nvPr/>
          </p:nvSpPr>
          <p:spPr>
            <a:xfrm flipH="1">
              <a:off x="6477795" y="4262802"/>
              <a:ext cx="222752" cy="143676"/>
            </a:xfrm>
            <a:custGeom>
              <a:avLst/>
              <a:gdLst/>
              <a:ahLst/>
              <a:cxnLst/>
              <a:rect l="l" t="t" r="r" b="b"/>
              <a:pathLst>
                <a:path w="3220" h="2077" extrusionOk="0">
                  <a:moveTo>
                    <a:pt x="1" y="742"/>
                  </a:moveTo>
                  <a:lnTo>
                    <a:pt x="989" y="93"/>
                  </a:lnTo>
                  <a:lnTo>
                    <a:pt x="1885" y="0"/>
                  </a:lnTo>
                  <a:lnTo>
                    <a:pt x="3219" y="1242"/>
                  </a:lnTo>
                  <a:lnTo>
                    <a:pt x="3096" y="207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3"/>
            <p:cNvSpPr/>
            <p:nvPr/>
          </p:nvSpPr>
          <p:spPr>
            <a:xfrm flipH="1">
              <a:off x="6481637" y="4084605"/>
              <a:ext cx="1577109" cy="396234"/>
            </a:xfrm>
            <a:custGeom>
              <a:avLst/>
              <a:gdLst/>
              <a:ahLst/>
              <a:cxnLst/>
              <a:rect l="l" t="t" r="r" b="b"/>
              <a:pathLst>
                <a:path w="22798" h="5728" extrusionOk="0">
                  <a:moveTo>
                    <a:pt x="22699" y="5239"/>
                  </a:moveTo>
                  <a:lnTo>
                    <a:pt x="20901" y="4529"/>
                  </a:lnTo>
                  <a:lnTo>
                    <a:pt x="19159" y="3725"/>
                  </a:lnTo>
                  <a:lnTo>
                    <a:pt x="16898" y="4652"/>
                  </a:lnTo>
                  <a:lnTo>
                    <a:pt x="18788" y="3417"/>
                  </a:lnTo>
                  <a:lnTo>
                    <a:pt x="17831" y="2675"/>
                  </a:lnTo>
                  <a:lnTo>
                    <a:pt x="16095" y="2181"/>
                  </a:lnTo>
                  <a:lnTo>
                    <a:pt x="11665" y="2582"/>
                  </a:lnTo>
                  <a:lnTo>
                    <a:pt x="9984" y="5029"/>
                  </a:lnTo>
                  <a:lnTo>
                    <a:pt x="9515" y="5727"/>
                  </a:lnTo>
                  <a:lnTo>
                    <a:pt x="22798" y="5727"/>
                  </a:lnTo>
                  <a:close/>
                  <a:moveTo>
                    <a:pt x="7927" y="2669"/>
                  </a:moveTo>
                  <a:lnTo>
                    <a:pt x="5536" y="2107"/>
                  </a:lnTo>
                  <a:lnTo>
                    <a:pt x="5814" y="0"/>
                  </a:lnTo>
                  <a:lnTo>
                    <a:pt x="5196" y="247"/>
                  </a:lnTo>
                  <a:lnTo>
                    <a:pt x="5073" y="606"/>
                  </a:lnTo>
                  <a:cubicBezTo>
                    <a:pt x="5073" y="606"/>
                    <a:pt x="4331" y="976"/>
                    <a:pt x="3868" y="1112"/>
                  </a:cubicBezTo>
                  <a:cubicBezTo>
                    <a:pt x="3578" y="1205"/>
                    <a:pt x="2954" y="1409"/>
                    <a:pt x="2540" y="1538"/>
                  </a:cubicBezTo>
                  <a:cubicBezTo>
                    <a:pt x="2225" y="1742"/>
                    <a:pt x="1934" y="1940"/>
                    <a:pt x="1916" y="2008"/>
                  </a:cubicBezTo>
                  <a:lnTo>
                    <a:pt x="1069" y="2175"/>
                  </a:lnTo>
                  <a:lnTo>
                    <a:pt x="896" y="2410"/>
                  </a:lnTo>
                  <a:lnTo>
                    <a:pt x="19" y="2688"/>
                  </a:lnTo>
                  <a:lnTo>
                    <a:pt x="1" y="2731"/>
                  </a:lnTo>
                  <a:lnTo>
                    <a:pt x="291" y="5709"/>
                  </a:lnTo>
                  <a:lnTo>
                    <a:pt x="8841" y="5709"/>
                  </a:lnTo>
                  <a:lnTo>
                    <a:pt x="9694" y="333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3"/>
            <p:cNvSpPr/>
            <p:nvPr/>
          </p:nvSpPr>
          <p:spPr>
            <a:xfrm flipH="1">
              <a:off x="7447889" y="881423"/>
              <a:ext cx="1401467" cy="3786086"/>
            </a:xfrm>
            <a:custGeom>
              <a:avLst/>
              <a:gdLst/>
              <a:ahLst/>
              <a:cxnLst/>
              <a:rect l="l" t="t" r="r" b="b"/>
              <a:pathLst>
                <a:path w="20259" h="54732" extrusionOk="0">
                  <a:moveTo>
                    <a:pt x="11065" y="507"/>
                  </a:moveTo>
                  <a:lnTo>
                    <a:pt x="11528" y="1477"/>
                  </a:lnTo>
                  <a:lnTo>
                    <a:pt x="11485" y="2731"/>
                  </a:lnTo>
                  <a:lnTo>
                    <a:pt x="12227" y="3843"/>
                  </a:lnTo>
                  <a:lnTo>
                    <a:pt x="13153" y="7309"/>
                  </a:lnTo>
                  <a:lnTo>
                    <a:pt x="12919" y="7877"/>
                  </a:lnTo>
                  <a:lnTo>
                    <a:pt x="8038" y="7877"/>
                  </a:lnTo>
                  <a:lnTo>
                    <a:pt x="8038" y="11782"/>
                  </a:lnTo>
                  <a:lnTo>
                    <a:pt x="10225" y="12659"/>
                  </a:lnTo>
                  <a:lnTo>
                    <a:pt x="9762" y="13771"/>
                  </a:lnTo>
                  <a:lnTo>
                    <a:pt x="11393" y="13728"/>
                  </a:lnTo>
                  <a:lnTo>
                    <a:pt x="11393" y="18485"/>
                  </a:lnTo>
                  <a:lnTo>
                    <a:pt x="8785" y="18714"/>
                  </a:lnTo>
                  <a:lnTo>
                    <a:pt x="8649" y="19548"/>
                  </a:lnTo>
                  <a:cubicBezTo>
                    <a:pt x="8649" y="19548"/>
                    <a:pt x="9619" y="20474"/>
                    <a:pt x="9576" y="20660"/>
                  </a:cubicBezTo>
                  <a:cubicBezTo>
                    <a:pt x="9533" y="20845"/>
                    <a:pt x="9669" y="21587"/>
                    <a:pt x="9669" y="21587"/>
                  </a:cubicBezTo>
                  <a:lnTo>
                    <a:pt x="9669" y="22513"/>
                  </a:lnTo>
                  <a:lnTo>
                    <a:pt x="7772" y="22513"/>
                  </a:lnTo>
                  <a:lnTo>
                    <a:pt x="7772" y="23675"/>
                  </a:lnTo>
                  <a:lnTo>
                    <a:pt x="7401" y="24323"/>
                  </a:lnTo>
                  <a:cubicBezTo>
                    <a:pt x="7401" y="24323"/>
                    <a:pt x="7445" y="24830"/>
                    <a:pt x="7031" y="25201"/>
                  </a:cubicBezTo>
                  <a:cubicBezTo>
                    <a:pt x="6611" y="25571"/>
                    <a:pt x="6382" y="26127"/>
                    <a:pt x="6382" y="26127"/>
                  </a:cubicBezTo>
                  <a:cubicBezTo>
                    <a:pt x="6382" y="26127"/>
                    <a:pt x="7630" y="26591"/>
                    <a:pt x="8242" y="26869"/>
                  </a:cubicBezTo>
                  <a:cubicBezTo>
                    <a:pt x="8841" y="27147"/>
                    <a:pt x="15390" y="26869"/>
                    <a:pt x="15390" y="26869"/>
                  </a:cubicBezTo>
                  <a:cubicBezTo>
                    <a:pt x="15390" y="26869"/>
                    <a:pt x="15019" y="27610"/>
                    <a:pt x="15347" y="27796"/>
                  </a:cubicBezTo>
                  <a:cubicBezTo>
                    <a:pt x="15668" y="27981"/>
                    <a:pt x="16088" y="27746"/>
                    <a:pt x="16224" y="28117"/>
                  </a:cubicBezTo>
                  <a:cubicBezTo>
                    <a:pt x="16366" y="28494"/>
                    <a:pt x="16088" y="29186"/>
                    <a:pt x="16088" y="29186"/>
                  </a:cubicBezTo>
                  <a:lnTo>
                    <a:pt x="7723" y="29186"/>
                  </a:lnTo>
                  <a:lnTo>
                    <a:pt x="7723" y="32991"/>
                  </a:lnTo>
                  <a:lnTo>
                    <a:pt x="9724" y="34196"/>
                  </a:lnTo>
                  <a:lnTo>
                    <a:pt x="11448" y="34103"/>
                  </a:lnTo>
                  <a:cubicBezTo>
                    <a:pt x="11448" y="34103"/>
                    <a:pt x="12047" y="33597"/>
                    <a:pt x="12418" y="33269"/>
                  </a:cubicBezTo>
                  <a:cubicBezTo>
                    <a:pt x="12789" y="32948"/>
                    <a:pt x="13580" y="33084"/>
                    <a:pt x="13956" y="33084"/>
                  </a:cubicBezTo>
                  <a:cubicBezTo>
                    <a:pt x="14327" y="33084"/>
                    <a:pt x="15069" y="33177"/>
                    <a:pt x="15069" y="33177"/>
                  </a:cubicBezTo>
                  <a:lnTo>
                    <a:pt x="16181" y="33084"/>
                  </a:lnTo>
                  <a:cubicBezTo>
                    <a:pt x="16181" y="33084"/>
                    <a:pt x="16181" y="36476"/>
                    <a:pt x="16502" y="36939"/>
                  </a:cubicBezTo>
                  <a:cubicBezTo>
                    <a:pt x="16829" y="37402"/>
                    <a:pt x="17478" y="37866"/>
                    <a:pt x="17941" y="38193"/>
                  </a:cubicBezTo>
                  <a:cubicBezTo>
                    <a:pt x="18405" y="38514"/>
                    <a:pt x="18633" y="39818"/>
                    <a:pt x="18633" y="39818"/>
                  </a:cubicBezTo>
                  <a:lnTo>
                    <a:pt x="19004" y="41208"/>
                  </a:lnTo>
                  <a:lnTo>
                    <a:pt x="19838" y="41857"/>
                  </a:lnTo>
                  <a:lnTo>
                    <a:pt x="20258" y="43488"/>
                  </a:lnTo>
                  <a:lnTo>
                    <a:pt x="19653" y="44600"/>
                  </a:lnTo>
                  <a:cubicBezTo>
                    <a:pt x="19653" y="44600"/>
                    <a:pt x="19609" y="45341"/>
                    <a:pt x="19795" y="45761"/>
                  </a:cubicBezTo>
                  <a:cubicBezTo>
                    <a:pt x="19980" y="46175"/>
                    <a:pt x="20116" y="48084"/>
                    <a:pt x="20116" y="48084"/>
                  </a:cubicBezTo>
                  <a:lnTo>
                    <a:pt x="19467" y="50179"/>
                  </a:lnTo>
                  <a:lnTo>
                    <a:pt x="19980" y="52360"/>
                  </a:lnTo>
                  <a:lnTo>
                    <a:pt x="18256" y="54732"/>
                  </a:lnTo>
                  <a:lnTo>
                    <a:pt x="9984" y="53762"/>
                  </a:lnTo>
                  <a:cubicBezTo>
                    <a:pt x="9984" y="53762"/>
                    <a:pt x="0" y="26257"/>
                    <a:pt x="1205" y="19659"/>
                  </a:cubicBezTo>
                  <a:cubicBezTo>
                    <a:pt x="2410" y="13061"/>
                    <a:pt x="7012" y="0"/>
                    <a:pt x="70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3"/>
            <p:cNvSpPr/>
            <p:nvPr/>
          </p:nvSpPr>
          <p:spPr>
            <a:xfrm flipH="1">
              <a:off x="8485556" y="935675"/>
              <a:ext cx="752294" cy="897494"/>
            </a:xfrm>
            <a:custGeom>
              <a:avLst/>
              <a:gdLst/>
              <a:ahLst/>
              <a:cxnLst/>
              <a:rect l="l" t="t" r="r" b="b"/>
              <a:pathLst>
                <a:path w="12221" h="13073" extrusionOk="0">
                  <a:moveTo>
                    <a:pt x="12220" y="0"/>
                  </a:moveTo>
                  <a:lnTo>
                    <a:pt x="0" y="0"/>
                  </a:lnTo>
                  <a:lnTo>
                    <a:pt x="0" y="9385"/>
                  </a:lnTo>
                  <a:lnTo>
                    <a:pt x="3880" y="7556"/>
                  </a:lnTo>
                  <a:lnTo>
                    <a:pt x="5610" y="3843"/>
                  </a:lnTo>
                  <a:lnTo>
                    <a:pt x="6413" y="4584"/>
                  </a:lnTo>
                  <a:lnTo>
                    <a:pt x="6975" y="5950"/>
                  </a:lnTo>
                  <a:lnTo>
                    <a:pt x="8952" y="13073"/>
                  </a:lnTo>
                  <a:lnTo>
                    <a:pt x="8890" y="4399"/>
                  </a:lnTo>
                  <a:lnTo>
                    <a:pt x="10071" y="5264"/>
                  </a:lnTo>
                  <a:lnTo>
                    <a:pt x="9947" y="3225"/>
                  </a:lnTo>
                  <a:lnTo>
                    <a:pt x="11862" y="4152"/>
                  </a:ln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3"/>
            <p:cNvSpPr/>
            <p:nvPr/>
          </p:nvSpPr>
          <p:spPr>
            <a:xfrm flipH="1">
              <a:off x="7592815" y="3260175"/>
              <a:ext cx="1076685" cy="1463397"/>
            </a:xfrm>
            <a:custGeom>
              <a:avLst/>
              <a:gdLst/>
              <a:ahLst/>
              <a:cxnLst/>
              <a:rect l="l" t="t" r="r" b="b"/>
              <a:pathLst>
                <a:path w="13451" h="21155" extrusionOk="0">
                  <a:moveTo>
                    <a:pt x="11078" y="4708"/>
                  </a:moveTo>
                  <a:lnTo>
                    <a:pt x="9719" y="2354"/>
                  </a:lnTo>
                  <a:lnTo>
                    <a:pt x="8045" y="3769"/>
                  </a:lnTo>
                  <a:lnTo>
                    <a:pt x="7983" y="5882"/>
                  </a:lnTo>
                  <a:lnTo>
                    <a:pt x="8230" y="10528"/>
                  </a:lnTo>
                  <a:lnTo>
                    <a:pt x="7427" y="6321"/>
                  </a:lnTo>
                  <a:lnTo>
                    <a:pt x="6130" y="3411"/>
                  </a:lnTo>
                  <a:lnTo>
                    <a:pt x="5141" y="1"/>
                  </a:lnTo>
                  <a:lnTo>
                    <a:pt x="2478" y="1681"/>
                  </a:lnTo>
                  <a:lnTo>
                    <a:pt x="2046" y="3602"/>
                  </a:lnTo>
                  <a:lnTo>
                    <a:pt x="2664" y="7624"/>
                  </a:lnTo>
                  <a:lnTo>
                    <a:pt x="2787" y="11529"/>
                  </a:lnTo>
                  <a:cubicBezTo>
                    <a:pt x="2787" y="11529"/>
                    <a:pt x="2417" y="18522"/>
                    <a:pt x="2293" y="18770"/>
                  </a:cubicBezTo>
                  <a:lnTo>
                    <a:pt x="1" y="20753"/>
                  </a:lnTo>
                  <a:lnTo>
                    <a:pt x="155" y="21154"/>
                  </a:lnTo>
                  <a:lnTo>
                    <a:pt x="7526" y="21154"/>
                  </a:lnTo>
                  <a:lnTo>
                    <a:pt x="8175" y="17342"/>
                  </a:lnTo>
                  <a:lnTo>
                    <a:pt x="9009" y="14099"/>
                  </a:lnTo>
                  <a:cubicBezTo>
                    <a:pt x="9009" y="14099"/>
                    <a:pt x="10874" y="12579"/>
                    <a:pt x="10905" y="11813"/>
                  </a:cubicBezTo>
                  <a:cubicBezTo>
                    <a:pt x="10936" y="11041"/>
                    <a:pt x="11060" y="10077"/>
                    <a:pt x="10905" y="9657"/>
                  </a:cubicBezTo>
                  <a:cubicBezTo>
                    <a:pt x="10831" y="9472"/>
                    <a:pt x="11128" y="9243"/>
                    <a:pt x="11474" y="9039"/>
                  </a:cubicBezTo>
                  <a:lnTo>
                    <a:pt x="11468" y="8996"/>
                  </a:lnTo>
                  <a:lnTo>
                    <a:pt x="13451" y="6945"/>
                  </a:lnTo>
                  <a:lnTo>
                    <a:pt x="12215" y="61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3"/>
            <p:cNvSpPr/>
            <p:nvPr/>
          </p:nvSpPr>
          <p:spPr>
            <a:xfrm flipH="1">
              <a:off x="8417195" y="2530227"/>
              <a:ext cx="820653" cy="2176245"/>
            </a:xfrm>
            <a:custGeom>
              <a:avLst/>
              <a:gdLst/>
              <a:ahLst/>
              <a:cxnLst/>
              <a:rect l="l" t="t" r="r" b="b"/>
              <a:pathLst>
                <a:path w="11863" h="31460" extrusionOk="0">
                  <a:moveTo>
                    <a:pt x="0" y="31459"/>
                  </a:moveTo>
                  <a:lnTo>
                    <a:pt x="11244" y="30804"/>
                  </a:lnTo>
                  <a:lnTo>
                    <a:pt x="11862" y="19468"/>
                  </a:lnTo>
                  <a:lnTo>
                    <a:pt x="11368" y="14574"/>
                  </a:lnTo>
                  <a:lnTo>
                    <a:pt x="11368" y="11473"/>
                  </a:lnTo>
                  <a:lnTo>
                    <a:pt x="9817" y="10485"/>
                  </a:lnTo>
                  <a:lnTo>
                    <a:pt x="8458" y="10979"/>
                  </a:lnTo>
                  <a:lnTo>
                    <a:pt x="7161" y="11164"/>
                  </a:lnTo>
                  <a:lnTo>
                    <a:pt x="2268" y="21512"/>
                  </a:lnTo>
                  <a:lnTo>
                    <a:pt x="8705" y="4541"/>
                  </a:lnTo>
                  <a:lnTo>
                    <a:pt x="7408" y="3985"/>
                  </a:lnTo>
                  <a:lnTo>
                    <a:pt x="6728" y="6339"/>
                  </a:lnTo>
                  <a:lnTo>
                    <a:pt x="6605" y="5042"/>
                  </a:lnTo>
                  <a:lnTo>
                    <a:pt x="6110" y="4300"/>
                  </a:lnTo>
                  <a:lnTo>
                    <a:pt x="6296" y="2879"/>
                  </a:lnTo>
                  <a:lnTo>
                    <a:pt x="4807" y="3374"/>
                  </a:lnTo>
                  <a:lnTo>
                    <a:pt x="2947" y="3559"/>
                  </a:lnTo>
                  <a:lnTo>
                    <a:pt x="2020" y="3065"/>
                  </a:lnTo>
                  <a:lnTo>
                    <a:pt x="340" y="7334"/>
                  </a:lnTo>
                  <a:lnTo>
                    <a:pt x="1390" y="3559"/>
                  </a:lnTo>
                  <a:lnTo>
                    <a:pt x="1267" y="1761"/>
                  </a:lnTo>
                  <a:cubicBezTo>
                    <a:pt x="1267" y="1761"/>
                    <a:pt x="1205" y="834"/>
                    <a:pt x="1020" y="773"/>
                  </a:cubicBezTo>
                  <a:cubicBezTo>
                    <a:pt x="939" y="742"/>
                    <a:pt x="464" y="377"/>
                    <a:pt x="0" y="0"/>
                  </a:cubicBezTo>
                  <a:lnTo>
                    <a:pt x="0" y="314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3"/>
            <p:cNvSpPr/>
            <p:nvPr/>
          </p:nvSpPr>
          <p:spPr>
            <a:xfrm flipH="1">
              <a:off x="8680485" y="1387444"/>
              <a:ext cx="557363" cy="265424"/>
            </a:xfrm>
            <a:custGeom>
              <a:avLst/>
              <a:gdLst/>
              <a:ahLst/>
              <a:cxnLst/>
              <a:rect l="l" t="t" r="r" b="b"/>
              <a:pathLst>
                <a:path w="8057" h="3837" extrusionOk="0">
                  <a:moveTo>
                    <a:pt x="0" y="0"/>
                  </a:moveTo>
                  <a:lnTo>
                    <a:pt x="8056" y="0"/>
                  </a:lnTo>
                  <a:lnTo>
                    <a:pt x="8056" y="3837"/>
                  </a:lnTo>
                  <a:lnTo>
                    <a:pt x="0" y="38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3"/>
            <p:cNvSpPr/>
            <p:nvPr/>
          </p:nvSpPr>
          <p:spPr>
            <a:xfrm flipH="1">
              <a:off x="8680485" y="1884056"/>
              <a:ext cx="557363" cy="265840"/>
            </a:xfrm>
            <a:custGeom>
              <a:avLst/>
              <a:gdLst/>
              <a:ahLst/>
              <a:cxnLst/>
              <a:rect l="l" t="t" r="r" b="b"/>
              <a:pathLst>
                <a:path w="8057" h="3843" extrusionOk="0">
                  <a:moveTo>
                    <a:pt x="0" y="0"/>
                  </a:moveTo>
                  <a:lnTo>
                    <a:pt x="8056" y="0"/>
                  </a:lnTo>
                  <a:lnTo>
                    <a:pt x="8056" y="3843"/>
                  </a:lnTo>
                  <a:lnTo>
                    <a:pt x="0" y="38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3"/>
            <p:cNvSpPr/>
            <p:nvPr/>
          </p:nvSpPr>
          <p:spPr>
            <a:xfrm flipH="1">
              <a:off x="8680496" y="2097256"/>
              <a:ext cx="97056" cy="53126"/>
            </a:xfrm>
            <a:custGeom>
              <a:avLst/>
              <a:gdLst/>
              <a:ahLst/>
              <a:cxnLst/>
              <a:rect l="l" t="t" r="r" b="b"/>
              <a:pathLst>
                <a:path w="1403" h="768" extrusionOk="0">
                  <a:moveTo>
                    <a:pt x="1402" y="767"/>
                  </a:moveTo>
                  <a:lnTo>
                    <a:pt x="1402" y="1"/>
                  </a:lnTo>
                  <a:lnTo>
                    <a:pt x="1248" y="211"/>
                  </a:lnTo>
                  <a:lnTo>
                    <a:pt x="0" y="304"/>
                  </a:lnTo>
                  <a:lnTo>
                    <a:pt x="0" y="7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3"/>
            <p:cNvSpPr/>
            <p:nvPr/>
          </p:nvSpPr>
          <p:spPr>
            <a:xfrm flipH="1">
              <a:off x="8680485" y="2381499"/>
              <a:ext cx="557363" cy="265909"/>
            </a:xfrm>
            <a:custGeom>
              <a:avLst/>
              <a:gdLst/>
              <a:ahLst/>
              <a:cxnLst/>
              <a:rect l="l" t="t" r="r" b="b"/>
              <a:pathLst>
                <a:path w="8057" h="3844" extrusionOk="0">
                  <a:moveTo>
                    <a:pt x="0" y="0"/>
                  </a:moveTo>
                  <a:lnTo>
                    <a:pt x="8056" y="0"/>
                  </a:lnTo>
                  <a:lnTo>
                    <a:pt x="8056" y="3843"/>
                  </a:lnTo>
                  <a:lnTo>
                    <a:pt x="0" y="38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3"/>
            <p:cNvSpPr/>
            <p:nvPr/>
          </p:nvSpPr>
          <p:spPr>
            <a:xfrm flipH="1">
              <a:off x="8680485" y="2878526"/>
              <a:ext cx="557363" cy="265494"/>
            </a:xfrm>
            <a:custGeom>
              <a:avLst/>
              <a:gdLst/>
              <a:ahLst/>
              <a:cxnLst/>
              <a:rect l="l" t="t" r="r" b="b"/>
              <a:pathLst>
                <a:path w="8057" h="3838" extrusionOk="0">
                  <a:moveTo>
                    <a:pt x="0" y="1"/>
                  </a:moveTo>
                  <a:lnTo>
                    <a:pt x="8056" y="1"/>
                  </a:lnTo>
                  <a:lnTo>
                    <a:pt x="8056" y="3837"/>
                  </a:lnTo>
                  <a:lnTo>
                    <a:pt x="0" y="38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3"/>
            <p:cNvSpPr/>
            <p:nvPr/>
          </p:nvSpPr>
          <p:spPr>
            <a:xfrm flipH="1">
              <a:off x="7795380" y="3375554"/>
              <a:ext cx="556948" cy="265909"/>
            </a:xfrm>
            <a:custGeom>
              <a:avLst/>
              <a:gdLst/>
              <a:ahLst/>
              <a:cxnLst/>
              <a:rect l="l" t="t" r="r" b="b"/>
              <a:pathLst>
                <a:path w="8051" h="3844" extrusionOk="0">
                  <a:moveTo>
                    <a:pt x="0" y="1"/>
                  </a:moveTo>
                  <a:lnTo>
                    <a:pt x="8050" y="1"/>
                  </a:lnTo>
                  <a:lnTo>
                    <a:pt x="8050" y="3843"/>
                  </a:lnTo>
                  <a:lnTo>
                    <a:pt x="0" y="38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3"/>
            <p:cNvSpPr/>
            <p:nvPr/>
          </p:nvSpPr>
          <p:spPr>
            <a:xfrm flipH="1">
              <a:off x="8680485" y="3375554"/>
              <a:ext cx="557363" cy="265909"/>
            </a:xfrm>
            <a:custGeom>
              <a:avLst/>
              <a:gdLst/>
              <a:ahLst/>
              <a:cxnLst/>
              <a:rect l="l" t="t" r="r" b="b"/>
              <a:pathLst>
                <a:path w="8057" h="3844" extrusionOk="0">
                  <a:moveTo>
                    <a:pt x="0" y="1"/>
                  </a:moveTo>
                  <a:lnTo>
                    <a:pt x="8056" y="1"/>
                  </a:lnTo>
                  <a:lnTo>
                    <a:pt x="8056" y="3843"/>
                  </a:lnTo>
                  <a:lnTo>
                    <a:pt x="0" y="38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3"/>
            <p:cNvSpPr/>
            <p:nvPr/>
          </p:nvSpPr>
          <p:spPr>
            <a:xfrm flipH="1">
              <a:off x="8680900" y="3375554"/>
              <a:ext cx="556118" cy="265909"/>
            </a:xfrm>
            <a:custGeom>
              <a:avLst/>
              <a:gdLst/>
              <a:ahLst/>
              <a:cxnLst/>
              <a:rect l="l" t="t" r="r" b="b"/>
              <a:pathLst>
                <a:path w="8039" h="3844" extrusionOk="0">
                  <a:moveTo>
                    <a:pt x="4455" y="1984"/>
                  </a:moveTo>
                  <a:lnTo>
                    <a:pt x="3664" y="1613"/>
                  </a:lnTo>
                  <a:lnTo>
                    <a:pt x="1897" y="1613"/>
                  </a:lnTo>
                  <a:lnTo>
                    <a:pt x="2317" y="2212"/>
                  </a:lnTo>
                  <a:lnTo>
                    <a:pt x="2317" y="3324"/>
                  </a:lnTo>
                  <a:lnTo>
                    <a:pt x="1990" y="2120"/>
                  </a:lnTo>
                  <a:lnTo>
                    <a:pt x="1249" y="1706"/>
                  </a:lnTo>
                  <a:lnTo>
                    <a:pt x="971" y="1100"/>
                  </a:lnTo>
                  <a:lnTo>
                    <a:pt x="1" y="1879"/>
                  </a:lnTo>
                  <a:lnTo>
                    <a:pt x="1" y="3843"/>
                  </a:lnTo>
                  <a:lnTo>
                    <a:pt x="6185" y="3843"/>
                  </a:lnTo>
                  <a:lnTo>
                    <a:pt x="5481" y="2076"/>
                  </a:lnTo>
                  <a:close/>
                  <a:moveTo>
                    <a:pt x="6370" y="7"/>
                  </a:moveTo>
                  <a:lnTo>
                    <a:pt x="6308" y="779"/>
                  </a:lnTo>
                  <a:lnTo>
                    <a:pt x="5752" y="2120"/>
                  </a:lnTo>
                  <a:lnTo>
                    <a:pt x="6259" y="3843"/>
                  </a:lnTo>
                  <a:lnTo>
                    <a:pt x="8038" y="3843"/>
                  </a:lnTo>
                  <a:lnTo>
                    <a:pt x="8038" y="1"/>
                  </a:lnTo>
                  <a:lnTo>
                    <a:pt x="6370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3"/>
            <p:cNvSpPr/>
            <p:nvPr/>
          </p:nvSpPr>
          <p:spPr>
            <a:xfrm flipH="1">
              <a:off x="8680491" y="2878526"/>
              <a:ext cx="307356" cy="265494"/>
            </a:xfrm>
            <a:custGeom>
              <a:avLst/>
              <a:gdLst/>
              <a:ahLst/>
              <a:cxnLst/>
              <a:rect l="l" t="t" r="r" b="b"/>
              <a:pathLst>
                <a:path w="4443" h="3838" extrusionOk="0">
                  <a:moveTo>
                    <a:pt x="1471" y="1953"/>
                  </a:moveTo>
                  <a:lnTo>
                    <a:pt x="1316" y="2571"/>
                  </a:lnTo>
                  <a:lnTo>
                    <a:pt x="297" y="2972"/>
                  </a:lnTo>
                  <a:cubicBezTo>
                    <a:pt x="297" y="2972"/>
                    <a:pt x="112" y="3503"/>
                    <a:pt x="0" y="3837"/>
                  </a:cubicBezTo>
                  <a:lnTo>
                    <a:pt x="4442" y="3837"/>
                  </a:lnTo>
                  <a:lnTo>
                    <a:pt x="4442" y="1"/>
                  </a:lnTo>
                  <a:lnTo>
                    <a:pt x="921" y="1"/>
                  </a:lnTo>
                  <a:lnTo>
                    <a:pt x="970" y="711"/>
                  </a:lnTo>
                  <a:lnTo>
                    <a:pt x="1804" y="1113"/>
                  </a:lnTo>
                  <a:lnTo>
                    <a:pt x="1804" y="1823"/>
                  </a:lnTo>
                  <a:lnTo>
                    <a:pt x="3510" y="2225"/>
                  </a:lnTo>
                  <a:lnTo>
                    <a:pt x="2274" y="207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3"/>
            <p:cNvSpPr/>
            <p:nvPr/>
          </p:nvSpPr>
          <p:spPr>
            <a:xfrm flipH="1">
              <a:off x="8858686" y="2381499"/>
              <a:ext cx="379577" cy="208217"/>
            </a:xfrm>
            <a:custGeom>
              <a:avLst/>
              <a:gdLst/>
              <a:ahLst/>
              <a:cxnLst/>
              <a:rect l="l" t="t" r="r" b="b"/>
              <a:pathLst>
                <a:path w="5487" h="3010" extrusionOk="0">
                  <a:moveTo>
                    <a:pt x="6" y="44"/>
                  </a:moveTo>
                  <a:lnTo>
                    <a:pt x="346" y="62"/>
                  </a:lnTo>
                  <a:lnTo>
                    <a:pt x="1056" y="1020"/>
                  </a:lnTo>
                  <a:lnTo>
                    <a:pt x="1767" y="3009"/>
                  </a:lnTo>
                  <a:lnTo>
                    <a:pt x="1891" y="649"/>
                  </a:lnTo>
                  <a:lnTo>
                    <a:pt x="2292" y="1174"/>
                  </a:lnTo>
                  <a:lnTo>
                    <a:pt x="2570" y="742"/>
                  </a:lnTo>
                  <a:lnTo>
                    <a:pt x="3219" y="1267"/>
                  </a:lnTo>
                  <a:lnTo>
                    <a:pt x="3898" y="0"/>
                  </a:lnTo>
                  <a:lnTo>
                    <a:pt x="0" y="0"/>
                  </a:lnTo>
                  <a:lnTo>
                    <a:pt x="0" y="44"/>
                  </a:lnTo>
                  <a:close/>
                  <a:moveTo>
                    <a:pt x="4807" y="0"/>
                  </a:moveTo>
                  <a:cubicBezTo>
                    <a:pt x="4627" y="729"/>
                    <a:pt x="4288" y="2268"/>
                    <a:pt x="4288" y="2268"/>
                  </a:cubicBezTo>
                  <a:lnTo>
                    <a:pt x="5486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3"/>
            <p:cNvSpPr/>
            <p:nvPr/>
          </p:nvSpPr>
          <p:spPr>
            <a:xfrm flipH="1">
              <a:off x="8007409" y="3375139"/>
              <a:ext cx="344919" cy="265494"/>
            </a:xfrm>
            <a:custGeom>
              <a:avLst/>
              <a:gdLst/>
              <a:ahLst/>
              <a:cxnLst/>
              <a:rect l="l" t="t" r="r" b="b"/>
              <a:pathLst>
                <a:path w="4986" h="3838" extrusionOk="0">
                  <a:moveTo>
                    <a:pt x="2842" y="1940"/>
                  </a:moveTo>
                  <a:lnTo>
                    <a:pt x="3930" y="1687"/>
                  </a:lnTo>
                  <a:lnTo>
                    <a:pt x="4986" y="0"/>
                  </a:lnTo>
                  <a:lnTo>
                    <a:pt x="4974" y="0"/>
                  </a:lnTo>
                  <a:lnTo>
                    <a:pt x="3806" y="1502"/>
                  </a:lnTo>
                  <a:lnTo>
                    <a:pt x="3015" y="1638"/>
                  </a:lnTo>
                  <a:lnTo>
                    <a:pt x="2459" y="1662"/>
                  </a:lnTo>
                  <a:lnTo>
                    <a:pt x="2255" y="2404"/>
                  </a:lnTo>
                  <a:lnTo>
                    <a:pt x="2206" y="2984"/>
                  </a:lnTo>
                  <a:lnTo>
                    <a:pt x="2231" y="3584"/>
                  </a:lnTo>
                  <a:cubicBezTo>
                    <a:pt x="2231" y="3584"/>
                    <a:pt x="2119" y="3701"/>
                    <a:pt x="1990" y="3837"/>
                  </a:cubicBezTo>
                  <a:lnTo>
                    <a:pt x="2292" y="3837"/>
                  </a:lnTo>
                  <a:lnTo>
                    <a:pt x="2416" y="3676"/>
                  </a:lnTo>
                  <a:lnTo>
                    <a:pt x="2441" y="3262"/>
                  </a:lnTo>
                  <a:lnTo>
                    <a:pt x="3386" y="3423"/>
                  </a:lnTo>
                  <a:lnTo>
                    <a:pt x="3466" y="3837"/>
                  </a:lnTo>
                  <a:lnTo>
                    <a:pt x="3818" y="3837"/>
                  </a:lnTo>
                  <a:lnTo>
                    <a:pt x="3509" y="3262"/>
                  </a:lnTo>
                  <a:lnTo>
                    <a:pt x="2583" y="3052"/>
                  </a:lnTo>
                  <a:lnTo>
                    <a:pt x="2632" y="2496"/>
                  </a:lnTo>
                  <a:close/>
                  <a:moveTo>
                    <a:pt x="494" y="229"/>
                  </a:moveTo>
                  <a:lnTo>
                    <a:pt x="754" y="13"/>
                  </a:lnTo>
                  <a:lnTo>
                    <a:pt x="0" y="13"/>
                  </a:lnTo>
                  <a:lnTo>
                    <a:pt x="0" y="173"/>
                  </a:lnTo>
                  <a:lnTo>
                    <a:pt x="167" y="180"/>
                  </a:lnTo>
                  <a:cubicBezTo>
                    <a:pt x="167" y="180"/>
                    <a:pt x="402" y="618"/>
                    <a:pt x="562" y="828"/>
                  </a:cubicBezTo>
                  <a:cubicBezTo>
                    <a:pt x="723" y="1038"/>
                    <a:pt x="1118" y="1990"/>
                    <a:pt x="1118" y="1990"/>
                  </a:cubicBezTo>
                  <a:lnTo>
                    <a:pt x="1347" y="2614"/>
                  </a:lnTo>
                  <a:lnTo>
                    <a:pt x="884" y="105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3"/>
            <p:cNvSpPr/>
            <p:nvPr/>
          </p:nvSpPr>
          <p:spPr>
            <a:xfrm flipH="1">
              <a:off x="9088217" y="1604517"/>
              <a:ext cx="148801" cy="48353"/>
            </a:xfrm>
            <a:custGeom>
              <a:avLst/>
              <a:gdLst/>
              <a:ahLst/>
              <a:cxnLst/>
              <a:rect l="l" t="t" r="r" b="b"/>
              <a:pathLst>
                <a:path w="2151" h="699" extrusionOk="0">
                  <a:moveTo>
                    <a:pt x="1576" y="81"/>
                  </a:moveTo>
                  <a:lnTo>
                    <a:pt x="785" y="452"/>
                  </a:lnTo>
                  <a:lnTo>
                    <a:pt x="322" y="38"/>
                  </a:lnTo>
                  <a:lnTo>
                    <a:pt x="1" y="1"/>
                  </a:lnTo>
                  <a:lnTo>
                    <a:pt x="1" y="699"/>
                  </a:lnTo>
                  <a:lnTo>
                    <a:pt x="2151" y="699"/>
                  </a:lnTo>
                  <a:cubicBezTo>
                    <a:pt x="1860" y="408"/>
                    <a:pt x="1576" y="81"/>
                    <a:pt x="1576" y="8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3"/>
            <p:cNvSpPr/>
            <p:nvPr/>
          </p:nvSpPr>
          <p:spPr>
            <a:xfrm flipH="1">
              <a:off x="8099268" y="2150728"/>
              <a:ext cx="600945" cy="677016"/>
            </a:xfrm>
            <a:custGeom>
              <a:avLst/>
              <a:gdLst/>
              <a:ahLst/>
              <a:cxnLst/>
              <a:rect l="l" t="t" r="r" b="b"/>
              <a:pathLst>
                <a:path w="8687" h="9787" extrusionOk="0">
                  <a:moveTo>
                    <a:pt x="964" y="4170"/>
                  </a:moveTo>
                  <a:lnTo>
                    <a:pt x="1520" y="2966"/>
                  </a:lnTo>
                  <a:lnTo>
                    <a:pt x="2261" y="2317"/>
                  </a:lnTo>
                  <a:lnTo>
                    <a:pt x="3985" y="1625"/>
                  </a:lnTo>
                  <a:lnTo>
                    <a:pt x="4263" y="698"/>
                  </a:lnTo>
                  <a:lnTo>
                    <a:pt x="5573" y="0"/>
                  </a:lnTo>
                  <a:lnTo>
                    <a:pt x="5017" y="0"/>
                  </a:lnTo>
                  <a:lnTo>
                    <a:pt x="4028" y="606"/>
                  </a:lnTo>
                  <a:cubicBezTo>
                    <a:pt x="4028" y="606"/>
                    <a:pt x="3750" y="1162"/>
                    <a:pt x="3707" y="1440"/>
                  </a:cubicBezTo>
                  <a:cubicBezTo>
                    <a:pt x="3658" y="1718"/>
                    <a:pt x="2027" y="2132"/>
                    <a:pt x="2027" y="2132"/>
                  </a:cubicBezTo>
                  <a:cubicBezTo>
                    <a:pt x="2027" y="2132"/>
                    <a:pt x="1335" y="2595"/>
                    <a:pt x="1193" y="2966"/>
                  </a:cubicBezTo>
                  <a:cubicBezTo>
                    <a:pt x="1057" y="3336"/>
                    <a:pt x="729" y="4220"/>
                    <a:pt x="729" y="4220"/>
                  </a:cubicBezTo>
                  <a:lnTo>
                    <a:pt x="871" y="6407"/>
                  </a:lnTo>
                  <a:close/>
                  <a:moveTo>
                    <a:pt x="8674" y="8884"/>
                  </a:moveTo>
                  <a:cubicBezTo>
                    <a:pt x="8019" y="8674"/>
                    <a:pt x="7105" y="8384"/>
                    <a:pt x="7006" y="8353"/>
                  </a:cubicBezTo>
                  <a:cubicBezTo>
                    <a:pt x="6864" y="8304"/>
                    <a:pt x="6080" y="8538"/>
                    <a:pt x="6080" y="8538"/>
                  </a:cubicBezTo>
                  <a:lnTo>
                    <a:pt x="5011" y="9230"/>
                  </a:lnTo>
                  <a:lnTo>
                    <a:pt x="4597" y="9138"/>
                  </a:lnTo>
                  <a:lnTo>
                    <a:pt x="4411" y="8538"/>
                  </a:lnTo>
                  <a:lnTo>
                    <a:pt x="3386" y="7426"/>
                  </a:lnTo>
                  <a:lnTo>
                    <a:pt x="4177" y="8724"/>
                  </a:lnTo>
                  <a:lnTo>
                    <a:pt x="3577" y="8860"/>
                  </a:lnTo>
                  <a:lnTo>
                    <a:pt x="3157" y="9416"/>
                  </a:lnTo>
                  <a:lnTo>
                    <a:pt x="0" y="9323"/>
                  </a:lnTo>
                  <a:cubicBezTo>
                    <a:pt x="0" y="9323"/>
                    <a:pt x="2879" y="9694"/>
                    <a:pt x="3250" y="9743"/>
                  </a:cubicBezTo>
                  <a:cubicBezTo>
                    <a:pt x="3621" y="9786"/>
                    <a:pt x="3849" y="9138"/>
                    <a:pt x="3849" y="9138"/>
                  </a:cubicBezTo>
                  <a:lnTo>
                    <a:pt x="5054" y="9601"/>
                  </a:lnTo>
                  <a:lnTo>
                    <a:pt x="6166" y="8860"/>
                  </a:lnTo>
                  <a:lnTo>
                    <a:pt x="7185" y="8767"/>
                  </a:lnTo>
                  <a:cubicBezTo>
                    <a:pt x="7185" y="8767"/>
                    <a:pt x="8063" y="9063"/>
                    <a:pt x="8687" y="9267"/>
                  </a:cubicBezTo>
                  <a:cubicBezTo>
                    <a:pt x="8674" y="9168"/>
                    <a:pt x="8674" y="9033"/>
                    <a:pt x="8674" y="8884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3"/>
            <p:cNvSpPr/>
            <p:nvPr/>
          </p:nvSpPr>
          <p:spPr>
            <a:xfrm flipH="1">
              <a:off x="8868994" y="929293"/>
              <a:ext cx="368024" cy="391946"/>
            </a:xfrm>
            <a:custGeom>
              <a:avLst/>
              <a:gdLst/>
              <a:ahLst/>
              <a:cxnLst/>
              <a:rect l="l" t="t" r="r" b="b"/>
              <a:pathLst>
                <a:path w="5320" h="5666" extrusionOk="0">
                  <a:moveTo>
                    <a:pt x="5320" y="3868"/>
                  </a:moveTo>
                  <a:lnTo>
                    <a:pt x="4918" y="2255"/>
                  </a:lnTo>
                  <a:lnTo>
                    <a:pt x="5165" y="1205"/>
                  </a:lnTo>
                  <a:lnTo>
                    <a:pt x="4826" y="216"/>
                  </a:lnTo>
                  <a:lnTo>
                    <a:pt x="4591" y="0"/>
                  </a:lnTo>
                  <a:lnTo>
                    <a:pt x="3955" y="0"/>
                  </a:lnTo>
                  <a:lnTo>
                    <a:pt x="4603" y="433"/>
                  </a:lnTo>
                  <a:lnTo>
                    <a:pt x="4974" y="1236"/>
                  </a:lnTo>
                  <a:lnTo>
                    <a:pt x="4727" y="2286"/>
                  </a:lnTo>
                  <a:close/>
                  <a:moveTo>
                    <a:pt x="2317" y="3621"/>
                  </a:moveTo>
                  <a:lnTo>
                    <a:pt x="4331" y="2817"/>
                  </a:lnTo>
                  <a:lnTo>
                    <a:pt x="2317" y="3404"/>
                  </a:lnTo>
                  <a:lnTo>
                    <a:pt x="1236" y="3868"/>
                  </a:lnTo>
                  <a:lnTo>
                    <a:pt x="520" y="4702"/>
                  </a:lnTo>
                  <a:lnTo>
                    <a:pt x="1" y="4770"/>
                  </a:lnTo>
                  <a:lnTo>
                    <a:pt x="1" y="5147"/>
                  </a:lnTo>
                  <a:lnTo>
                    <a:pt x="495" y="5048"/>
                  </a:lnTo>
                  <a:lnTo>
                    <a:pt x="1638" y="5666"/>
                  </a:lnTo>
                  <a:lnTo>
                    <a:pt x="2256" y="5635"/>
                  </a:lnTo>
                  <a:lnTo>
                    <a:pt x="2836" y="4986"/>
                  </a:lnTo>
                  <a:lnTo>
                    <a:pt x="4016" y="4554"/>
                  </a:lnTo>
                  <a:lnTo>
                    <a:pt x="2812" y="4770"/>
                  </a:lnTo>
                  <a:lnTo>
                    <a:pt x="2194" y="5418"/>
                  </a:lnTo>
                  <a:lnTo>
                    <a:pt x="1730" y="5388"/>
                  </a:lnTo>
                  <a:lnTo>
                    <a:pt x="711" y="4862"/>
                  </a:lnTo>
                  <a:lnTo>
                    <a:pt x="1360" y="4028"/>
                  </a:ln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3"/>
            <p:cNvSpPr/>
            <p:nvPr/>
          </p:nvSpPr>
          <p:spPr>
            <a:xfrm flipH="1">
              <a:off x="7590699" y="3472608"/>
              <a:ext cx="117187" cy="95738"/>
            </a:xfrm>
            <a:custGeom>
              <a:avLst/>
              <a:gdLst/>
              <a:ahLst/>
              <a:cxnLst/>
              <a:rect l="l" t="t" r="r" b="b"/>
              <a:pathLst>
                <a:path w="1694" h="1384" extrusionOk="0">
                  <a:moveTo>
                    <a:pt x="1311" y="581"/>
                  </a:moveTo>
                  <a:lnTo>
                    <a:pt x="1113" y="0"/>
                  </a:lnTo>
                  <a:cubicBezTo>
                    <a:pt x="928" y="154"/>
                    <a:pt x="711" y="352"/>
                    <a:pt x="680" y="457"/>
                  </a:cubicBezTo>
                  <a:cubicBezTo>
                    <a:pt x="619" y="643"/>
                    <a:pt x="1" y="1384"/>
                    <a:pt x="1" y="1384"/>
                  </a:cubicBezTo>
                  <a:lnTo>
                    <a:pt x="680" y="1106"/>
                  </a:lnTo>
                  <a:lnTo>
                    <a:pt x="1175" y="1044"/>
                  </a:lnTo>
                  <a:lnTo>
                    <a:pt x="1694" y="99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3"/>
            <p:cNvSpPr/>
            <p:nvPr/>
          </p:nvSpPr>
          <p:spPr>
            <a:xfrm flipH="1">
              <a:off x="7047517" y="3714930"/>
              <a:ext cx="658224" cy="925700"/>
            </a:xfrm>
            <a:custGeom>
              <a:avLst/>
              <a:gdLst/>
              <a:ahLst/>
              <a:cxnLst/>
              <a:rect l="l" t="t" r="r" b="b"/>
              <a:pathLst>
                <a:path w="9515" h="13382" extrusionOk="0">
                  <a:moveTo>
                    <a:pt x="248" y="8847"/>
                  </a:moveTo>
                  <a:cubicBezTo>
                    <a:pt x="495" y="8476"/>
                    <a:pt x="680" y="8291"/>
                    <a:pt x="927" y="7982"/>
                  </a:cubicBezTo>
                  <a:cubicBezTo>
                    <a:pt x="1175" y="7673"/>
                    <a:pt x="1669" y="6870"/>
                    <a:pt x="1669" y="6870"/>
                  </a:cubicBezTo>
                  <a:lnTo>
                    <a:pt x="1483" y="5634"/>
                  </a:lnTo>
                  <a:lnTo>
                    <a:pt x="2225" y="5017"/>
                  </a:lnTo>
                  <a:lnTo>
                    <a:pt x="2039" y="6005"/>
                  </a:lnTo>
                  <a:lnTo>
                    <a:pt x="2657" y="5882"/>
                  </a:lnTo>
                  <a:lnTo>
                    <a:pt x="2719" y="4763"/>
                  </a:lnTo>
                  <a:cubicBezTo>
                    <a:pt x="2719" y="4763"/>
                    <a:pt x="3522" y="5017"/>
                    <a:pt x="2966" y="3472"/>
                  </a:cubicBezTo>
                  <a:cubicBezTo>
                    <a:pt x="2410" y="1915"/>
                    <a:pt x="3306" y="945"/>
                    <a:pt x="3306" y="945"/>
                  </a:cubicBezTo>
                  <a:lnTo>
                    <a:pt x="4016" y="0"/>
                  </a:lnTo>
                  <a:cubicBezTo>
                    <a:pt x="4016" y="0"/>
                    <a:pt x="3522" y="1551"/>
                    <a:pt x="3584" y="1921"/>
                  </a:cubicBezTo>
                  <a:cubicBezTo>
                    <a:pt x="3646" y="2292"/>
                    <a:pt x="4634" y="2620"/>
                    <a:pt x="4634" y="2620"/>
                  </a:cubicBezTo>
                  <a:lnTo>
                    <a:pt x="5190" y="3033"/>
                  </a:lnTo>
                  <a:lnTo>
                    <a:pt x="4696" y="4590"/>
                  </a:lnTo>
                  <a:cubicBezTo>
                    <a:pt x="4696" y="4590"/>
                    <a:pt x="4387" y="5826"/>
                    <a:pt x="4573" y="6326"/>
                  </a:cubicBezTo>
                  <a:cubicBezTo>
                    <a:pt x="4758" y="6821"/>
                    <a:pt x="5561" y="7253"/>
                    <a:pt x="5561" y="7253"/>
                  </a:cubicBezTo>
                  <a:lnTo>
                    <a:pt x="5685" y="5332"/>
                  </a:lnTo>
                  <a:lnTo>
                    <a:pt x="6179" y="4467"/>
                  </a:lnTo>
                  <a:lnTo>
                    <a:pt x="6364" y="5702"/>
                  </a:lnTo>
                  <a:lnTo>
                    <a:pt x="7600" y="6629"/>
                  </a:lnTo>
                  <a:cubicBezTo>
                    <a:pt x="7600" y="6629"/>
                    <a:pt x="6920" y="8118"/>
                    <a:pt x="7291" y="8180"/>
                  </a:cubicBezTo>
                  <a:cubicBezTo>
                    <a:pt x="7662" y="8242"/>
                    <a:pt x="8341" y="7438"/>
                    <a:pt x="8341" y="7191"/>
                  </a:cubicBezTo>
                  <a:cubicBezTo>
                    <a:pt x="8341" y="6944"/>
                    <a:pt x="8959" y="6388"/>
                    <a:pt x="8835" y="7253"/>
                  </a:cubicBezTo>
                  <a:cubicBezTo>
                    <a:pt x="8712" y="8118"/>
                    <a:pt x="8465" y="9607"/>
                    <a:pt x="8465" y="9607"/>
                  </a:cubicBezTo>
                  <a:cubicBezTo>
                    <a:pt x="8465" y="9607"/>
                    <a:pt x="9515" y="10039"/>
                    <a:pt x="9391" y="10595"/>
                  </a:cubicBezTo>
                  <a:cubicBezTo>
                    <a:pt x="9268" y="11151"/>
                    <a:pt x="8650" y="11646"/>
                    <a:pt x="8650" y="12084"/>
                  </a:cubicBezTo>
                  <a:cubicBezTo>
                    <a:pt x="8650" y="12529"/>
                    <a:pt x="8094" y="13382"/>
                    <a:pt x="8094" y="13382"/>
                  </a:cubicBezTo>
                  <a:lnTo>
                    <a:pt x="4010" y="13382"/>
                  </a:lnTo>
                  <a:lnTo>
                    <a:pt x="1286" y="12270"/>
                  </a:lnTo>
                  <a:cubicBezTo>
                    <a:pt x="1298" y="12257"/>
                    <a:pt x="1" y="9224"/>
                    <a:pt x="248" y="88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3"/>
            <p:cNvSpPr/>
            <p:nvPr/>
          </p:nvSpPr>
          <p:spPr>
            <a:xfrm flipH="1">
              <a:off x="8519800" y="3956353"/>
              <a:ext cx="115457" cy="128320"/>
            </a:xfrm>
            <a:custGeom>
              <a:avLst/>
              <a:gdLst/>
              <a:ahLst/>
              <a:cxnLst/>
              <a:rect l="l" t="t" r="r" b="b"/>
              <a:pathLst>
                <a:path w="1669" h="1855" extrusionOk="0">
                  <a:moveTo>
                    <a:pt x="1051" y="773"/>
                  </a:moveTo>
                  <a:lnTo>
                    <a:pt x="1668" y="1638"/>
                  </a:lnTo>
                  <a:cubicBezTo>
                    <a:pt x="1668" y="1638"/>
                    <a:pt x="1112" y="1854"/>
                    <a:pt x="896" y="1638"/>
                  </a:cubicBezTo>
                  <a:cubicBezTo>
                    <a:pt x="680" y="1422"/>
                    <a:pt x="0" y="618"/>
                    <a:pt x="0" y="618"/>
                  </a:cubicBezTo>
                  <a:lnTo>
                    <a:pt x="247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3"/>
            <p:cNvSpPr/>
            <p:nvPr/>
          </p:nvSpPr>
          <p:spPr>
            <a:xfrm flipH="1">
              <a:off x="7561643" y="4434565"/>
              <a:ext cx="207325" cy="391600"/>
            </a:xfrm>
            <a:custGeom>
              <a:avLst/>
              <a:gdLst/>
              <a:ahLst/>
              <a:cxnLst/>
              <a:rect l="l" t="t" r="r" b="b"/>
              <a:pathLst>
                <a:path w="2997" h="5661" extrusionOk="0">
                  <a:moveTo>
                    <a:pt x="2997" y="5660"/>
                  </a:moveTo>
                  <a:lnTo>
                    <a:pt x="1668" y="5073"/>
                  </a:lnTo>
                  <a:lnTo>
                    <a:pt x="525" y="4239"/>
                  </a:lnTo>
                  <a:lnTo>
                    <a:pt x="340" y="3374"/>
                  </a:lnTo>
                  <a:lnTo>
                    <a:pt x="247" y="1854"/>
                  </a:lnTo>
                  <a:lnTo>
                    <a:pt x="834" y="1298"/>
                  </a:lnTo>
                  <a:lnTo>
                    <a:pt x="1551" y="186"/>
                  </a:lnTo>
                  <a:lnTo>
                    <a:pt x="1298" y="1"/>
                  </a:lnTo>
                  <a:cubicBezTo>
                    <a:pt x="1063" y="427"/>
                    <a:pt x="748" y="989"/>
                    <a:pt x="680" y="1138"/>
                  </a:cubicBezTo>
                  <a:cubicBezTo>
                    <a:pt x="556" y="1385"/>
                    <a:pt x="0" y="1786"/>
                    <a:pt x="0" y="1786"/>
                  </a:cubicBezTo>
                  <a:lnTo>
                    <a:pt x="186" y="3053"/>
                  </a:lnTo>
                  <a:lnTo>
                    <a:pt x="124" y="3393"/>
                  </a:lnTo>
                  <a:lnTo>
                    <a:pt x="371" y="4412"/>
                  </a:lnTo>
                  <a:lnTo>
                    <a:pt x="1576" y="52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3"/>
            <p:cNvSpPr/>
            <p:nvPr/>
          </p:nvSpPr>
          <p:spPr>
            <a:xfrm flipH="1">
              <a:off x="6994047" y="4732021"/>
              <a:ext cx="547125" cy="244534"/>
            </a:xfrm>
            <a:custGeom>
              <a:avLst/>
              <a:gdLst/>
              <a:ahLst/>
              <a:cxnLst/>
              <a:rect l="l" t="t" r="r" b="b"/>
              <a:pathLst>
                <a:path w="7909" h="3535" extrusionOk="0">
                  <a:moveTo>
                    <a:pt x="7581" y="2979"/>
                  </a:moveTo>
                  <a:lnTo>
                    <a:pt x="7000" y="1959"/>
                  </a:lnTo>
                  <a:lnTo>
                    <a:pt x="6098" y="1910"/>
                  </a:lnTo>
                  <a:lnTo>
                    <a:pt x="4140" y="1"/>
                  </a:lnTo>
                  <a:lnTo>
                    <a:pt x="2558" y="557"/>
                  </a:lnTo>
                  <a:lnTo>
                    <a:pt x="723" y="792"/>
                  </a:lnTo>
                  <a:lnTo>
                    <a:pt x="0" y="1348"/>
                  </a:lnTo>
                  <a:lnTo>
                    <a:pt x="742" y="928"/>
                  </a:lnTo>
                  <a:cubicBezTo>
                    <a:pt x="742" y="928"/>
                    <a:pt x="2422" y="674"/>
                    <a:pt x="2626" y="650"/>
                  </a:cubicBezTo>
                  <a:cubicBezTo>
                    <a:pt x="2836" y="631"/>
                    <a:pt x="3923" y="372"/>
                    <a:pt x="3923" y="372"/>
                  </a:cubicBezTo>
                  <a:cubicBezTo>
                    <a:pt x="3923" y="372"/>
                    <a:pt x="4319" y="952"/>
                    <a:pt x="4572" y="1206"/>
                  </a:cubicBezTo>
                  <a:cubicBezTo>
                    <a:pt x="4832" y="1459"/>
                    <a:pt x="5869" y="2386"/>
                    <a:pt x="5869" y="2386"/>
                  </a:cubicBezTo>
                  <a:cubicBezTo>
                    <a:pt x="5869" y="2386"/>
                    <a:pt x="6382" y="2318"/>
                    <a:pt x="6660" y="2367"/>
                  </a:cubicBezTo>
                  <a:cubicBezTo>
                    <a:pt x="6938" y="2410"/>
                    <a:pt x="6938" y="2898"/>
                    <a:pt x="6938" y="2898"/>
                  </a:cubicBezTo>
                  <a:lnTo>
                    <a:pt x="7179" y="3516"/>
                  </a:lnTo>
                  <a:lnTo>
                    <a:pt x="7908" y="353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3"/>
            <p:cNvSpPr/>
            <p:nvPr/>
          </p:nvSpPr>
          <p:spPr>
            <a:xfrm flipH="1">
              <a:off x="8375764" y="3731117"/>
              <a:ext cx="626195" cy="544546"/>
            </a:xfrm>
            <a:custGeom>
              <a:avLst/>
              <a:gdLst/>
              <a:ahLst/>
              <a:cxnLst/>
              <a:rect l="l" t="t" r="r" b="b"/>
              <a:pathLst>
                <a:path w="9052" h="7872" extrusionOk="0">
                  <a:moveTo>
                    <a:pt x="933" y="1212"/>
                  </a:moveTo>
                  <a:lnTo>
                    <a:pt x="2694" y="1706"/>
                  </a:lnTo>
                  <a:lnTo>
                    <a:pt x="3843" y="2756"/>
                  </a:lnTo>
                  <a:lnTo>
                    <a:pt x="4183" y="4925"/>
                  </a:lnTo>
                  <a:lnTo>
                    <a:pt x="3782" y="5604"/>
                  </a:lnTo>
                  <a:lnTo>
                    <a:pt x="4616" y="6605"/>
                  </a:lnTo>
                  <a:lnTo>
                    <a:pt x="4090" y="5666"/>
                  </a:lnTo>
                  <a:lnTo>
                    <a:pt x="4276" y="5388"/>
                  </a:lnTo>
                  <a:lnTo>
                    <a:pt x="4894" y="5851"/>
                  </a:lnTo>
                  <a:lnTo>
                    <a:pt x="5789" y="7563"/>
                  </a:lnTo>
                  <a:lnTo>
                    <a:pt x="7803" y="7872"/>
                  </a:lnTo>
                  <a:lnTo>
                    <a:pt x="9051" y="7501"/>
                  </a:lnTo>
                  <a:lnTo>
                    <a:pt x="7803" y="7717"/>
                  </a:lnTo>
                  <a:lnTo>
                    <a:pt x="5950" y="7439"/>
                  </a:lnTo>
                  <a:lnTo>
                    <a:pt x="5048" y="5851"/>
                  </a:lnTo>
                  <a:lnTo>
                    <a:pt x="4430" y="5079"/>
                  </a:lnTo>
                  <a:lnTo>
                    <a:pt x="4214" y="2664"/>
                  </a:lnTo>
                  <a:lnTo>
                    <a:pt x="3040" y="1521"/>
                  </a:lnTo>
                  <a:lnTo>
                    <a:pt x="1304" y="995"/>
                  </a:lnTo>
                  <a:lnTo>
                    <a:pt x="359" y="1"/>
                  </a:lnTo>
                  <a:lnTo>
                    <a:pt x="1" y="4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3"/>
            <p:cNvSpPr/>
            <p:nvPr/>
          </p:nvSpPr>
          <p:spPr>
            <a:xfrm flipH="1">
              <a:off x="8062938" y="4720538"/>
              <a:ext cx="1134788" cy="390631"/>
            </a:xfrm>
            <a:custGeom>
              <a:avLst/>
              <a:gdLst/>
              <a:ahLst/>
              <a:cxnLst/>
              <a:rect l="l" t="t" r="r" b="b"/>
              <a:pathLst>
                <a:path w="16404" h="5647" extrusionOk="0">
                  <a:moveTo>
                    <a:pt x="1" y="4442"/>
                  </a:moveTo>
                  <a:cubicBezTo>
                    <a:pt x="50" y="4300"/>
                    <a:pt x="2929" y="1650"/>
                    <a:pt x="3170" y="1477"/>
                  </a:cubicBezTo>
                  <a:cubicBezTo>
                    <a:pt x="3399" y="1291"/>
                    <a:pt x="6723" y="371"/>
                    <a:pt x="7001" y="284"/>
                  </a:cubicBezTo>
                  <a:cubicBezTo>
                    <a:pt x="7279" y="198"/>
                    <a:pt x="9515" y="0"/>
                    <a:pt x="9793" y="6"/>
                  </a:cubicBezTo>
                  <a:cubicBezTo>
                    <a:pt x="10071" y="12"/>
                    <a:pt x="12178" y="1674"/>
                    <a:pt x="12178" y="1674"/>
                  </a:cubicBezTo>
                  <a:lnTo>
                    <a:pt x="14909" y="2601"/>
                  </a:lnTo>
                  <a:lnTo>
                    <a:pt x="16404" y="4627"/>
                  </a:lnTo>
                  <a:cubicBezTo>
                    <a:pt x="16404" y="4627"/>
                    <a:pt x="13506" y="5647"/>
                    <a:pt x="12388" y="5628"/>
                  </a:cubicBezTo>
                  <a:cubicBezTo>
                    <a:pt x="11276" y="5616"/>
                    <a:pt x="5005" y="5554"/>
                    <a:pt x="4628" y="5499"/>
                  </a:cubicBezTo>
                  <a:cubicBezTo>
                    <a:pt x="4258" y="5443"/>
                    <a:pt x="1" y="4442"/>
                    <a:pt x="1" y="44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3"/>
            <p:cNvSpPr/>
            <p:nvPr/>
          </p:nvSpPr>
          <p:spPr>
            <a:xfrm flipH="1">
              <a:off x="8063353" y="4737624"/>
              <a:ext cx="1135203" cy="373545"/>
            </a:xfrm>
            <a:custGeom>
              <a:avLst/>
              <a:gdLst/>
              <a:ahLst/>
              <a:cxnLst/>
              <a:rect l="l" t="t" r="r" b="b"/>
              <a:pathLst>
                <a:path w="16410" h="5400" extrusionOk="0">
                  <a:moveTo>
                    <a:pt x="16410" y="4368"/>
                  </a:moveTo>
                  <a:lnTo>
                    <a:pt x="13938" y="3719"/>
                  </a:lnTo>
                  <a:lnTo>
                    <a:pt x="12758" y="4078"/>
                  </a:lnTo>
                  <a:lnTo>
                    <a:pt x="10998" y="3800"/>
                  </a:lnTo>
                  <a:lnTo>
                    <a:pt x="8928" y="3670"/>
                  </a:lnTo>
                  <a:lnTo>
                    <a:pt x="11615" y="2039"/>
                  </a:lnTo>
                  <a:lnTo>
                    <a:pt x="8261" y="2632"/>
                  </a:lnTo>
                  <a:lnTo>
                    <a:pt x="9713" y="1112"/>
                  </a:lnTo>
                  <a:lnTo>
                    <a:pt x="9855" y="0"/>
                  </a:lnTo>
                  <a:lnTo>
                    <a:pt x="9311" y="828"/>
                  </a:lnTo>
                  <a:lnTo>
                    <a:pt x="7915" y="865"/>
                  </a:lnTo>
                  <a:cubicBezTo>
                    <a:pt x="7915" y="865"/>
                    <a:pt x="6457" y="371"/>
                    <a:pt x="6098" y="284"/>
                  </a:cubicBezTo>
                  <a:cubicBezTo>
                    <a:pt x="5011" y="593"/>
                    <a:pt x="3337" y="1088"/>
                    <a:pt x="3164" y="1217"/>
                  </a:cubicBezTo>
                  <a:cubicBezTo>
                    <a:pt x="2935" y="1403"/>
                    <a:pt x="50" y="4047"/>
                    <a:pt x="1" y="4183"/>
                  </a:cubicBezTo>
                  <a:cubicBezTo>
                    <a:pt x="1" y="4183"/>
                    <a:pt x="4251" y="5190"/>
                    <a:pt x="4622" y="5233"/>
                  </a:cubicBezTo>
                  <a:cubicBezTo>
                    <a:pt x="4992" y="5289"/>
                    <a:pt x="11263" y="5344"/>
                    <a:pt x="12388" y="5369"/>
                  </a:cubicBezTo>
                  <a:cubicBezTo>
                    <a:pt x="13512" y="5400"/>
                    <a:pt x="16410" y="4368"/>
                    <a:pt x="16410" y="4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3"/>
            <p:cNvSpPr/>
            <p:nvPr/>
          </p:nvSpPr>
          <p:spPr>
            <a:xfrm flipH="1">
              <a:off x="7503013" y="4353422"/>
              <a:ext cx="1471959" cy="370155"/>
            </a:xfrm>
            <a:custGeom>
              <a:avLst/>
              <a:gdLst/>
              <a:ahLst/>
              <a:cxnLst/>
              <a:rect l="l" t="t" r="r" b="b"/>
              <a:pathLst>
                <a:path w="21278" h="5351" extrusionOk="0">
                  <a:moveTo>
                    <a:pt x="705" y="4943"/>
                  </a:moveTo>
                  <a:cubicBezTo>
                    <a:pt x="705" y="4943"/>
                    <a:pt x="1261" y="4294"/>
                    <a:pt x="1662" y="4294"/>
                  </a:cubicBezTo>
                  <a:cubicBezTo>
                    <a:pt x="2064" y="4294"/>
                    <a:pt x="4078" y="4232"/>
                    <a:pt x="4078" y="4232"/>
                  </a:cubicBezTo>
                  <a:lnTo>
                    <a:pt x="5437" y="3769"/>
                  </a:lnTo>
                  <a:lnTo>
                    <a:pt x="6642" y="3738"/>
                  </a:lnTo>
                  <a:cubicBezTo>
                    <a:pt x="6642" y="3738"/>
                    <a:pt x="6734" y="3522"/>
                    <a:pt x="6765" y="3398"/>
                  </a:cubicBezTo>
                  <a:cubicBezTo>
                    <a:pt x="6796" y="3274"/>
                    <a:pt x="7105" y="2595"/>
                    <a:pt x="7105" y="2595"/>
                  </a:cubicBezTo>
                  <a:cubicBezTo>
                    <a:pt x="7105" y="2595"/>
                    <a:pt x="8625" y="2440"/>
                    <a:pt x="8903" y="2502"/>
                  </a:cubicBezTo>
                  <a:cubicBezTo>
                    <a:pt x="9181" y="2564"/>
                    <a:pt x="9335" y="2811"/>
                    <a:pt x="9335" y="2811"/>
                  </a:cubicBezTo>
                  <a:lnTo>
                    <a:pt x="9922" y="3954"/>
                  </a:lnTo>
                  <a:cubicBezTo>
                    <a:pt x="9922" y="3954"/>
                    <a:pt x="10880" y="4170"/>
                    <a:pt x="11034" y="4170"/>
                  </a:cubicBezTo>
                  <a:cubicBezTo>
                    <a:pt x="11189" y="4170"/>
                    <a:pt x="11683" y="4417"/>
                    <a:pt x="11992" y="4294"/>
                  </a:cubicBezTo>
                  <a:cubicBezTo>
                    <a:pt x="12301" y="4170"/>
                    <a:pt x="13351" y="3552"/>
                    <a:pt x="13351" y="3552"/>
                  </a:cubicBezTo>
                  <a:lnTo>
                    <a:pt x="13815" y="2657"/>
                  </a:lnTo>
                  <a:cubicBezTo>
                    <a:pt x="13815" y="2657"/>
                    <a:pt x="14031" y="2039"/>
                    <a:pt x="14185" y="1761"/>
                  </a:cubicBezTo>
                  <a:cubicBezTo>
                    <a:pt x="14340" y="1483"/>
                    <a:pt x="14494" y="1112"/>
                    <a:pt x="14556" y="680"/>
                  </a:cubicBezTo>
                  <a:cubicBezTo>
                    <a:pt x="14618" y="247"/>
                    <a:pt x="14896" y="0"/>
                    <a:pt x="14896" y="0"/>
                  </a:cubicBezTo>
                  <a:lnTo>
                    <a:pt x="16508" y="340"/>
                  </a:lnTo>
                  <a:cubicBezTo>
                    <a:pt x="16508" y="340"/>
                    <a:pt x="16539" y="927"/>
                    <a:pt x="16724" y="1081"/>
                  </a:cubicBezTo>
                  <a:cubicBezTo>
                    <a:pt x="16910" y="1236"/>
                    <a:pt x="16848" y="1637"/>
                    <a:pt x="17188" y="1792"/>
                  </a:cubicBezTo>
                  <a:cubicBezTo>
                    <a:pt x="17528" y="1946"/>
                    <a:pt x="18893" y="2070"/>
                    <a:pt x="18893" y="2070"/>
                  </a:cubicBezTo>
                  <a:lnTo>
                    <a:pt x="19851" y="2039"/>
                  </a:lnTo>
                  <a:lnTo>
                    <a:pt x="20716" y="2996"/>
                  </a:lnTo>
                  <a:lnTo>
                    <a:pt x="21216" y="4547"/>
                  </a:lnTo>
                  <a:lnTo>
                    <a:pt x="21278" y="5350"/>
                  </a:lnTo>
                  <a:lnTo>
                    <a:pt x="0" y="5350"/>
                  </a:lnTo>
                  <a:cubicBezTo>
                    <a:pt x="0" y="5350"/>
                    <a:pt x="186" y="4918"/>
                    <a:pt x="278" y="4887"/>
                  </a:cubicBezTo>
                  <a:cubicBezTo>
                    <a:pt x="396" y="4850"/>
                    <a:pt x="705" y="4943"/>
                    <a:pt x="705" y="49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3"/>
            <p:cNvSpPr/>
            <p:nvPr/>
          </p:nvSpPr>
          <p:spPr>
            <a:xfrm flipH="1">
              <a:off x="7535881" y="4587582"/>
              <a:ext cx="1078408" cy="135583"/>
            </a:xfrm>
            <a:custGeom>
              <a:avLst/>
              <a:gdLst/>
              <a:ahLst/>
              <a:cxnLst/>
              <a:rect l="l" t="t" r="r" b="b"/>
              <a:pathLst>
                <a:path w="15589" h="1960" extrusionOk="0">
                  <a:moveTo>
                    <a:pt x="10479" y="1360"/>
                  </a:moveTo>
                  <a:cubicBezTo>
                    <a:pt x="10479" y="1360"/>
                    <a:pt x="10139" y="1391"/>
                    <a:pt x="9954" y="1403"/>
                  </a:cubicBezTo>
                  <a:cubicBezTo>
                    <a:pt x="9768" y="1422"/>
                    <a:pt x="8792" y="1453"/>
                    <a:pt x="8792" y="1453"/>
                  </a:cubicBezTo>
                  <a:lnTo>
                    <a:pt x="7977" y="1156"/>
                  </a:lnTo>
                  <a:lnTo>
                    <a:pt x="7093" y="1514"/>
                  </a:lnTo>
                  <a:lnTo>
                    <a:pt x="6370" y="1743"/>
                  </a:lnTo>
                  <a:lnTo>
                    <a:pt x="5579" y="1959"/>
                  </a:lnTo>
                  <a:lnTo>
                    <a:pt x="10837" y="1959"/>
                  </a:lnTo>
                  <a:lnTo>
                    <a:pt x="10701" y="1669"/>
                  </a:lnTo>
                  <a:close/>
                  <a:moveTo>
                    <a:pt x="15434" y="1341"/>
                  </a:moveTo>
                  <a:lnTo>
                    <a:pt x="14661" y="279"/>
                  </a:lnTo>
                  <a:lnTo>
                    <a:pt x="13611" y="1"/>
                  </a:lnTo>
                  <a:lnTo>
                    <a:pt x="11535" y="711"/>
                  </a:lnTo>
                  <a:lnTo>
                    <a:pt x="11492" y="1545"/>
                  </a:lnTo>
                  <a:lnTo>
                    <a:pt x="11615" y="1959"/>
                  </a:lnTo>
                  <a:lnTo>
                    <a:pt x="15588" y="1959"/>
                  </a:lnTo>
                  <a:close/>
                  <a:moveTo>
                    <a:pt x="4115" y="1144"/>
                  </a:moveTo>
                  <a:cubicBezTo>
                    <a:pt x="4115" y="1144"/>
                    <a:pt x="3541" y="1051"/>
                    <a:pt x="3343" y="1156"/>
                  </a:cubicBezTo>
                  <a:cubicBezTo>
                    <a:pt x="3139" y="1267"/>
                    <a:pt x="2447" y="1483"/>
                    <a:pt x="2447" y="1483"/>
                  </a:cubicBezTo>
                  <a:lnTo>
                    <a:pt x="1613" y="1959"/>
                  </a:lnTo>
                  <a:lnTo>
                    <a:pt x="5283" y="1959"/>
                  </a:lnTo>
                  <a:lnTo>
                    <a:pt x="6519" y="1527"/>
                  </a:lnTo>
                  <a:close/>
                  <a:moveTo>
                    <a:pt x="1422" y="927"/>
                  </a:moveTo>
                  <a:lnTo>
                    <a:pt x="495" y="1032"/>
                  </a:lnTo>
                  <a:lnTo>
                    <a:pt x="1" y="1168"/>
                  </a:lnTo>
                  <a:cubicBezTo>
                    <a:pt x="1" y="1267"/>
                    <a:pt x="229" y="1465"/>
                    <a:pt x="229" y="1465"/>
                  </a:cubicBezTo>
                  <a:lnTo>
                    <a:pt x="878" y="1632"/>
                  </a:lnTo>
                  <a:lnTo>
                    <a:pt x="2021" y="1144"/>
                  </a:lnTo>
                  <a:close/>
                </a:path>
              </a:pathLst>
            </a:custGeom>
            <a:solidFill>
              <a:srgbClr val="000000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3"/>
            <p:cNvSpPr/>
            <p:nvPr/>
          </p:nvSpPr>
          <p:spPr>
            <a:xfrm flipH="1">
              <a:off x="7839780" y="4599134"/>
              <a:ext cx="686863" cy="124446"/>
            </a:xfrm>
            <a:custGeom>
              <a:avLst/>
              <a:gdLst/>
              <a:ahLst/>
              <a:cxnLst/>
              <a:rect l="l" t="t" r="r" b="b"/>
              <a:pathLst>
                <a:path w="9929" h="1799" extrusionOk="0">
                  <a:moveTo>
                    <a:pt x="8773" y="649"/>
                  </a:moveTo>
                  <a:cubicBezTo>
                    <a:pt x="8588" y="532"/>
                    <a:pt x="7982" y="303"/>
                    <a:pt x="7982" y="303"/>
                  </a:cubicBezTo>
                  <a:lnTo>
                    <a:pt x="7383" y="371"/>
                  </a:lnTo>
                  <a:lnTo>
                    <a:pt x="6895" y="0"/>
                  </a:lnTo>
                  <a:cubicBezTo>
                    <a:pt x="6895" y="0"/>
                    <a:pt x="6833" y="31"/>
                    <a:pt x="6747" y="87"/>
                  </a:cubicBezTo>
                  <a:lnTo>
                    <a:pt x="7309" y="464"/>
                  </a:lnTo>
                  <a:lnTo>
                    <a:pt x="7958" y="439"/>
                  </a:lnTo>
                  <a:lnTo>
                    <a:pt x="8631" y="742"/>
                  </a:lnTo>
                  <a:lnTo>
                    <a:pt x="9928" y="1298"/>
                  </a:lnTo>
                  <a:cubicBezTo>
                    <a:pt x="9928" y="1298"/>
                    <a:pt x="8958" y="767"/>
                    <a:pt x="8773" y="649"/>
                  </a:cubicBezTo>
                  <a:close/>
                  <a:moveTo>
                    <a:pt x="1495" y="1045"/>
                  </a:moveTo>
                  <a:lnTo>
                    <a:pt x="1193" y="556"/>
                  </a:lnTo>
                  <a:lnTo>
                    <a:pt x="593" y="581"/>
                  </a:lnTo>
                  <a:lnTo>
                    <a:pt x="167" y="186"/>
                  </a:lnTo>
                  <a:lnTo>
                    <a:pt x="0" y="192"/>
                  </a:lnTo>
                  <a:lnTo>
                    <a:pt x="383" y="637"/>
                  </a:lnTo>
                  <a:lnTo>
                    <a:pt x="266" y="1051"/>
                  </a:lnTo>
                  <a:lnTo>
                    <a:pt x="433" y="1286"/>
                  </a:lnTo>
                  <a:lnTo>
                    <a:pt x="593" y="1675"/>
                  </a:lnTo>
                  <a:lnTo>
                    <a:pt x="569" y="1261"/>
                  </a:lnTo>
                  <a:lnTo>
                    <a:pt x="451" y="1051"/>
                  </a:lnTo>
                  <a:lnTo>
                    <a:pt x="593" y="748"/>
                  </a:lnTo>
                  <a:lnTo>
                    <a:pt x="1125" y="680"/>
                  </a:lnTo>
                  <a:lnTo>
                    <a:pt x="1403" y="1119"/>
                  </a:lnTo>
                  <a:lnTo>
                    <a:pt x="2076" y="1421"/>
                  </a:lnTo>
                  <a:lnTo>
                    <a:pt x="2237" y="1798"/>
                  </a:lnTo>
                  <a:lnTo>
                    <a:pt x="2416" y="1798"/>
                  </a:lnTo>
                  <a:lnTo>
                    <a:pt x="2175" y="1329"/>
                  </a:lnTo>
                  <a:close/>
                </a:path>
              </a:pathLst>
            </a:custGeom>
            <a:solidFill>
              <a:srgbClr val="000000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3"/>
            <p:cNvSpPr/>
            <p:nvPr/>
          </p:nvSpPr>
          <p:spPr>
            <a:xfrm flipH="1">
              <a:off x="5168" y="4240117"/>
              <a:ext cx="4223714" cy="1007811"/>
            </a:xfrm>
            <a:custGeom>
              <a:avLst/>
              <a:gdLst/>
              <a:ahLst/>
              <a:cxnLst/>
              <a:rect l="l" t="t" r="r" b="b"/>
              <a:pathLst>
                <a:path w="84950" h="14569" extrusionOk="0">
                  <a:moveTo>
                    <a:pt x="17263" y="8768"/>
                  </a:moveTo>
                  <a:lnTo>
                    <a:pt x="9991" y="9293"/>
                  </a:lnTo>
                  <a:lnTo>
                    <a:pt x="12104" y="10992"/>
                  </a:lnTo>
                  <a:lnTo>
                    <a:pt x="3183" y="13778"/>
                  </a:lnTo>
                  <a:lnTo>
                    <a:pt x="1" y="14556"/>
                  </a:lnTo>
                  <a:lnTo>
                    <a:pt x="17361" y="14556"/>
                  </a:lnTo>
                  <a:lnTo>
                    <a:pt x="20321" y="12666"/>
                  </a:lnTo>
                  <a:lnTo>
                    <a:pt x="28822" y="11696"/>
                  </a:lnTo>
                  <a:lnTo>
                    <a:pt x="26734" y="10016"/>
                  </a:lnTo>
                  <a:close/>
                  <a:moveTo>
                    <a:pt x="45558" y="4449"/>
                  </a:moveTo>
                  <a:lnTo>
                    <a:pt x="42309" y="2311"/>
                  </a:lnTo>
                  <a:lnTo>
                    <a:pt x="54115" y="1"/>
                  </a:lnTo>
                  <a:lnTo>
                    <a:pt x="28167" y="1"/>
                  </a:lnTo>
                  <a:lnTo>
                    <a:pt x="27710" y="273"/>
                  </a:lnTo>
                  <a:lnTo>
                    <a:pt x="13494" y="409"/>
                  </a:lnTo>
                  <a:lnTo>
                    <a:pt x="6389" y="3479"/>
                  </a:lnTo>
                  <a:lnTo>
                    <a:pt x="16151" y="5147"/>
                  </a:lnTo>
                  <a:cubicBezTo>
                    <a:pt x="16707" y="5147"/>
                    <a:pt x="21729" y="4869"/>
                    <a:pt x="21729" y="4869"/>
                  </a:cubicBezTo>
                  <a:lnTo>
                    <a:pt x="27302" y="5425"/>
                  </a:lnTo>
                  <a:lnTo>
                    <a:pt x="31343" y="4591"/>
                  </a:lnTo>
                  <a:lnTo>
                    <a:pt x="39708" y="5425"/>
                  </a:lnTo>
                  <a:close/>
                  <a:moveTo>
                    <a:pt x="43186" y="12252"/>
                  </a:moveTo>
                  <a:lnTo>
                    <a:pt x="38583" y="11554"/>
                  </a:lnTo>
                  <a:lnTo>
                    <a:pt x="35939" y="12808"/>
                  </a:lnTo>
                  <a:cubicBezTo>
                    <a:pt x="35939" y="12808"/>
                    <a:pt x="33425" y="14056"/>
                    <a:pt x="33147" y="14482"/>
                  </a:cubicBezTo>
                  <a:lnTo>
                    <a:pt x="33517" y="14569"/>
                  </a:lnTo>
                  <a:lnTo>
                    <a:pt x="54152" y="14569"/>
                  </a:lnTo>
                  <a:lnTo>
                    <a:pt x="51823" y="13784"/>
                  </a:lnTo>
                  <a:close/>
                  <a:moveTo>
                    <a:pt x="78271" y="4097"/>
                  </a:moveTo>
                  <a:lnTo>
                    <a:pt x="84950" y="3652"/>
                  </a:lnTo>
                  <a:lnTo>
                    <a:pt x="84950" y="1786"/>
                  </a:lnTo>
                  <a:lnTo>
                    <a:pt x="79526" y="2441"/>
                  </a:lnTo>
                  <a:lnTo>
                    <a:pt x="65421" y="4393"/>
                  </a:lnTo>
                  <a:lnTo>
                    <a:pt x="54609" y="7476"/>
                  </a:lnTo>
                  <a:lnTo>
                    <a:pt x="60565" y="9219"/>
                  </a:lnTo>
                  <a:lnTo>
                    <a:pt x="66990" y="12203"/>
                  </a:lnTo>
                  <a:lnTo>
                    <a:pt x="77647" y="14464"/>
                  </a:lnTo>
                  <a:lnTo>
                    <a:pt x="84950" y="14396"/>
                  </a:lnTo>
                  <a:lnTo>
                    <a:pt x="84950" y="9373"/>
                  </a:lnTo>
                  <a:lnTo>
                    <a:pt x="79995" y="9015"/>
                  </a:lnTo>
                  <a:lnTo>
                    <a:pt x="66360" y="7075"/>
                  </a:lnTo>
                  <a:lnTo>
                    <a:pt x="72470" y="491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029;p69">
            <a:extLst>
              <a:ext uri="{FF2B5EF4-FFF2-40B4-BE49-F238E27FC236}">
                <a16:creationId xmlns:a16="http://schemas.microsoft.com/office/drawing/2014/main" id="{1E086EA0-D484-1234-8E15-B99137CBDCDA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639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US"/>
              <a:t>Engagement Loop</a:t>
            </a:r>
          </a:p>
        </p:txBody>
      </p:sp>
      <p:sp>
        <p:nvSpPr>
          <p:cNvPr id="9" name="Google Shape;2030;p69">
            <a:extLst>
              <a:ext uri="{FF2B5EF4-FFF2-40B4-BE49-F238E27FC236}">
                <a16:creationId xmlns:a16="http://schemas.microsoft.com/office/drawing/2014/main" id="{6B543782-4407-C78E-9004-6DAE30D73312}"/>
              </a:ext>
            </a:extLst>
          </p:cNvPr>
          <p:cNvSpPr txBox="1"/>
          <p:nvPr/>
        </p:nvSpPr>
        <p:spPr>
          <a:xfrm flipH="1">
            <a:off x="206479" y="3716264"/>
            <a:ext cx="2759804" cy="729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ea typeface="Barlow"/>
                <a:sym typeface="Barlow"/>
              </a:rPr>
              <a:t>Players earn achievements for special feats.</a:t>
            </a:r>
            <a:endParaRPr lang="en">
              <a:solidFill>
                <a:schemeClr val="dk1"/>
              </a:solidFill>
            </a:endParaRPr>
          </a:p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ea typeface="Barlow"/>
                <a:sym typeface="Barlow"/>
              </a:rPr>
              <a:t>Leaderboards encourage them to improve and beat records.</a:t>
            </a:r>
            <a:endParaRPr lang="en">
              <a:solidFill>
                <a:schemeClr val="dk1"/>
              </a:solidFill>
              <a:sym typeface="Barlow"/>
            </a:endParaRPr>
          </a:p>
          <a:p>
            <a:endParaRPr lang="en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11" name="Google Shape;2031;p69">
            <a:extLst>
              <a:ext uri="{FF2B5EF4-FFF2-40B4-BE49-F238E27FC236}">
                <a16:creationId xmlns:a16="http://schemas.microsoft.com/office/drawing/2014/main" id="{0752C7D1-8534-1000-144E-CF2B5295110A}"/>
              </a:ext>
            </a:extLst>
          </p:cNvPr>
          <p:cNvSpPr txBox="1"/>
          <p:nvPr/>
        </p:nvSpPr>
        <p:spPr>
          <a:xfrm>
            <a:off x="363847" y="2912311"/>
            <a:ext cx="1376609" cy="63652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nton"/>
                <a:sym typeface="Anton"/>
              </a:rPr>
              <a:t>Compete</a:t>
            </a:r>
            <a:endParaRPr lang="en-US"/>
          </a:p>
        </p:txBody>
      </p:sp>
      <p:sp>
        <p:nvSpPr>
          <p:cNvPr id="13" name="Google Shape;2032;p69">
            <a:extLst>
              <a:ext uri="{FF2B5EF4-FFF2-40B4-BE49-F238E27FC236}">
                <a16:creationId xmlns:a16="http://schemas.microsoft.com/office/drawing/2014/main" id="{C826A165-04BE-6105-EB80-FEA7B4D1D543}"/>
              </a:ext>
            </a:extLst>
          </p:cNvPr>
          <p:cNvSpPr txBox="1"/>
          <p:nvPr/>
        </p:nvSpPr>
        <p:spPr>
          <a:xfrm flipH="1">
            <a:off x="6043689" y="3227590"/>
            <a:ext cx="3132522" cy="1897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sym typeface="Barlow"/>
              </a:rPr>
              <a:t>Players reflect on what worked and what didn’t.</a:t>
            </a:r>
            <a:endParaRPr lang="en-US">
              <a:solidFill>
                <a:schemeClr val="dk1"/>
              </a:solidFill>
              <a:sym typeface="Barlow"/>
            </a:endParaRPr>
          </a:p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sym typeface="Barlow"/>
              </a:rPr>
              <a:t>They may change their loadout, tactics, or movement patterns.</a:t>
            </a:r>
          </a:p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sym typeface="Barlow"/>
              </a:rPr>
              <a:t>Learning and optimization keeps them engaged as they chase mastery and try new strategies.</a:t>
            </a:r>
            <a:endParaRPr lang="en">
              <a:solidFill>
                <a:schemeClr val="dk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15" name="Google Shape;2033;p69">
            <a:extLst>
              <a:ext uri="{FF2B5EF4-FFF2-40B4-BE49-F238E27FC236}">
                <a16:creationId xmlns:a16="http://schemas.microsoft.com/office/drawing/2014/main" id="{900DA101-2CAD-65A5-866A-F6761B304EEE}"/>
              </a:ext>
            </a:extLst>
          </p:cNvPr>
          <p:cNvSpPr txBox="1"/>
          <p:nvPr/>
        </p:nvSpPr>
        <p:spPr>
          <a:xfrm>
            <a:off x="6325297" y="2821203"/>
            <a:ext cx="1857000" cy="64480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nton"/>
                <a:sym typeface="Anton"/>
              </a:rPr>
              <a:t>Improve</a:t>
            </a:r>
            <a:endParaRPr lang="en-US"/>
          </a:p>
        </p:txBody>
      </p:sp>
      <p:sp>
        <p:nvSpPr>
          <p:cNvPr id="19" name="Google Shape;2035;p69">
            <a:extLst>
              <a:ext uri="{FF2B5EF4-FFF2-40B4-BE49-F238E27FC236}">
                <a16:creationId xmlns:a16="http://schemas.microsoft.com/office/drawing/2014/main" id="{E2CD1DED-F68E-2304-788D-A47FE80C095B}"/>
              </a:ext>
            </a:extLst>
          </p:cNvPr>
          <p:cNvSpPr txBox="1"/>
          <p:nvPr/>
        </p:nvSpPr>
        <p:spPr>
          <a:xfrm>
            <a:off x="264456" y="949117"/>
            <a:ext cx="1384892" cy="56197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2400">
                <a:solidFill>
                  <a:schemeClr val="dk1"/>
                </a:solidFill>
                <a:latin typeface="Anton"/>
                <a:sym typeface="Anton"/>
              </a:rPr>
              <a:t>Explore</a:t>
            </a:r>
            <a:endParaRPr lang="en" sz="2400">
              <a:solidFill>
                <a:schemeClr val="dk1"/>
              </a:solidFill>
              <a:latin typeface="Anton"/>
            </a:endParaRPr>
          </a:p>
        </p:txBody>
      </p:sp>
      <p:sp>
        <p:nvSpPr>
          <p:cNvPr id="25" name="Google Shape;2038;p69">
            <a:extLst>
              <a:ext uri="{FF2B5EF4-FFF2-40B4-BE49-F238E27FC236}">
                <a16:creationId xmlns:a16="http://schemas.microsoft.com/office/drawing/2014/main" id="{DD34BDB8-BB13-3441-56F6-A3482CFD845A}"/>
              </a:ext>
            </a:extLst>
          </p:cNvPr>
          <p:cNvSpPr/>
          <p:nvPr/>
        </p:nvSpPr>
        <p:spPr>
          <a:xfrm>
            <a:off x="3097688" y="1584825"/>
            <a:ext cx="843300" cy="843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sz="28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" name="Google Shape;2039;p69">
            <a:extLst>
              <a:ext uri="{FF2B5EF4-FFF2-40B4-BE49-F238E27FC236}">
                <a16:creationId xmlns:a16="http://schemas.microsoft.com/office/drawing/2014/main" id="{28CF342D-40CE-2F38-CF8D-5AA08EA46C7E}"/>
              </a:ext>
            </a:extLst>
          </p:cNvPr>
          <p:cNvSpPr/>
          <p:nvPr/>
        </p:nvSpPr>
        <p:spPr>
          <a:xfrm>
            <a:off x="5209788" y="1584825"/>
            <a:ext cx="843300" cy="843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sz="100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9" name="Google Shape;2040;p69">
            <a:extLst>
              <a:ext uri="{FF2B5EF4-FFF2-40B4-BE49-F238E27FC236}">
                <a16:creationId xmlns:a16="http://schemas.microsoft.com/office/drawing/2014/main" id="{1E443E9F-5F25-88A7-5756-7BACEC53F54A}"/>
              </a:ext>
            </a:extLst>
          </p:cNvPr>
          <p:cNvSpPr/>
          <p:nvPr/>
        </p:nvSpPr>
        <p:spPr>
          <a:xfrm>
            <a:off x="3097688" y="3393025"/>
            <a:ext cx="843300" cy="843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 sz="100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1" name="Google Shape;2041;p69">
            <a:extLst>
              <a:ext uri="{FF2B5EF4-FFF2-40B4-BE49-F238E27FC236}">
                <a16:creationId xmlns:a16="http://schemas.microsoft.com/office/drawing/2014/main" id="{19C8E72F-1E40-F064-CB04-1300A4EA2B79}"/>
              </a:ext>
            </a:extLst>
          </p:cNvPr>
          <p:cNvSpPr/>
          <p:nvPr/>
        </p:nvSpPr>
        <p:spPr>
          <a:xfrm>
            <a:off x="5209788" y="3393025"/>
            <a:ext cx="843300" cy="843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 sz="1000">
              <a:latin typeface="Anton"/>
              <a:ea typeface="Anton"/>
              <a:cs typeface="Anton"/>
              <a:sym typeface="Anton"/>
            </a:endParaRPr>
          </a:p>
        </p:txBody>
      </p:sp>
      <p:cxnSp>
        <p:nvCxnSpPr>
          <p:cNvPr id="33" name="Google Shape;2042;p69">
            <a:extLst>
              <a:ext uri="{FF2B5EF4-FFF2-40B4-BE49-F238E27FC236}">
                <a16:creationId xmlns:a16="http://schemas.microsoft.com/office/drawing/2014/main" id="{84C6D73F-E08E-B225-FAFF-65E099877285}"/>
              </a:ext>
            </a:extLst>
          </p:cNvPr>
          <p:cNvCxnSpPr/>
          <p:nvPr/>
        </p:nvCxnSpPr>
        <p:spPr>
          <a:xfrm>
            <a:off x="3940988" y="2006475"/>
            <a:ext cx="1268700" cy="6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" name="Google Shape;2043;p69">
            <a:extLst>
              <a:ext uri="{FF2B5EF4-FFF2-40B4-BE49-F238E27FC236}">
                <a16:creationId xmlns:a16="http://schemas.microsoft.com/office/drawing/2014/main" id="{EDCDE3AB-BE14-B92E-0BA0-05EB22A1F0F1}"/>
              </a:ext>
            </a:extLst>
          </p:cNvPr>
          <p:cNvCxnSpPr/>
          <p:nvPr/>
        </p:nvCxnSpPr>
        <p:spPr>
          <a:xfrm rot="5400000">
            <a:off x="4084755" y="1854525"/>
            <a:ext cx="964800" cy="21120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2044;p69">
            <a:extLst>
              <a:ext uri="{FF2B5EF4-FFF2-40B4-BE49-F238E27FC236}">
                <a16:creationId xmlns:a16="http://schemas.microsoft.com/office/drawing/2014/main" id="{44DADFE1-6F80-E128-D118-6733D5EE418C}"/>
              </a:ext>
            </a:extLst>
          </p:cNvPr>
          <p:cNvCxnSpPr>
            <a:cxnSpLocks/>
          </p:cNvCxnSpPr>
          <p:nvPr/>
        </p:nvCxnSpPr>
        <p:spPr>
          <a:xfrm>
            <a:off x="3940988" y="3806392"/>
            <a:ext cx="1268700" cy="6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4" name="Google Shape;3531;p81">
            <a:extLst>
              <a:ext uri="{FF2B5EF4-FFF2-40B4-BE49-F238E27FC236}">
                <a16:creationId xmlns:a16="http://schemas.microsoft.com/office/drawing/2014/main" id="{D5D75AFC-9A7F-5A23-0E29-58252973592C}"/>
              </a:ext>
            </a:extLst>
          </p:cNvPr>
          <p:cNvSpPr/>
          <p:nvPr/>
        </p:nvSpPr>
        <p:spPr>
          <a:xfrm rot="13200000" flipV="1">
            <a:off x="3831093" y="2351368"/>
            <a:ext cx="935854" cy="647957"/>
          </a:xfrm>
          <a:custGeom>
            <a:avLst/>
            <a:gdLst/>
            <a:ahLst/>
            <a:cxnLst/>
            <a:rect l="l" t="t" r="r" b="b"/>
            <a:pathLst>
              <a:path w="1616" h="1465" extrusionOk="0">
                <a:moveTo>
                  <a:pt x="887" y="0"/>
                </a:moveTo>
                <a:lnTo>
                  <a:pt x="692" y="188"/>
                </a:lnTo>
                <a:lnTo>
                  <a:pt x="1104" y="599"/>
                </a:lnTo>
                <a:lnTo>
                  <a:pt x="0" y="599"/>
                </a:lnTo>
                <a:lnTo>
                  <a:pt x="0" y="866"/>
                </a:lnTo>
                <a:lnTo>
                  <a:pt x="1104" y="866"/>
                </a:lnTo>
                <a:lnTo>
                  <a:pt x="692" y="1269"/>
                </a:lnTo>
                <a:lnTo>
                  <a:pt x="887" y="1464"/>
                </a:lnTo>
                <a:lnTo>
                  <a:pt x="1616" y="729"/>
                </a:lnTo>
                <a:lnTo>
                  <a:pt x="887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>
                    <a:lumMod val="25000"/>
                    <a:lumOff val="75000"/>
                  </a:schemeClr>
                </a:solidFill>
              </a:rPr>
              <a:t>Repeat</a:t>
            </a:r>
          </a:p>
        </p:txBody>
      </p:sp>
      <p:sp>
        <p:nvSpPr>
          <p:cNvPr id="916" name="Google Shape;3533;p81">
            <a:extLst>
              <a:ext uri="{FF2B5EF4-FFF2-40B4-BE49-F238E27FC236}">
                <a16:creationId xmlns:a16="http://schemas.microsoft.com/office/drawing/2014/main" id="{BCED2905-C603-196D-E686-EDAC6D58A493}"/>
              </a:ext>
            </a:extLst>
          </p:cNvPr>
          <p:cNvSpPr/>
          <p:nvPr/>
        </p:nvSpPr>
        <p:spPr>
          <a:xfrm rot="13200000">
            <a:off x="5063601" y="3291500"/>
            <a:ext cx="130302" cy="107228"/>
          </a:xfrm>
          <a:custGeom>
            <a:avLst/>
            <a:gdLst/>
            <a:ahLst/>
            <a:cxnLst/>
            <a:rect l="l" t="t" r="r" b="b"/>
            <a:pathLst>
              <a:path w="225" h="268" extrusionOk="0">
                <a:moveTo>
                  <a:pt x="1" y="1"/>
                </a:moveTo>
                <a:lnTo>
                  <a:pt x="1" y="268"/>
                </a:lnTo>
                <a:lnTo>
                  <a:pt x="224" y="268"/>
                </a:lnTo>
                <a:lnTo>
                  <a:pt x="224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033;p69">
            <a:extLst>
              <a:ext uri="{FF2B5EF4-FFF2-40B4-BE49-F238E27FC236}">
                <a16:creationId xmlns:a16="http://schemas.microsoft.com/office/drawing/2014/main" id="{E5BDACEB-08B5-67E5-4D47-9DE514982734}"/>
              </a:ext>
            </a:extLst>
          </p:cNvPr>
          <p:cNvSpPr txBox="1"/>
          <p:nvPr/>
        </p:nvSpPr>
        <p:spPr>
          <a:xfrm>
            <a:off x="6468172" y="2964078"/>
            <a:ext cx="1857000" cy="64480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sz="2400">
              <a:solidFill>
                <a:schemeClr val="dk1"/>
              </a:solidFill>
              <a:latin typeface="Anton"/>
            </a:endParaRPr>
          </a:p>
        </p:txBody>
      </p:sp>
      <p:sp>
        <p:nvSpPr>
          <p:cNvPr id="8" name="Google Shape;2034;p69">
            <a:extLst>
              <a:ext uri="{FF2B5EF4-FFF2-40B4-BE49-F238E27FC236}">
                <a16:creationId xmlns:a16="http://schemas.microsoft.com/office/drawing/2014/main" id="{9C540E78-19FF-BE59-81B5-9A1899C5081C}"/>
              </a:ext>
            </a:extLst>
          </p:cNvPr>
          <p:cNvSpPr txBox="1"/>
          <p:nvPr/>
        </p:nvSpPr>
        <p:spPr>
          <a:xfrm flipH="1">
            <a:off x="407332" y="1841398"/>
            <a:ext cx="2834347" cy="1127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sym typeface="Barlow"/>
              </a:rPr>
              <a:t>Players start a new round and explore the environment.</a:t>
            </a:r>
            <a:endParaRPr lang="en">
              <a:solidFill>
                <a:schemeClr val="dk1"/>
              </a:solidFill>
            </a:endParaRPr>
          </a:p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sym typeface="Barlow"/>
              </a:rPr>
              <a:t>They search for weapons, resources, and strategic positions.</a:t>
            </a:r>
            <a:endParaRPr lang="en">
              <a:solidFill>
                <a:schemeClr val="dk1"/>
              </a:solidFill>
            </a:endParaRPr>
          </a:p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sym typeface="Barlow"/>
              </a:rPr>
              <a:t>Discovery creates excitement and variety.</a:t>
            </a:r>
            <a:endParaRPr lang="en">
              <a:solidFill>
                <a:schemeClr val="dk1"/>
              </a:solidFill>
              <a:latin typeface="Barlow"/>
            </a:endParaRPr>
          </a:p>
          <a:p>
            <a:endParaRPr lang="en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12" name="Google Shape;2036;p69">
            <a:extLst>
              <a:ext uri="{FF2B5EF4-FFF2-40B4-BE49-F238E27FC236}">
                <a16:creationId xmlns:a16="http://schemas.microsoft.com/office/drawing/2014/main" id="{2BCCA872-3098-C62F-8E68-BA3CAD49355E}"/>
              </a:ext>
            </a:extLst>
          </p:cNvPr>
          <p:cNvSpPr txBox="1"/>
          <p:nvPr/>
        </p:nvSpPr>
        <p:spPr>
          <a:xfrm flipH="1">
            <a:off x="6146921" y="1583392"/>
            <a:ext cx="2900609" cy="146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sym typeface="Barlow"/>
              </a:rPr>
              <a:t>Different weapons and rooms allow for individual strategies.</a:t>
            </a:r>
            <a:endParaRPr lang="en-US">
              <a:solidFill>
                <a:schemeClr val="dk1"/>
              </a:solidFill>
              <a:sym typeface="Barlow"/>
            </a:endParaRPr>
          </a:p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sym typeface="Barlow"/>
              </a:rPr>
              <a:t>Players decide how to approach the game — defensive or offensive</a:t>
            </a:r>
            <a:endParaRPr lang="en">
              <a:solidFill>
                <a:schemeClr val="dk1"/>
              </a:solidFill>
            </a:endParaRPr>
          </a:p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sym typeface="Barlow"/>
              </a:rPr>
              <a:t>Personalization increases identification and engagement.</a:t>
            </a:r>
            <a:endParaRPr lang="en">
              <a:solidFill>
                <a:schemeClr val="dk1"/>
              </a:solidFill>
            </a:endParaRPr>
          </a:p>
          <a:p>
            <a:endParaRPr lang="en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14" name="Google Shape;2037;p69">
            <a:extLst>
              <a:ext uri="{FF2B5EF4-FFF2-40B4-BE49-F238E27FC236}">
                <a16:creationId xmlns:a16="http://schemas.microsoft.com/office/drawing/2014/main" id="{F558550B-2E80-7121-C7B6-AE1760CA0AA9}"/>
              </a:ext>
            </a:extLst>
          </p:cNvPr>
          <p:cNvSpPr txBox="1"/>
          <p:nvPr/>
        </p:nvSpPr>
        <p:spPr>
          <a:xfrm>
            <a:off x="6428530" y="999524"/>
            <a:ext cx="1848718" cy="58682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400">
                <a:solidFill>
                  <a:schemeClr val="dk1"/>
                </a:solidFill>
                <a:latin typeface="Anton"/>
                <a:sym typeface="Anton"/>
              </a:rPr>
              <a:t>Express </a:t>
            </a:r>
            <a:endParaRPr lang="en-US">
              <a:solidFill>
                <a:schemeClr val="dk1"/>
              </a:solidFill>
              <a:latin typeface="Anton"/>
            </a:endParaRPr>
          </a:p>
        </p:txBody>
      </p:sp>
      <p:sp>
        <p:nvSpPr>
          <p:cNvPr id="32" name="Google Shape;3533;p81">
            <a:extLst>
              <a:ext uri="{FF2B5EF4-FFF2-40B4-BE49-F238E27FC236}">
                <a16:creationId xmlns:a16="http://schemas.microsoft.com/office/drawing/2014/main" id="{D412E3BE-4663-65B7-1F93-09FC7B928F92}"/>
              </a:ext>
            </a:extLst>
          </p:cNvPr>
          <p:cNvSpPr/>
          <p:nvPr/>
        </p:nvSpPr>
        <p:spPr>
          <a:xfrm rot="13200000">
            <a:off x="5206475" y="3434374"/>
            <a:ext cx="130302" cy="107228"/>
          </a:xfrm>
          <a:custGeom>
            <a:avLst/>
            <a:gdLst/>
            <a:ahLst/>
            <a:cxnLst/>
            <a:rect l="l" t="t" r="r" b="b"/>
            <a:pathLst>
              <a:path w="225" h="268" extrusionOk="0">
                <a:moveTo>
                  <a:pt x="1" y="1"/>
                </a:moveTo>
                <a:lnTo>
                  <a:pt x="1" y="268"/>
                </a:lnTo>
                <a:lnTo>
                  <a:pt x="224" y="268"/>
                </a:lnTo>
                <a:lnTo>
                  <a:pt x="224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7" name="Google Shape;1417;p53"/>
          <p:cNvGrpSpPr/>
          <p:nvPr/>
        </p:nvGrpSpPr>
        <p:grpSpPr>
          <a:xfrm flipH="1">
            <a:off x="-529793" y="-41478"/>
            <a:ext cx="4957416" cy="5008756"/>
            <a:chOff x="-374481" y="308519"/>
            <a:chExt cx="2785222" cy="2814066"/>
          </a:xfrm>
        </p:grpSpPr>
        <p:sp>
          <p:nvSpPr>
            <p:cNvPr id="1418" name="Google Shape;1418;p53"/>
            <p:cNvSpPr/>
            <p:nvPr/>
          </p:nvSpPr>
          <p:spPr>
            <a:xfrm>
              <a:off x="268525" y="1620176"/>
              <a:ext cx="152174" cy="1160397"/>
            </a:xfrm>
            <a:custGeom>
              <a:avLst/>
              <a:gdLst/>
              <a:ahLst/>
              <a:cxnLst/>
              <a:rect l="l" t="t" r="r" b="b"/>
              <a:pathLst>
                <a:path w="2331" h="5005" extrusionOk="0">
                  <a:moveTo>
                    <a:pt x="1" y="0"/>
                  </a:moveTo>
                  <a:lnTo>
                    <a:pt x="2330" y="0"/>
                  </a:lnTo>
                  <a:lnTo>
                    <a:pt x="2330" y="5005"/>
                  </a:lnTo>
                  <a:lnTo>
                    <a:pt x="1" y="50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53"/>
            <p:cNvSpPr/>
            <p:nvPr/>
          </p:nvSpPr>
          <p:spPr>
            <a:xfrm>
              <a:off x="2077733" y="1592771"/>
              <a:ext cx="227118" cy="1215234"/>
            </a:xfrm>
            <a:custGeom>
              <a:avLst/>
              <a:gdLst/>
              <a:ahLst/>
              <a:cxnLst/>
              <a:rect l="l" t="t" r="r" b="b"/>
              <a:pathLst>
                <a:path w="3479" h="18615" extrusionOk="0">
                  <a:moveTo>
                    <a:pt x="0" y="18615"/>
                  </a:moveTo>
                  <a:lnTo>
                    <a:pt x="0" y="6487"/>
                  </a:lnTo>
                  <a:lnTo>
                    <a:pt x="562" y="5869"/>
                  </a:lnTo>
                  <a:lnTo>
                    <a:pt x="748" y="5215"/>
                  </a:lnTo>
                  <a:lnTo>
                    <a:pt x="655" y="4560"/>
                  </a:lnTo>
                  <a:lnTo>
                    <a:pt x="655" y="3899"/>
                  </a:lnTo>
                  <a:lnTo>
                    <a:pt x="470" y="3614"/>
                  </a:lnTo>
                  <a:lnTo>
                    <a:pt x="470" y="562"/>
                  </a:lnTo>
                  <a:lnTo>
                    <a:pt x="2910" y="562"/>
                  </a:lnTo>
                  <a:lnTo>
                    <a:pt x="2867" y="0"/>
                  </a:lnTo>
                  <a:lnTo>
                    <a:pt x="3478" y="0"/>
                  </a:lnTo>
                  <a:lnTo>
                    <a:pt x="3478" y="1861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53"/>
            <p:cNvSpPr/>
            <p:nvPr/>
          </p:nvSpPr>
          <p:spPr>
            <a:xfrm>
              <a:off x="1360603" y="1524617"/>
              <a:ext cx="617964" cy="1160396"/>
            </a:xfrm>
            <a:custGeom>
              <a:avLst/>
              <a:gdLst/>
              <a:ahLst/>
              <a:cxnLst/>
              <a:rect l="l" t="t" r="r" b="b"/>
              <a:pathLst>
                <a:path w="9466" h="17775" extrusionOk="0">
                  <a:moveTo>
                    <a:pt x="9447" y="4572"/>
                  </a:moveTo>
                  <a:cubicBezTo>
                    <a:pt x="9373" y="4498"/>
                    <a:pt x="9274" y="4436"/>
                    <a:pt x="9169" y="4387"/>
                  </a:cubicBezTo>
                  <a:cubicBezTo>
                    <a:pt x="9070" y="4331"/>
                    <a:pt x="8965" y="4294"/>
                    <a:pt x="8847" y="4257"/>
                  </a:cubicBezTo>
                  <a:cubicBezTo>
                    <a:pt x="8823" y="4251"/>
                    <a:pt x="8810" y="4251"/>
                    <a:pt x="8786" y="4238"/>
                  </a:cubicBezTo>
                  <a:cubicBezTo>
                    <a:pt x="8786" y="4084"/>
                    <a:pt x="8786" y="3929"/>
                    <a:pt x="8792" y="3775"/>
                  </a:cubicBezTo>
                  <a:cubicBezTo>
                    <a:pt x="8792" y="3633"/>
                    <a:pt x="8798" y="3485"/>
                    <a:pt x="8810" y="3336"/>
                  </a:cubicBezTo>
                  <a:cubicBezTo>
                    <a:pt x="8922" y="3343"/>
                    <a:pt x="9039" y="3367"/>
                    <a:pt x="9156" y="3386"/>
                  </a:cubicBezTo>
                  <a:cubicBezTo>
                    <a:pt x="9169" y="3386"/>
                    <a:pt x="9181" y="3355"/>
                    <a:pt x="9163" y="3355"/>
                  </a:cubicBezTo>
                  <a:cubicBezTo>
                    <a:pt x="9051" y="3305"/>
                    <a:pt x="8928" y="3293"/>
                    <a:pt x="8810" y="3281"/>
                  </a:cubicBezTo>
                  <a:cubicBezTo>
                    <a:pt x="8817" y="3120"/>
                    <a:pt x="8823" y="2959"/>
                    <a:pt x="8841" y="2786"/>
                  </a:cubicBezTo>
                  <a:cubicBezTo>
                    <a:pt x="8860" y="2447"/>
                    <a:pt x="8934" y="2119"/>
                    <a:pt x="8940" y="1779"/>
                  </a:cubicBezTo>
                  <a:cubicBezTo>
                    <a:pt x="8940" y="1749"/>
                    <a:pt x="8891" y="1736"/>
                    <a:pt x="8885" y="1767"/>
                  </a:cubicBezTo>
                  <a:cubicBezTo>
                    <a:pt x="8817" y="2076"/>
                    <a:pt x="8798" y="2410"/>
                    <a:pt x="8773" y="2725"/>
                  </a:cubicBezTo>
                  <a:cubicBezTo>
                    <a:pt x="8761" y="2910"/>
                    <a:pt x="8755" y="3089"/>
                    <a:pt x="8736" y="3275"/>
                  </a:cubicBezTo>
                  <a:lnTo>
                    <a:pt x="8699" y="3275"/>
                  </a:lnTo>
                  <a:cubicBezTo>
                    <a:pt x="8539" y="3275"/>
                    <a:pt x="8384" y="3299"/>
                    <a:pt x="8236" y="3361"/>
                  </a:cubicBezTo>
                  <a:cubicBezTo>
                    <a:pt x="8217" y="3367"/>
                    <a:pt x="8230" y="3392"/>
                    <a:pt x="8242" y="3392"/>
                  </a:cubicBezTo>
                  <a:cubicBezTo>
                    <a:pt x="8390" y="3361"/>
                    <a:pt x="8545" y="3330"/>
                    <a:pt x="8699" y="3330"/>
                  </a:cubicBezTo>
                  <a:lnTo>
                    <a:pt x="8730" y="3330"/>
                  </a:lnTo>
                  <a:cubicBezTo>
                    <a:pt x="8724" y="3466"/>
                    <a:pt x="8718" y="3608"/>
                    <a:pt x="8718" y="3738"/>
                  </a:cubicBezTo>
                  <a:cubicBezTo>
                    <a:pt x="8705" y="3899"/>
                    <a:pt x="8705" y="4065"/>
                    <a:pt x="8705" y="4220"/>
                  </a:cubicBezTo>
                  <a:cubicBezTo>
                    <a:pt x="8576" y="4189"/>
                    <a:pt x="8446" y="4170"/>
                    <a:pt x="8304" y="4170"/>
                  </a:cubicBezTo>
                  <a:cubicBezTo>
                    <a:pt x="8261" y="3923"/>
                    <a:pt x="8223" y="3670"/>
                    <a:pt x="8174" y="3423"/>
                  </a:cubicBezTo>
                  <a:cubicBezTo>
                    <a:pt x="8112" y="3064"/>
                    <a:pt x="8044" y="2712"/>
                    <a:pt x="7983" y="2354"/>
                  </a:cubicBezTo>
                  <a:cubicBezTo>
                    <a:pt x="7908" y="1996"/>
                    <a:pt x="7859" y="1625"/>
                    <a:pt x="7748" y="1267"/>
                  </a:cubicBezTo>
                  <a:cubicBezTo>
                    <a:pt x="7742" y="1242"/>
                    <a:pt x="7711" y="1254"/>
                    <a:pt x="7711" y="1273"/>
                  </a:cubicBezTo>
                  <a:cubicBezTo>
                    <a:pt x="7748" y="1625"/>
                    <a:pt x="7834" y="1971"/>
                    <a:pt x="7902" y="2317"/>
                  </a:cubicBezTo>
                  <a:cubicBezTo>
                    <a:pt x="7976" y="2681"/>
                    <a:pt x="8044" y="3046"/>
                    <a:pt x="8112" y="3417"/>
                  </a:cubicBezTo>
                  <a:lnTo>
                    <a:pt x="8254" y="4177"/>
                  </a:lnTo>
                  <a:cubicBezTo>
                    <a:pt x="8211" y="4177"/>
                    <a:pt x="8180" y="4177"/>
                    <a:pt x="8143" y="4189"/>
                  </a:cubicBezTo>
                  <a:cubicBezTo>
                    <a:pt x="8112" y="4189"/>
                    <a:pt x="8112" y="4238"/>
                    <a:pt x="8143" y="4238"/>
                  </a:cubicBezTo>
                  <a:cubicBezTo>
                    <a:pt x="8180" y="4238"/>
                    <a:pt x="8217" y="4238"/>
                    <a:pt x="8261" y="4232"/>
                  </a:cubicBezTo>
                  <a:cubicBezTo>
                    <a:pt x="8310" y="4541"/>
                    <a:pt x="8366" y="4850"/>
                    <a:pt x="8415" y="5159"/>
                  </a:cubicBezTo>
                  <a:lnTo>
                    <a:pt x="7834" y="4813"/>
                  </a:lnTo>
                  <a:lnTo>
                    <a:pt x="6796" y="4566"/>
                  </a:lnTo>
                  <a:lnTo>
                    <a:pt x="5487" y="4782"/>
                  </a:lnTo>
                  <a:lnTo>
                    <a:pt x="4510" y="4597"/>
                  </a:lnTo>
                  <a:lnTo>
                    <a:pt x="3979" y="3911"/>
                  </a:lnTo>
                  <a:lnTo>
                    <a:pt x="2824" y="3695"/>
                  </a:lnTo>
                  <a:lnTo>
                    <a:pt x="2163" y="3756"/>
                  </a:lnTo>
                  <a:cubicBezTo>
                    <a:pt x="2163" y="3756"/>
                    <a:pt x="1631" y="3979"/>
                    <a:pt x="1341" y="3794"/>
                  </a:cubicBezTo>
                  <a:cubicBezTo>
                    <a:pt x="1329" y="3262"/>
                    <a:pt x="1329" y="2725"/>
                    <a:pt x="1347" y="2193"/>
                  </a:cubicBezTo>
                  <a:cubicBezTo>
                    <a:pt x="1347" y="2057"/>
                    <a:pt x="1353" y="1922"/>
                    <a:pt x="1360" y="1786"/>
                  </a:cubicBezTo>
                  <a:cubicBezTo>
                    <a:pt x="1415" y="1792"/>
                    <a:pt x="1471" y="1792"/>
                    <a:pt x="1526" y="1786"/>
                  </a:cubicBezTo>
                  <a:cubicBezTo>
                    <a:pt x="1545" y="1786"/>
                    <a:pt x="1557" y="1755"/>
                    <a:pt x="1533" y="1749"/>
                  </a:cubicBezTo>
                  <a:cubicBezTo>
                    <a:pt x="1477" y="1730"/>
                    <a:pt x="1421" y="1724"/>
                    <a:pt x="1360" y="1724"/>
                  </a:cubicBezTo>
                  <a:lnTo>
                    <a:pt x="1384" y="1211"/>
                  </a:lnTo>
                  <a:cubicBezTo>
                    <a:pt x="1403" y="871"/>
                    <a:pt x="1440" y="531"/>
                    <a:pt x="1421" y="204"/>
                  </a:cubicBezTo>
                  <a:cubicBezTo>
                    <a:pt x="1421" y="185"/>
                    <a:pt x="1390" y="179"/>
                    <a:pt x="1390" y="198"/>
                  </a:cubicBezTo>
                  <a:cubicBezTo>
                    <a:pt x="1341" y="513"/>
                    <a:pt x="1329" y="834"/>
                    <a:pt x="1316" y="1155"/>
                  </a:cubicBezTo>
                  <a:cubicBezTo>
                    <a:pt x="1310" y="1347"/>
                    <a:pt x="1298" y="1532"/>
                    <a:pt x="1292" y="1724"/>
                  </a:cubicBezTo>
                  <a:lnTo>
                    <a:pt x="1248" y="1724"/>
                  </a:lnTo>
                  <a:cubicBezTo>
                    <a:pt x="1156" y="1724"/>
                    <a:pt x="1063" y="1724"/>
                    <a:pt x="970" y="1730"/>
                  </a:cubicBezTo>
                  <a:lnTo>
                    <a:pt x="958" y="1730"/>
                  </a:lnTo>
                  <a:cubicBezTo>
                    <a:pt x="946" y="1298"/>
                    <a:pt x="915" y="865"/>
                    <a:pt x="847" y="445"/>
                  </a:cubicBezTo>
                  <a:cubicBezTo>
                    <a:pt x="847" y="420"/>
                    <a:pt x="804" y="426"/>
                    <a:pt x="804" y="451"/>
                  </a:cubicBezTo>
                  <a:cubicBezTo>
                    <a:pt x="816" y="884"/>
                    <a:pt x="853" y="1316"/>
                    <a:pt x="884" y="1742"/>
                  </a:cubicBezTo>
                  <a:cubicBezTo>
                    <a:pt x="766" y="1755"/>
                    <a:pt x="649" y="1773"/>
                    <a:pt x="538" y="1792"/>
                  </a:cubicBezTo>
                  <a:cubicBezTo>
                    <a:pt x="519" y="1532"/>
                    <a:pt x="495" y="1267"/>
                    <a:pt x="482" y="1007"/>
                  </a:cubicBezTo>
                  <a:cubicBezTo>
                    <a:pt x="458" y="680"/>
                    <a:pt x="451" y="340"/>
                    <a:pt x="402" y="19"/>
                  </a:cubicBezTo>
                  <a:cubicBezTo>
                    <a:pt x="402" y="0"/>
                    <a:pt x="383" y="13"/>
                    <a:pt x="383" y="19"/>
                  </a:cubicBezTo>
                  <a:cubicBezTo>
                    <a:pt x="383" y="358"/>
                    <a:pt x="421" y="698"/>
                    <a:pt x="445" y="1032"/>
                  </a:cubicBezTo>
                  <a:cubicBezTo>
                    <a:pt x="458" y="1285"/>
                    <a:pt x="476" y="1538"/>
                    <a:pt x="495" y="1792"/>
                  </a:cubicBezTo>
                  <a:cubicBezTo>
                    <a:pt x="464" y="1804"/>
                    <a:pt x="445" y="1804"/>
                    <a:pt x="414" y="1810"/>
                  </a:cubicBezTo>
                  <a:cubicBezTo>
                    <a:pt x="390" y="1817"/>
                    <a:pt x="396" y="1847"/>
                    <a:pt x="421" y="1847"/>
                  </a:cubicBezTo>
                  <a:cubicBezTo>
                    <a:pt x="445" y="1841"/>
                    <a:pt x="476" y="1841"/>
                    <a:pt x="495" y="1835"/>
                  </a:cubicBezTo>
                  <a:cubicBezTo>
                    <a:pt x="507" y="1903"/>
                    <a:pt x="507" y="1971"/>
                    <a:pt x="513" y="2039"/>
                  </a:cubicBezTo>
                  <a:cubicBezTo>
                    <a:pt x="519" y="2162"/>
                    <a:pt x="526" y="2298"/>
                    <a:pt x="538" y="2422"/>
                  </a:cubicBezTo>
                  <a:cubicBezTo>
                    <a:pt x="371" y="2459"/>
                    <a:pt x="210" y="2484"/>
                    <a:pt x="50" y="2459"/>
                  </a:cubicBezTo>
                  <a:cubicBezTo>
                    <a:pt x="19" y="2453"/>
                    <a:pt x="0" y="2502"/>
                    <a:pt x="31" y="2515"/>
                  </a:cubicBezTo>
                  <a:cubicBezTo>
                    <a:pt x="204" y="2546"/>
                    <a:pt x="371" y="2521"/>
                    <a:pt x="538" y="2484"/>
                  </a:cubicBezTo>
                  <a:cubicBezTo>
                    <a:pt x="550" y="2749"/>
                    <a:pt x="575" y="3021"/>
                    <a:pt x="587" y="3293"/>
                  </a:cubicBezTo>
                  <a:lnTo>
                    <a:pt x="303" y="3200"/>
                  </a:lnTo>
                  <a:lnTo>
                    <a:pt x="272" y="3200"/>
                  </a:lnTo>
                  <a:lnTo>
                    <a:pt x="272" y="17775"/>
                  </a:lnTo>
                  <a:lnTo>
                    <a:pt x="9156" y="17775"/>
                  </a:lnTo>
                  <a:lnTo>
                    <a:pt x="9156" y="5622"/>
                  </a:lnTo>
                  <a:lnTo>
                    <a:pt x="8767" y="5394"/>
                  </a:lnTo>
                  <a:cubicBezTo>
                    <a:pt x="8742" y="5029"/>
                    <a:pt x="8736" y="4658"/>
                    <a:pt x="8736" y="4294"/>
                  </a:cubicBezTo>
                  <a:cubicBezTo>
                    <a:pt x="8755" y="4294"/>
                    <a:pt x="8761" y="4306"/>
                    <a:pt x="8773" y="4306"/>
                  </a:cubicBezTo>
                  <a:cubicBezTo>
                    <a:pt x="8885" y="4337"/>
                    <a:pt x="8983" y="4374"/>
                    <a:pt x="9082" y="4430"/>
                  </a:cubicBezTo>
                  <a:cubicBezTo>
                    <a:pt x="9187" y="4479"/>
                    <a:pt x="9280" y="4547"/>
                    <a:pt x="9379" y="4603"/>
                  </a:cubicBezTo>
                  <a:cubicBezTo>
                    <a:pt x="9441" y="4621"/>
                    <a:pt x="9465" y="4590"/>
                    <a:pt x="9447" y="4572"/>
                  </a:cubicBezTo>
                  <a:close/>
                  <a:moveTo>
                    <a:pt x="575" y="2014"/>
                  </a:moveTo>
                  <a:cubicBezTo>
                    <a:pt x="569" y="1959"/>
                    <a:pt x="569" y="1897"/>
                    <a:pt x="563" y="1829"/>
                  </a:cubicBezTo>
                  <a:cubicBezTo>
                    <a:pt x="674" y="1810"/>
                    <a:pt x="791" y="1792"/>
                    <a:pt x="909" y="1786"/>
                  </a:cubicBezTo>
                  <a:cubicBezTo>
                    <a:pt x="921" y="1946"/>
                    <a:pt x="933" y="2113"/>
                    <a:pt x="939" y="2274"/>
                  </a:cubicBezTo>
                  <a:lnTo>
                    <a:pt x="939" y="2335"/>
                  </a:lnTo>
                  <a:cubicBezTo>
                    <a:pt x="859" y="2354"/>
                    <a:pt x="791" y="2373"/>
                    <a:pt x="717" y="2397"/>
                  </a:cubicBezTo>
                  <a:cubicBezTo>
                    <a:pt x="674" y="2403"/>
                    <a:pt x="637" y="2416"/>
                    <a:pt x="600" y="2428"/>
                  </a:cubicBezTo>
                  <a:cubicBezTo>
                    <a:pt x="600" y="2286"/>
                    <a:pt x="587" y="2156"/>
                    <a:pt x="575" y="2014"/>
                  </a:cubicBezTo>
                  <a:close/>
                  <a:moveTo>
                    <a:pt x="674" y="3318"/>
                  </a:moveTo>
                  <a:lnTo>
                    <a:pt x="668" y="3318"/>
                  </a:lnTo>
                  <a:cubicBezTo>
                    <a:pt x="655" y="3040"/>
                    <a:pt x="631" y="2762"/>
                    <a:pt x="612" y="2490"/>
                  </a:cubicBezTo>
                  <a:cubicBezTo>
                    <a:pt x="637" y="2484"/>
                    <a:pt x="668" y="2471"/>
                    <a:pt x="692" y="2465"/>
                  </a:cubicBezTo>
                  <a:lnTo>
                    <a:pt x="946" y="2397"/>
                  </a:lnTo>
                  <a:cubicBezTo>
                    <a:pt x="964" y="2768"/>
                    <a:pt x="977" y="3139"/>
                    <a:pt x="983" y="3509"/>
                  </a:cubicBezTo>
                  <a:cubicBezTo>
                    <a:pt x="816" y="3392"/>
                    <a:pt x="674" y="3318"/>
                    <a:pt x="674" y="3318"/>
                  </a:cubicBezTo>
                  <a:close/>
                  <a:moveTo>
                    <a:pt x="1304" y="3756"/>
                  </a:moveTo>
                  <a:cubicBezTo>
                    <a:pt x="1217" y="3676"/>
                    <a:pt x="1125" y="3608"/>
                    <a:pt x="1032" y="3546"/>
                  </a:cubicBezTo>
                  <a:cubicBezTo>
                    <a:pt x="1026" y="3157"/>
                    <a:pt x="1014" y="2768"/>
                    <a:pt x="1001" y="2379"/>
                  </a:cubicBezTo>
                  <a:lnTo>
                    <a:pt x="1007" y="2379"/>
                  </a:lnTo>
                  <a:lnTo>
                    <a:pt x="1168" y="2335"/>
                  </a:lnTo>
                  <a:cubicBezTo>
                    <a:pt x="1205" y="2329"/>
                    <a:pt x="1255" y="2311"/>
                    <a:pt x="1292" y="2298"/>
                  </a:cubicBezTo>
                  <a:cubicBezTo>
                    <a:pt x="1292" y="2780"/>
                    <a:pt x="1292" y="3268"/>
                    <a:pt x="1304" y="3756"/>
                  </a:cubicBezTo>
                  <a:close/>
                  <a:moveTo>
                    <a:pt x="1304" y="2162"/>
                  </a:moveTo>
                  <a:lnTo>
                    <a:pt x="1304" y="2243"/>
                  </a:lnTo>
                  <a:cubicBezTo>
                    <a:pt x="1205" y="2249"/>
                    <a:pt x="1106" y="2286"/>
                    <a:pt x="1026" y="2311"/>
                  </a:cubicBezTo>
                  <a:cubicBezTo>
                    <a:pt x="1014" y="2311"/>
                    <a:pt x="1014" y="2311"/>
                    <a:pt x="1007" y="2317"/>
                  </a:cubicBezTo>
                  <a:lnTo>
                    <a:pt x="1007" y="2243"/>
                  </a:lnTo>
                  <a:cubicBezTo>
                    <a:pt x="1001" y="2088"/>
                    <a:pt x="995" y="1934"/>
                    <a:pt x="995" y="1779"/>
                  </a:cubicBezTo>
                  <a:lnTo>
                    <a:pt x="1007" y="1779"/>
                  </a:lnTo>
                  <a:cubicBezTo>
                    <a:pt x="1100" y="1773"/>
                    <a:pt x="1187" y="1773"/>
                    <a:pt x="1279" y="1779"/>
                  </a:cubicBezTo>
                  <a:lnTo>
                    <a:pt x="1316" y="1779"/>
                  </a:lnTo>
                  <a:cubicBezTo>
                    <a:pt x="1310" y="1903"/>
                    <a:pt x="1304" y="2033"/>
                    <a:pt x="1304" y="2162"/>
                  </a:cubicBezTo>
                  <a:close/>
                  <a:moveTo>
                    <a:pt x="3417" y="7457"/>
                  </a:moveTo>
                  <a:lnTo>
                    <a:pt x="1588" y="7457"/>
                  </a:lnTo>
                  <a:lnTo>
                    <a:pt x="1588" y="7123"/>
                  </a:lnTo>
                  <a:lnTo>
                    <a:pt x="3417" y="7123"/>
                  </a:lnTo>
                  <a:close/>
                  <a:moveTo>
                    <a:pt x="3417" y="6283"/>
                  </a:moveTo>
                  <a:lnTo>
                    <a:pt x="1588" y="6283"/>
                  </a:lnTo>
                  <a:lnTo>
                    <a:pt x="1588" y="5950"/>
                  </a:lnTo>
                  <a:lnTo>
                    <a:pt x="3417" y="5950"/>
                  </a:lnTo>
                  <a:close/>
                  <a:moveTo>
                    <a:pt x="5647" y="7457"/>
                  </a:moveTo>
                  <a:lnTo>
                    <a:pt x="3818" y="7457"/>
                  </a:lnTo>
                  <a:lnTo>
                    <a:pt x="3818" y="7123"/>
                  </a:lnTo>
                  <a:lnTo>
                    <a:pt x="5647" y="7123"/>
                  </a:lnTo>
                  <a:close/>
                  <a:moveTo>
                    <a:pt x="5647" y="6283"/>
                  </a:moveTo>
                  <a:lnTo>
                    <a:pt x="3818" y="6283"/>
                  </a:lnTo>
                  <a:lnTo>
                    <a:pt x="3818" y="5950"/>
                  </a:lnTo>
                  <a:lnTo>
                    <a:pt x="5647" y="5950"/>
                  </a:lnTo>
                  <a:close/>
                  <a:moveTo>
                    <a:pt x="7884" y="7457"/>
                  </a:moveTo>
                  <a:lnTo>
                    <a:pt x="6049" y="7457"/>
                  </a:lnTo>
                  <a:lnTo>
                    <a:pt x="6049" y="7123"/>
                  </a:lnTo>
                  <a:lnTo>
                    <a:pt x="7884" y="7123"/>
                  </a:lnTo>
                  <a:close/>
                  <a:moveTo>
                    <a:pt x="7884" y="6283"/>
                  </a:moveTo>
                  <a:lnTo>
                    <a:pt x="6049" y="6283"/>
                  </a:lnTo>
                  <a:lnTo>
                    <a:pt x="6049" y="5950"/>
                  </a:lnTo>
                  <a:lnTo>
                    <a:pt x="7884" y="5950"/>
                  </a:lnTo>
                  <a:close/>
                  <a:moveTo>
                    <a:pt x="8489" y="5202"/>
                  </a:moveTo>
                  <a:cubicBezTo>
                    <a:pt x="8440" y="4875"/>
                    <a:pt x="8384" y="4547"/>
                    <a:pt x="8328" y="4232"/>
                  </a:cubicBezTo>
                  <a:cubicBezTo>
                    <a:pt x="8458" y="4232"/>
                    <a:pt x="8594" y="4257"/>
                    <a:pt x="8724" y="4288"/>
                  </a:cubicBezTo>
                  <a:cubicBezTo>
                    <a:pt x="8724" y="4652"/>
                    <a:pt x="8736" y="5004"/>
                    <a:pt x="8761" y="53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53"/>
            <p:cNvSpPr/>
            <p:nvPr/>
          </p:nvSpPr>
          <p:spPr>
            <a:xfrm>
              <a:off x="899968" y="1349139"/>
              <a:ext cx="254602" cy="1518602"/>
            </a:xfrm>
            <a:custGeom>
              <a:avLst/>
              <a:gdLst/>
              <a:ahLst/>
              <a:cxnLst/>
              <a:rect l="l" t="t" r="r" b="b"/>
              <a:pathLst>
                <a:path w="3900" h="23262" extrusionOk="0">
                  <a:moveTo>
                    <a:pt x="1119" y="12845"/>
                  </a:moveTo>
                  <a:lnTo>
                    <a:pt x="1119" y="12660"/>
                  </a:lnTo>
                  <a:lnTo>
                    <a:pt x="3899" y="12660"/>
                  </a:lnTo>
                  <a:lnTo>
                    <a:pt x="3899" y="7000"/>
                  </a:lnTo>
                  <a:lnTo>
                    <a:pt x="1119" y="7000"/>
                  </a:lnTo>
                  <a:lnTo>
                    <a:pt x="1119" y="6815"/>
                  </a:lnTo>
                  <a:lnTo>
                    <a:pt x="3899" y="6815"/>
                  </a:lnTo>
                  <a:lnTo>
                    <a:pt x="3899" y="6018"/>
                  </a:lnTo>
                  <a:lnTo>
                    <a:pt x="1119" y="6018"/>
                  </a:lnTo>
                  <a:lnTo>
                    <a:pt x="1119" y="5833"/>
                  </a:lnTo>
                  <a:lnTo>
                    <a:pt x="3899" y="5833"/>
                  </a:lnTo>
                  <a:lnTo>
                    <a:pt x="3899" y="5036"/>
                  </a:lnTo>
                  <a:lnTo>
                    <a:pt x="1119" y="5036"/>
                  </a:lnTo>
                  <a:lnTo>
                    <a:pt x="1119" y="4850"/>
                  </a:lnTo>
                  <a:lnTo>
                    <a:pt x="3899" y="4850"/>
                  </a:lnTo>
                  <a:lnTo>
                    <a:pt x="3899" y="3244"/>
                  </a:lnTo>
                  <a:cubicBezTo>
                    <a:pt x="3899" y="3244"/>
                    <a:pt x="3430" y="3294"/>
                    <a:pt x="3245" y="3294"/>
                  </a:cubicBezTo>
                  <a:cubicBezTo>
                    <a:pt x="3059" y="3294"/>
                    <a:pt x="2590" y="3108"/>
                    <a:pt x="2590" y="3108"/>
                  </a:cubicBezTo>
                  <a:lnTo>
                    <a:pt x="2256" y="2070"/>
                  </a:lnTo>
                  <a:cubicBezTo>
                    <a:pt x="2256" y="2070"/>
                    <a:pt x="1972" y="1551"/>
                    <a:pt x="1786" y="1508"/>
                  </a:cubicBezTo>
                  <a:cubicBezTo>
                    <a:pt x="1601" y="1459"/>
                    <a:pt x="1360" y="1224"/>
                    <a:pt x="1175" y="1131"/>
                  </a:cubicBezTo>
                  <a:cubicBezTo>
                    <a:pt x="989" y="1039"/>
                    <a:pt x="1082" y="470"/>
                    <a:pt x="1082" y="470"/>
                  </a:cubicBezTo>
                  <a:lnTo>
                    <a:pt x="613" y="186"/>
                  </a:lnTo>
                  <a:lnTo>
                    <a:pt x="1" y="1"/>
                  </a:lnTo>
                  <a:lnTo>
                    <a:pt x="1" y="23131"/>
                  </a:lnTo>
                  <a:lnTo>
                    <a:pt x="3899" y="23261"/>
                  </a:lnTo>
                  <a:lnTo>
                    <a:pt x="3899" y="128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53"/>
            <p:cNvSpPr/>
            <p:nvPr/>
          </p:nvSpPr>
          <p:spPr>
            <a:xfrm>
              <a:off x="1271492" y="2111043"/>
              <a:ext cx="911540" cy="792138"/>
            </a:xfrm>
            <a:custGeom>
              <a:avLst/>
              <a:gdLst/>
              <a:ahLst/>
              <a:cxnLst/>
              <a:rect l="l" t="t" r="r" b="b"/>
              <a:pathLst>
                <a:path w="13963" h="12134" extrusionOk="0">
                  <a:moveTo>
                    <a:pt x="3244" y="0"/>
                  </a:moveTo>
                  <a:lnTo>
                    <a:pt x="2644" y="636"/>
                  </a:lnTo>
                  <a:lnTo>
                    <a:pt x="2286" y="1057"/>
                  </a:lnTo>
                  <a:lnTo>
                    <a:pt x="1866" y="1600"/>
                  </a:lnTo>
                  <a:lnTo>
                    <a:pt x="1699" y="2230"/>
                  </a:lnTo>
                  <a:lnTo>
                    <a:pt x="785" y="2397"/>
                  </a:lnTo>
                  <a:lnTo>
                    <a:pt x="402" y="2817"/>
                  </a:lnTo>
                  <a:lnTo>
                    <a:pt x="74" y="3151"/>
                  </a:lnTo>
                  <a:cubicBezTo>
                    <a:pt x="74" y="3151"/>
                    <a:pt x="43" y="3176"/>
                    <a:pt x="0" y="3213"/>
                  </a:cubicBezTo>
                  <a:lnTo>
                    <a:pt x="0" y="12134"/>
                  </a:lnTo>
                  <a:lnTo>
                    <a:pt x="13963" y="11664"/>
                  </a:lnTo>
                  <a:lnTo>
                    <a:pt x="139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53"/>
            <p:cNvSpPr/>
            <p:nvPr/>
          </p:nvSpPr>
          <p:spPr>
            <a:xfrm>
              <a:off x="1321041" y="2187618"/>
              <a:ext cx="810352" cy="334834"/>
            </a:xfrm>
            <a:custGeom>
              <a:avLst/>
              <a:gdLst/>
              <a:ahLst/>
              <a:cxnLst/>
              <a:rect l="l" t="t" r="r" b="b"/>
              <a:pathLst>
                <a:path w="12413" h="5129" extrusionOk="0">
                  <a:moveTo>
                    <a:pt x="1" y="5129"/>
                  </a:moveTo>
                  <a:lnTo>
                    <a:pt x="12413" y="5129"/>
                  </a:lnTo>
                  <a:lnTo>
                    <a:pt x="12413" y="4233"/>
                  </a:lnTo>
                  <a:lnTo>
                    <a:pt x="1" y="4233"/>
                  </a:lnTo>
                  <a:close/>
                  <a:moveTo>
                    <a:pt x="1" y="3016"/>
                  </a:moveTo>
                  <a:lnTo>
                    <a:pt x="12413" y="3016"/>
                  </a:lnTo>
                  <a:lnTo>
                    <a:pt x="12413" y="2120"/>
                  </a:lnTo>
                  <a:lnTo>
                    <a:pt x="1" y="2120"/>
                  </a:lnTo>
                  <a:close/>
                  <a:moveTo>
                    <a:pt x="1434" y="1"/>
                  </a:moveTo>
                  <a:lnTo>
                    <a:pt x="1107" y="427"/>
                  </a:lnTo>
                  <a:lnTo>
                    <a:pt x="983" y="897"/>
                  </a:lnTo>
                  <a:lnTo>
                    <a:pt x="12413" y="897"/>
                  </a:lnTo>
                  <a:lnTo>
                    <a:pt x="12413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53"/>
            <p:cNvSpPr/>
            <p:nvPr/>
          </p:nvSpPr>
          <p:spPr>
            <a:xfrm>
              <a:off x="420467" y="883289"/>
              <a:ext cx="313421" cy="1878765"/>
            </a:xfrm>
            <a:custGeom>
              <a:avLst/>
              <a:gdLst/>
              <a:ahLst/>
              <a:cxnLst/>
              <a:rect l="l" t="t" r="r" b="b"/>
              <a:pathLst>
                <a:path w="4801" h="28779" extrusionOk="0">
                  <a:moveTo>
                    <a:pt x="4232" y="8187"/>
                  </a:moveTo>
                  <a:lnTo>
                    <a:pt x="4232" y="5271"/>
                  </a:lnTo>
                  <a:lnTo>
                    <a:pt x="2774" y="5271"/>
                  </a:lnTo>
                  <a:lnTo>
                    <a:pt x="2774" y="2120"/>
                  </a:lnTo>
                  <a:lnTo>
                    <a:pt x="2669" y="2120"/>
                  </a:lnTo>
                  <a:lnTo>
                    <a:pt x="2669" y="5271"/>
                  </a:lnTo>
                  <a:lnTo>
                    <a:pt x="1977" y="5271"/>
                  </a:lnTo>
                  <a:lnTo>
                    <a:pt x="1977" y="1"/>
                  </a:lnTo>
                  <a:lnTo>
                    <a:pt x="1755" y="1"/>
                  </a:lnTo>
                  <a:lnTo>
                    <a:pt x="1755" y="5271"/>
                  </a:lnTo>
                  <a:lnTo>
                    <a:pt x="569" y="5271"/>
                  </a:lnTo>
                  <a:lnTo>
                    <a:pt x="569" y="8187"/>
                  </a:lnTo>
                  <a:lnTo>
                    <a:pt x="0" y="8187"/>
                  </a:lnTo>
                  <a:lnTo>
                    <a:pt x="0" y="28779"/>
                  </a:lnTo>
                  <a:lnTo>
                    <a:pt x="4801" y="28779"/>
                  </a:lnTo>
                  <a:lnTo>
                    <a:pt x="4801" y="818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53"/>
            <p:cNvSpPr/>
            <p:nvPr/>
          </p:nvSpPr>
          <p:spPr>
            <a:xfrm>
              <a:off x="-45612" y="308519"/>
              <a:ext cx="1869038" cy="2386532"/>
            </a:xfrm>
            <a:custGeom>
              <a:avLst/>
              <a:gdLst/>
              <a:ahLst/>
              <a:cxnLst/>
              <a:rect l="l" t="t" r="r" b="b"/>
              <a:pathLst>
                <a:path w="28630" h="36557" extrusionOk="0">
                  <a:moveTo>
                    <a:pt x="5975" y="36328"/>
                  </a:moveTo>
                  <a:cubicBezTo>
                    <a:pt x="5715" y="36242"/>
                    <a:pt x="5437" y="36155"/>
                    <a:pt x="5246" y="35957"/>
                  </a:cubicBezTo>
                  <a:cubicBezTo>
                    <a:pt x="5048" y="35766"/>
                    <a:pt x="4968" y="35420"/>
                    <a:pt x="5141" y="35204"/>
                  </a:cubicBezTo>
                  <a:cubicBezTo>
                    <a:pt x="5190" y="35148"/>
                    <a:pt x="5258" y="35099"/>
                    <a:pt x="5277" y="35031"/>
                  </a:cubicBezTo>
                  <a:cubicBezTo>
                    <a:pt x="5320" y="34839"/>
                    <a:pt x="5060" y="34753"/>
                    <a:pt x="4906" y="34623"/>
                  </a:cubicBezTo>
                  <a:cubicBezTo>
                    <a:pt x="4690" y="34431"/>
                    <a:pt x="4708" y="34073"/>
                    <a:pt x="4887" y="33851"/>
                  </a:cubicBezTo>
                  <a:cubicBezTo>
                    <a:pt x="5060" y="33622"/>
                    <a:pt x="5326" y="33492"/>
                    <a:pt x="5592" y="33375"/>
                  </a:cubicBezTo>
                  <a:cubicBezTo>
                    <a:pt x="5771" y="33301"/>
                    <a:pt x="5845" y="33152"/>
                    <a:pt x="5839" y="32961"/>
                  </a:cubicBezTo>
                  <a:cubicBezTo>
                    <a:pt x="5833" y="32769"/>
                    <a:pt x="5678" y="32590"/>
                    <a:pt x="5481" y="32559"/>
                  </a:cubicBezTo>
                  <a:cubicBezTo>
                    <a:pt x="5820" y="32158"/>
                    <a:pt x="6222" y="31806"/>
                    <a:pt x="6673" y="31534"/>
                  </a:cubicBezTo>
                  <a:cubicBezTo>
                    <a:pt x="6901" y="31392"/>
                    <a:pt x="7161" y="31256"/>
                    <a:pt x="7285" y="31015"/>
                  </a:cubicBezTo>
                  <a:cubicBezTo>
                    <a:pt x="7408" y="30774"/>
                    <a:pt x="7377" y="30477"/>
                    <a:pt x="7328" y="30212"/>
                  </a:cubicBezTo>
                  <a:cubicBezTo>
                    <a:pt x="7173" y="29378"/>
                    <a:pt x="6901" y="28562"/>
                    <a:pt x="6518" y="27815"/>
                  </a:cubicBezTo>
                  <a:cubicBezTo>
                    <a:pt x="6420" y="27617"/>
                    <a:pt x="6679" y="27289"/>
                    <a:pt x="6889" y="27215"/>
                  </a:cubicBezTo>
                  <a:cubicBezTo>
                    <a:pt x="7105" y="27135"/>
                    <a:pt x="7377" y="26999"/>
                    <a:pt x="7334" y="26771"/>
                  </a:cubicBezTo>
                  <a:cubicBezTo>
                    <a:pt x="7297" y="26542"/>
                    <a:pt x="6994" y="26505"/>
                    <a:pt x="6772" y="26425"/>
                  </a:cubicBezTo>
                  <a:cubicBezTo>
                    <a:pt x="6450" y="26320"/>
                    <a:pt x="6222" y="26023"/>
                    <a:pt x="6018" y="25745"/>
                  </a:cubicBezTo>
                  <a:cubicBezTo>
                    <a:pt x="5833" y="25492"/>
                    <a:pt x="5629" y="25201"/>
                    <a:pt x="5684" y="24880"/>
                  </a:cubicBezTo>
                  <a:cubicBezTo>
                    <a:pt x="5721" y="24645"/>
                    <a:pt x="5907" y="24435"/>
                    <a:pt x="5894" y="24188"/>
                  </a:cubicBezTo>
                  <a:cubicBezTo>
                    <a:pt x="5870" y="23922"/>
                    <a:pt x="5623" y="23743"/>
                    <a:pt x="5413" y="23576"/>
                  </a:cubicBezTo>
                  <a:cubicBezTo>
                    <a:pt x="5202" y="23416"/>
                    <a:pt x="4999" y="23144"/>
                    <a:pt x="5104" y="22903"/>
                  </a:cubicBezTo>
                  <a:cubicBezTo>
                    <a:pt x="5190" y="22705"/>
                    <a:pt x="5437" y="22644"/>
                    <a:pt x="5653" y="22582"/>
                  </a:cubicBezTo>
                  <a:cubicBezTo>
                    <a:pt x="5864" y="22526"/>
                    <a:pt x="6111" y="22403"/>
                    <a:pt x="6123" y="22186"/>
                  </a:cubicBezTo>
                  <a:cubicBezTo>
                    <a:pt x="6296" y="21970"/>
                    <a:pt x="6617" y="21686"/>
                    <a:pt x="6790" y="21470"/>
                  </a:cubicBezTo>
                  <a:cubicBezTo>
                    <a:pt x="6284" y="21531"/>
                    <a:pt x="5771" y="21593"/>
                    <a:pt x="5289" y="21426"/>
                  </a:cubicBezTo>
                  <a:cubicBezTo>
                    <a:pt x="4813" y="21266"/>
                    <a:pt x="4399" y="20796"/>
                    <a:pt x="4473" y="20296"/>
                  </a:cubicBezTo>
                  <a:cubicBezTo>
                    <a:pt x="4511" y="20024"/>
                    <a:pt x="4677" y="19783"/>
                    <a:pt x="4727" y="19511"/>
                  </a:cubicBezTo>
                  <a:cubicBezTo>
                    <a:pt x="4782" y="19134"/>
                    <a:pt x="4566" y="18758"/>
                    <a:pt x="4276" y="18504"/>
                  </a:cubicBezTo>
                  <a:cubicBezTo>
                    <a:pt x="3992" y="18251"/>
                    <a:pt x="3639" y="18078"/>
                    <a:pt x="3306" y="17886"/>
                  </a:cubicBezTo>
                  <a:cubicBezTo>
                    <a:pt x="1891" y="17034"/>
                    <a:pt x="903" y="15514"/>
                    <a:pt x="705" y="13883"/>
                  </a:cubicBezTo>
                  <a:cubicBezTo>
                    <a:pt x="655" y="13500"/>
                    <a:pt x="1045" y="13080"/>
                    <a:pt x="1428" y="13129"/>
                  </a:cubicBezTo>
                  <a:cubicBezTo>
                    <a:pt x="1588" y="13142"/>
                    <a:pt x="1743" y="13228"/>
                    <a:pt x="1910" y="13253"/>
                  </a:cubicBezTo>
                  <a:cubicBezTo>
                    <a:pt x="2070" y="13278"/>
                    <a:pt x="2268" y="13222"/>
                    <a:pt x="2317" y="13061"/>
                  </a:cubicBezTo>
                  <a:cubicBezTo>
                    <a:pt x="2361" y="12895"/>
                    <a:pt x="2231" y="12734"/>
                    <a:pt x="2237" y="12567"/>
                  </a:cubicBezTo>
                  <a:cubicBezTo>
                    <a:pt x="2256" y="12363"/>
                    <a:pt x="2466" y="12233"/>
                    <a:pt x="2663" y="12215"/>
                  </a:cubicBezTo>
                  <a:cubicBezTo>
                    <a:pt x="2867" y="12203"/>
                    <a:pt x="3059" y="12264"/>
                    <a:pt x="3256" y="12289"/>
                  </a:cubicBezTo>
                  <a:cubicBezTo>
                    <a:pt x="3460" y="12308"/>
                    <a:pt x="3689" y="12271"/>
                    <a:pt x="3800" y="12104"/>
                  </a:cubicBezTo>
                  <a:cubicBezTo>
                    <a:pt x="4022" y="11776"/>
                    <a:pt x="4084" y="11288"/>
                    <a:pt x="3800" y="11023"/>
                  </a:cubicBezTo>
                  <a:cubicBezTo>
                    <a:pt x="3516" y="10751"/>
                    <a:pt x="3102" y="10683"/>
                    <a:pt x="2731" y="10578"/>
                  </a:cubicBezTo>
                  <a:cubicBezTo>
                    <a:pt x="2008" y="10380"/>
                    <a:pt x="1323" y="10034"/>
                    <a:pt x="736" y="9571"/>
                  </a:cubicBezTo>
                  <a:cubicBezTo>
                    <a:pt x="384" y="9293"/>
                    <a:pt x="38" y="8879"/>
                    <a:pt x="155" y="8446"/>
                  </a:cubicBezTo>
                  <a:cubicBezTo>
                    <a:pt x="272" y="8008"/>
                    <a:pt x="841" y="7693"/>
                    <a:pt x="742" y="7242"/>
                  </a:cubicBezTo>
                  <a:cubicBezTo>
                    <a:pt x="649" y="6859"/>
                    <a:pt x="93" y="6710"/>
                    <a:pt x="38" y="6315"/>
                  </a:cubicBezTo>
                  <a:cubicBezTo>
                    <a:pt x="1" y="6055"/>
                    <a:pt x="217" y="5814"/>
                    <a:pt x="445" y="5679"/>
                  </a:cubicBezTo>
                  <a:cubicBezTo>
                    <a:pt x="674" y="5530"/>
                    <a:pt x="940" y="5419"/>
                    <a:pt x="1088" y="5203"/>
                  </a:cubicBezTo>
                  <a:cubicBezTo>
                    <a:pt x="1261" y="4956"/>
                    <a:pt x="1248" y="4610"/>
                    <a:pt x="1137" y="4332"/>
                  </a:cubicBezTo>
                  <a:cubicBezTo>
                    <a:pt x="1020" y="4054"/>
                    <a:pt x="810" y="3825"/>
                    <a:pt x="612" y="3590"/>
                  </a:cubicBezTo>
                  <a:cubicBezTo>
                    <a:pt x="581" y="3176"/>
                    <a:pt x="921" y="2639"/>
                    <a:pt x="1279" y="2435"/>
                  </a:cubicBezTo>
                  <a:cubicBezTo>
                    <a:pt x="1644" y="2225"/>
                    <a:pt x="2070" y="2163"/>
                    <a:pt x="2484" y="2101"/>
                  </a:cubicBezTo>
                  <a:cubicBezTo>
                    <a:pt x="5499" y="1675"/>
                    <a:pt x="8502" y="1243"/>
                    <a:pt x="11523" y="872"/>
                  </a:cubicBezTo>
                  <a:cubicBezTo>
                    <a:pt x="15538" y="378"/>
                    <a:pt x="19641" y="1"/>
                    <a:pt x="23601" y="804"/>
                  </a:cubicBezTo>
                  <a:cubicBezTo>
                    <a:pt x="24880" y="1057"/>
                    <a:pt x="26190" y="1465"/>
                    <a:pt x="27153" y="2355"/>
                  </a:cubicBezTo>
                  <a:cubicBezTo>
                    <a:pt x="27987" y="3121"/>
                    <a:pt x="28506" y="4214"/>
                    <a:pt x="28568" y="5345"/>
                  </a:cubicBezTo>
                  <a:cubicBezTo>
                    <a:pt x="28630" y="6469"/>
                    <a:pt x="28234" y="7625"/>
                    <a:pt x="27487" y="8471"/>
                  </a:cubicBezTo>
                  <a:cubicBezTo>
                    <a:pt x="26931" y="9107"/>
                    <a:pt x="26202" y="9571"/>
                    <a:pt x="25621" y="10176"/>
                  </a:cubicBezTo>
                  <a:cubicBezTo>
                    <a:pt x="25047" y="10788"/>
                    <a:pt x="24602" y="11653"/>
                    <a:pt x="24837" y="12462"/>
                  </a:cubicBezTo>
                  <a:cubicBezTo>
                    <a:pt x="24935" y="12802"/>
                    <a:pt x="25201" y="13142"/>
                    <a:pt x="25275" y="13481"/>
                  </a:cubicBezTo>
                  <a:cubicBezTo>
                    <a:pt x="25355" y="13834"/>
                    <a:pt x="25312" y="14217"/>
                    <a:pt x="25096" y="14495"/>
                  </a:cubicBezTo>
                  <a:cubicBezTo>
                    <a:pt x="24867" y="14797"/>
                    <a:pt x="24466" y="14915"/>
                    <a:pt x="24089" y="14952"/>
                  </a:cubicBezTo>
                  <a:cubicBezTo>
                    <a:pt x="23706" y="14989"/>
                    <a:pt x="23323" y="14964"/>
                    <a:pt x="22952" y="15057"/>
                  </a:cubicBezTo>
                  <a:cubicBezTo>
                    <a:pt x="22217" y="15236"/>
                    <a:pt x="21667" y="15817"/>
                    <a:pt x="21031" y="16212"/>
                  </a:cubicBezTo>
                  <a:cubicBezTo>
                    <a:pt x="20061" y="16787"/>
                    <a:pt x="18838" y="16923"/>
                    <a:pt x="17769" y="16558"/>
                  </a:cubicBezTo>
                  <a:cubicBezTo>
                    <a:pt x="17559" y="16490"/>
                    <a:pt x="17324" y="16292"/>
                    <a:pt x="17108" y="16274"/>
                  </a:cubicBezTo>
                  <a:cubicBezTo>
                    <a:pt x="16891" y="16249"/>
                    <a:pt x="16644" y="16385"/>
                    <a:pt x="16626" y="16601"/>
                  </a:cubicBezTo>
                  <a:cubicBezTo>
                    <a:pt x="16620" y="16781"/>
                    <a:pt x="16756" y="16929"/>
                    <a:pt x="16805" y="17096"/>
                  </a:cubicBezTo>
                  <a:cubicBezTo>
                    <a:pt x="16904" y="17454"/>
                    <a:pt x="16601" y="17788"/>
                    <a:pt x="16292" y="17985"/>
                  </a:cubicBezTo>
                  <a:cubicBezTo>
                    <a:pt x="15983" y="18189"/>
                    <a:pt x="15625" y="18381"/>
                    <a:pt x="15514" y="18727"/>
                  </a:cubicBezTo>
                  <a:cubicBezTo>
                    <a:pt x="15458" y="18900"/>
                    <a:pt x="15477" y="19085"/>
                    <a:pt x="15409" y="19246"/>
                  </a:cubicBezTo>
                  <a:cubicBezTo>
                    <a:pt x="15347" y="19406"/>
                    <a:pt x="15149" y="19555"/>
                    <a:pt x="14995" y="19462"/>
                  </a:cubicBezTo>
                  <a:cubicBezTo>
                    <a:pt x="14914" y="19771"/>
                    <a:pt x="14426" y="19900"/>
                    <a:pt x="14111" y="19925"/>
                  </a:cubicBezTo>
                  <a:cubicBezTo>
                    <a:pt x="13784" y="19956"/>
                    <a:pt x="13450" y="19900"/>
                    <a:pt x="13154" y="19993"/>
                  </a:cubicBezTo>
                  <a:cubicBezTo>
                    <a:pt x="12845" y="20086"/>
                    <a:pt x="12579" y="20321"/>
                    <a:pt x="12264" y="20339"/>
                  </a:cubicBezTo>
                  <a:cubicBezTo>
                    <a:pt x="11986" y="20358"/>
                    <a:pt x="11739" y="20203"/>
                    <a:pt x="11486" y="20092"/>
                  </a:cubicBezTo>
                  <a:cubicBezTo>
                    <a:pt x="11146" y="19950"/>
                    <a:pt x="10750" y="19876"/>
                    <a:pt x="10417" y="20043"/>
                  </a:cubicBezTo>
                  <a:cubicBezTo>
                    <a:pt x="10083" y="20203"/>
                    <a:pt x="9898" y="20667"/>
                    <a:pt x="10126" y="20957"/>
                  </a:cubicBezTo>
                  <a:cubicBezTo>
                    <a:pt x="10225" y="21093"/>
                    <a:pt x="10386" y="21161"/>
                    <a:pt x="10503" y="21284"/>
                  </a:cubicBezTo>
                  <a:cubicBezTo>
                    <a:pt x="10695" y="21476"/>
                    <a:pt x="10744" y="21772"/>
                    <a:pt x="10849" y="22026"/>
                  </a:cubicBezTo>
                  <a:cubicBezTo>
                    <a:pt x="10960" y="22279"/>
                    <a:pt x="11195" y="22532"/>
                    <a:pt x="11461" y="22471"/>
                  </a:cubicBezTo>
                  <a:cubicBezTo>
                    <a:pt x="11832" y="22390"/>
                    <a:pt x="12258" y="22656"/>
                    <a:pt x="12449" y="22983"/>
                  </a:cubicBezTo>
                  <a:cubicBezTo>
                    <a:pt x="12641" y="23305"/>
                    <a:pt x="12709" y="23694"/>
                    <a:pt x="12894" y="24027"/>
                  </a:cubicBezTo>
                  <a:cubicBezTo>
                    <a:pt x="13043" y="24281"/>
                    <a:pt x="13253" y="24491"/>
                    <a:pt x="13413" y="24726"/>
                  </a:cubicBezTo>
                  <a:cubicBezTo>
                    <a:pt x="13574" y="24967"/>
                    <a:pt x="13691" y="25269"/>
                    <a:pt x="13605" y="25547"/>
                  </a:cubicBezTo>
                  <a:cubicBezTo>
                    <a:pt x="13524" y="25838"/>
                    <a:pt x="13246" y="26035"/>
                    <a:pt x="13005" y="26227"/>
                  </a:cubicBezTo>
                  <a:cubicBezTo>
                    <a:pt x="12764" y="26418"/>
                    <a:pt x="12524" y="26696"/>
                    <a:pt x="12579" y="26999"/>
                  </a:cubicBezTo>
                  <a:cubicBezTo>
                    <a:pt x="12616" y="27252"/>
                    <a:pt x="12851" y="27425"/>
                    <a:pt x="13012" y="27623"/>
                  </a:cubicBezTo>
                  <a:cubicBezTo>
                    <a:pt x="13358" y="28043"/>
                    <a:pt x="13438" y="28661"/>
                    <a:pt x="13215" y="29155"/>
                  </a:cubicBezTo>
                  <a:cubicBezTo>
                    <a:pt x="13265" y="29625"/>
                    <a:pt x="12641" y="29995"/>
                    <a:pt x="12171" y="30033"/>
                  </a:cubicBezTo>
                  <a:cubicBezTo>
                    <a:pt x="11702" y="30070"/>
                    <a:pt x="11183" y="29995"/>
                    <a:pt x="10806" y="30273"/>
                  </a:cubicBezTo>
                  <a:cubicBezTo>
                    <a:pt x="10312" y="30638"/>
                    <a:pt x="10299" y="31423"/>
                    <a:pt x="9799" y="31781"/>
                  </a:cubicBezTo>
                  <a:cubicBezTo>
                    <a:pt x="9570" y="31948"/>
                    <a:pt x="9268" y="31985"/>
                    <a:pt x="8983" y="32034"/>
                  </a:cubicBezTo>
                  <a:cubicBezTo>
                    <a:pt x="8693" y="32077"/>
                    <a:pt x="8397" y="32158"/>
                    <a:pt x="8199" y="32368"/>
                  </a:cubicBezTo>
                  <a:cubicBezTo>
                    <a:pt x="8007" y="32572"/>
                    <a:pt x="7995" y="32967"/>
                    <a:pt x="8242" y="33115"/>
                  </a:cubicBezTo>
                  <a:cubicBezTo>
                    <a:pt x="7785" y="33023"/>
                    <a:pt x="7285" y="33196"/>
                    <a:pt x="6982" y="33554"/>
                  </a:cubicBezTo>
                  <a:cubicBezTo>
                    <a:pt x="6679" y="33912"/>
                    <a:pt x="6586" y="34438"/>
                    <a:pt x="6759" y="34870"/>
                  </a:cubicBezTo>
                  <a:cubicBezTo>
                    <a:pt x="6840" y="35099"/>
                    <a:pt x="6994" y="35302"/>
                    <a:pt x="7087" y="35531"/>
                  </a:cubicBezTo>
                  <a:cubicBezTo>
                    <a:pt x="7179" y="35766"/>
                    <a:pt x="7204" y="36050"/>
                    <a:pt x="7050" y="36242"/>
                  </a:cubicBezTo>
                  <a:cubicBezTo>
                    <a:pt x="6895" y="36427"/>
                    <a:pt x="6055" y="36557"/>
                    <a:pt x="5975" y="36328"/>
                  </a:cubicBez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53"/>
            <p:cNvSpPr/>
            <p:nvPr/>
          </p:nvSpPr>
          <p:spPr>
            <a:xfrm>
              <a:off x="817712" y="1986812"/>
              <a:ext cx="551833" cy="913172"/>
            </a:xfrm>
            <a:custGeom>
              <a:avLst/>
              <a:gdLst/>
              <a:ahLst/>
              <a:cxnLst/>
              <a:rect l="l" t="t" r="r" b="b"/>
              <a:pathLst>
                <a:path w="8453" h="13988" extrusionOk="0">
                  <a:moveTo>
                    <a:pt x="1255" y="13141"/>
                  </a:moveTo>
                  <a:cubicBezTo>
                    <a:pt x="1255" y="13141"/>
                    <a:pt x="1" y="12344"/>
                    <a:pt x="62" y="11640"/>
                  </a:cubicBezTo>
                  <a:cubicBezTo>
                    <a:pt x="124" y="10929"/>
                    <a:pt x="829" y="9898"/>
                    <a:pt x="829" y="9898"/>
                  </a:cubicBezTo>
                  <a:cubicBezTo>
                    <a:pt x="829" y="9898"/>
                    <a:pt x="600" y="8909"/>
                    <a:pt x="495" y="8347"/>
                  </a:cubicBezTo>
                  <a:cubicBezTo>
                    <a:pt x="402" y="7778"/>
                    <a:pt x="785" y="7173"/>
                    <a:pt x="785" y="7173"/>
                  </a:cubicBezTo>
                  <a:lnTo>
                    <a:pt x="1724" y="5950"/>
                  </a:lnTo>
                  <a:cubicBezTo>
                    <a:pt x="1724" y="5950"/>
                    <a:pt x="1298" y="6697"/>
                    <a:pt x="1298" y="7080"/>
                  </a:cubicBezTo>
                  <a:cubicBezTo>
                    <a:pt x="1298" y="7457"/>
                    <a:pt x="1724" y="7927"/>
                    <a:pt x="1724" y="7927"/>
                  </a:cubicBezTo>
                  <a:lnTo>
                    <a:pt x="2806" y="7130"/>
                  </a:lnTo>
                  <a:cubicBezTo>
                    <a:pt x="2806" y="7130"/>
                    <a:pt x="2429" y="6339"/>
                    <a:pt x="2472" y="5820"/>
                  </a:cubicBezTo>
                  <a:cubicBezTo>
                    <a:pt x="2521" y="5301"/>
                    <a:pt x="2565" y="4127"/>
                    <a:pt x="2565" y="4127"/>
                  </a:cubicBezTo>
                  <a:lnTo>
                    <a:pt x="1774" y="2910"/>
                  </a:lnTo>
                  <a:cubicBezTo>
                    <a:pt x="1774" y="2910"/>
                    <a:pt x="2521" y="3330"/>
                    <a:pt x="2713" y="3565"/>
                  </a:cubicBezTo>
                  <a:cubicBezTo>
                    <a:pt x="2898" y="3794"/>
                    <a:pt x="3046" y="4930"/>
                    <a:pt x="3046" y="4930"/>
                  </a:cubicBezTo>
                  <a:cubicBezTo>
                    <a:pt x="3046" y="4930"/>
                    <a:pt x="2954" y="5876"/>
                    <a:pt x="3331" y="5826"/>
                  </a:cubicBezTo>
                  <a:cubicBezTo>
                    <a:pt x="3708" y="5783"/>
                    <a:pt x="4128" y="5307"/>
                    <a:pt x="4159" y="4745"/>
                  </a:cubicBezTo>
                  <a:cubicBezTo>
                    <a:pt x="4183" y="4183"/>
                    <a:pt x="4041" y="3287"/>
                    <a:pt x="4369" y="2916"/>
                  </a:cubicBezTo>
                  <a:cubicBezTo>
                    <a:pt x="4696" y="2533"/>
                    <a:pt x="5215" y="1693"/>
                    <a:pt x="5215" y="1693"/>
                  </a:cubicBezTo>
                  <a:lnTo>
                    <a:pt x="5030" y="0"/>
                  </a:lnTo>
                  <a:lnTo>
                    <a:pt x="5592" y="1038"/>
                  </a:lnTo>
                  <a:lnTo>
                    <a:pt x="5641" y="2638"/>
                  </a:lnTo>
                  <a:lnTo>
                    <a:pt x="4986" y="4096"/>
                  </a:lnTo>
                  <a:lnTo>
                    <a:pt x="5641" y="5412"/>
                  </a:lnTo>
                  <a:lnTo>
                    <a:pt x="5172" y="6870"/>
                  </a:lnTo>
                  <a:cubicBezTo>
                    <a:pt x="5172" y="6870"/>
                    <a:pt x="4937" y="8137"/>
                    <a:pt x="5499" y="8236"/>
                  </a:cubicBezTo>
                  <a:cubicBezTo>
                    <a:pt x="6068" y="8328"/>
                    <a:pt x="6815" y="7488"/>
                    <a:pt x="6815" y="7488"/>
                  </a:cubicBezTo>
                  <a:cubicBezTo>
                    <a:pt x="6815" y="7488"/>
                    <a:pt x="7241" y="6172"/>
                    <a:pt x="7044" y="5703"/>
                  </a:cubicBezTo>
                  <a:cubicBezTo>
                    <a:pt x="6858" y="5233"/>
                    <a:pt x="6667" y="4337"/>
                    <a:pt x="6760" y="3967"/>
                  </a:cubicBezTo>
                  <a:cubicBezTo>
                    <a:pt x="6852" y="3596"/>
                    <a:pt x="7278" y="3114"/>
                    <a:pt x="7278" y="3114"/>
                  </a:cubicBezTo>
                  <a:lnTo>
                    <a:pt x="7136" y="4714"/>
                  </a:lnTo>
                  <a:cubicBezTo>
                    <a:pt x="7136" y="4714"/>
                    <a:pt x="7890" y="5418"/>
                    <a:pt x="7890" y="6030"/>
                  </a:cubicBezTo>
                  <a:cubicBezTo>
                    <a:pt x="7890" y="6636"/>
                    <a:pt x="7371" y="7204"/>
                    <a:pt x="7600" y="8007"/>
                  </a:cubicBezTo>
                  <a:cubicBezTo>
                    <a:pt x="7835" y="8798"/>
                    <a:pt x="8452" y="9743"/>
                    <a:pt x="8452" y="9743"/>
                  </a:cubicBezTo>
                  <a:cubicBezTo>
                    <a:pt x="8452" y="9743"/>
                    <a:pt x="8218" y="11343"/>
                    <a:pt x="7655" y="12134"/>
                  </a:cubicBezTo>
                  <a:cubicBezTo>
                    <a:pt x="7093" y="12931"/>
                    <a:pt x="6197" y="13641"/>
                    <a:pt x="5116" y="13827"/>
                  </a:cubicBezTo>
                  <a:cubicBezTo>
                    <a:pt x="4029" y="13987"/>
                    <a:pt x="1255" y="13141"/>
                    <a:pt x="1255" y="131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53"/>
            <p:cNvSpPr/>
            <p:nvPr/>
          </p:nvSpPr>
          <p:spPr>
            <a:xfrm>
              <a:off x="1031056" y="1779477"/>
              <a:ext cx="73900" cy="370739"/>
            </a:xfrm>
            <a:custGeom>
              <a:avLst/>
              <a:gdLst/>
              <a:ahLst/>
              <a:cxnLst/>
              <a:rect l="l" t="t" r="r" b="b"/>
              <a:pathLst>
                <a:path w="1132" h="5679" extrusionOk="0">
                  <a:moveTo>
                    <a:pt x="50" y="4801"/>
                  </a:moveTo>
                  <a:cubicBezTo>
                    <a:pt x="1" y="4332"/>
                    <a:pt x="427" y="3436"/>
                    <a:pt x="427" y="3436"/>
                  </a:cubicBezTo>
                  <a:lnTo>
                    <a:pt x="711" y="2070"/>
                  </a:lnTo>
                  <a:lnTo>
                    <a:pt x="378" y="1"/>
                  </a:lnTo>
                  <a:lnTo>
                    <a:pt x="1082" y="1267"/>
                  </a:lnTo>
                  <a:lnTo>
                    <a:pt x="1131" y="2911"/>
                  </a:lnTo>
                  <a:cubicBezTo>
                    <a:pt x="1131" y="2911"/>
                    <a:pt x="705" y="3522"/>
                    <a:pt x="613" y="4035"/>
                  </a:cubicBezTo>
                  <a:cubicBezTo>
                    <a:pt x="520" y="4554"/>
                    <a:pt x="427" y="5678"/>
                    <a:pt x="427" y="567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53"/>
            <p:cNvSpPr/>
            <p:nvPr/>
          </p:nvSpPr>
          <p:spPr>
            <a:xfrm>
              <a:off x="1242049" y="1967423"/>
              <a:ext cx="29051" cy="169082"/>
            </a:xfrm>
            <a:custGeom>
              <a:avLst/>
              <a:gdLst/>
              <a:ahLst/>
              <a:cxnLst/>
              <a:rect l="l" t="t" r="r" b="b"/>
              <a:pathLst>
                <a:path w="445" h="2590" extrusionOk="0">
                  <a:moveTo>
                    <a:pt x="253" y="1873"/>
                  </a:moveTo>
                  <a:cubicBezTo>
                    <a:pt x="0" y="2589"/>
                    <a:pt x="19" y="1"/>
                    <a:pt x="19" y="1"/>
                  </a:cubicBezTo>
                  <a:lnTo>
                    <a:pt x="445" y="229"/>
                  </a:lnTo>
                  <a:cubicBezTo>
                    <a:pt x="439" y="229"/>
                    <a:pt x="439" y="1360"/>
                    <a:pt x="253" y="187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53"/>
            <p:cNvSpPr/>
            <p:nvPr/>
          </p:nvSpPr>
          <p:spPr>
            <a:xfrm>
              <a:off x="-144229" y="1992426"/>
              <a:ext cx="650214" cy="975321"/>
            </a:xfrm>
            <a:custGeom>
              <a:avLst/>
              <a:gdLst/>
              <a:ahLst/>
              <a:cxnLst/>
              <a:rect l="l" t="t" r="r" b="b"/>
              <a:pathLst>
                <a:path w="9960" h="14940" extrusionOk="0">
                  <a:moveTo>
                    <a:pt x="1292" y="13481"/>
                  </a:moveTo>
                  <a:cubicBezTo>
                    <a:pt x="267" y="12820"/>
                    <a:pt x="1" y="12165"/>
                    <a:pt x="1" y="11646"/>
                  </a:cubicBezTo>
                  <a:cubicBezTo>
                    <a:pt x="1" y="11127"/>
                    <a:pt x="143" y="10948"/>
                    <a:pt x="520" y="10429"/>
                  </a:cubicBezTo>
                  <a:cubicBezTo>
                    <a:pt x="897" y="9910"/>
                    <a:pt x="1224" y="9113"/>
                    <a:pt x="1224" y="9113"/>
                  </a:cubicBezTo>
                  <a:lnTo>
                    <a:pt x="1039" y="7705"/>
                  </a:lnTo>
                  <a:lnTo>
                    <a:pt x="1650" y="6716"/>
                  </a:lnTo>
                  <a:cubicBezTo>
                    <a:pt x="1650" y="6716"/>
                    <a:pt x="1465" y="7322"/>
                    <a:pt x="1650" y="7705"/>
                  </a:cubicBezTo>
                  <a:cubicBezTo>
                    <a:pt x="1836" y="8082"/>
                    <a:pt x="1663" y="8922"/>
                    <a:pt x="2256" y="9163"/>
                  </a:cubicBezTo>
                  <a:cubicBezTo>
                    <a:pt x="2861" y="9404"/>
                    <a:pt x="3856" y="9348"/>
                    <a:pt x="3905" y="8459"/>
                  </a:cubicBezTo>
                  <a:cubicBezTo>
                    <a:pt x="3949" y="7563"/>
                    <a:pt x="3905" y="7241"/>
                    <a:pt x="3572" y="6253"/>
                  </a:cubicBezTo>
                  <a:cubicBezTo>
                    <a:pt x="3238" y="5264"/>
                    <a:pt x="3430" y="4986"/>
                    <a:pt x="3664" y="4375"/>
                  </a:cubicBezTo>
                  <a:cubicBezTo>
                    <a:pt x="3893" y="3763"/>
                    <a:pt x="4091" y="2589"/>
                    <a:pt x="4091" y="2589"/>
                  </a:cubicBezTo>
                  <a:lnTo>
                    <a:pt x="3522" y="1"/>
                  </a:lnTo>
                  <a:lnTo>
                    <a:pt x="4560" y="1558"/>
                  </a:lnTo>
                  <a:lnTo>
                    <a:pt x="5123" y="3485"/>
                  </a:lnTo>
                  <a:cubicBezTo>
                    <a:pt x="5123" y="3485"/>
                    <a:pt x="4511" y="4752"/>
                    <a:pt x="4894" y="5271"/>
                  </a:cubicBezTo>
                  <a:cubicBezTo>
                    <a:pt x="5271" y="5790"/>
                    <a:pt x="5456" y="6537"/>
                    <a:pt x="5882" y="5790"/>
                  </a:cubicBezTo>
                  <a:cubicBezTo>
                    <a:pt x="6303" y="5036"/>
                    <a:pt x="6111" y="3813"/>
                    <a:pt x="6111" y="3813"/>
                  </a:cubicBezTo>
                  <a:cubicBezTo>
                    <a:pt x="6111" y="3813"/>
                    <a:pt x="6537" y="3905"/>
                    <a:pt x="6673" y="4467"/>
                  </a:cubicBezTo>
                  <a:cubicBezTo>
                    <a:pt x="6815" y="5030"/>
                    <a:pt x="7192" y="5215"/>
                    <a:pt x="6766" y="6068"/>
                  </a:cubicBezTo>
                  <a:cubicBezTo>
                    <a:pt x="6346" y="6914"/>
                    <a:pt x="6018" y="7192"/>
                    <a:pt x="6068" y="7940"/>
                  </a:cubicBezTo>
                  <a:cubicBezTo>
                    <a:pt x="6111" y="8693"/>
                    <a:pt x="5975" y="9632"/>
                    <a:pt x="6766" y="9682"/>
                  </a:cubicBezTo>
                  <a:cubicBezTo>
                    <a:pt x="7563" y="9725"/>
                    <a:pt x="7804" y="8829"/>
                    <a:pt x="7804" y="8829"/>
                  </a:cubicBezTo>
                  <a:cubicBezTo>
                    <a:pt x="7804" y="8829"/>
                    <a:pt x="7254" y="8113"/>
                    <a:pt x="7501" y="7489"/>
                  </a:cubicBezTo>
                  <a:cubicBezTo>
                    <a:pt x="7748" y="6858"/>
                    <a:pt x="8218" y="5586"/>
                    <a:pt x="8218" y="5586"/>
                  </a:cubicBezTo>
                  <a:cubicBezTo>
                    <a:pt x="8218" y="5586"/>
                    <a:pt x="8175" y="4319"/>
                    <a:pt x="8218" y="4461"/>
                  </a:cubicBezTo>
                  <a:cubicBezTo>
                    <a:pt x="8267" y="4597"/>
                    <a:pt x="8693" y="5586"/>
                    <a:pt x="8693" y="5586"/>
                  </a:cubicBezTo>
                  <a:cubicBezTo>
                    <a:pt x="8693" y="5586"/>
                    <a:pt x="8267" y="6531"/>
                    <a:pt x="8360" y="7229"/>
                  </a:cubicBezTo>
                  <a:cubicBezTo>
                    <a:pt x="8453" y="7933"/>
                    <a:pt x="8496" y="8218"/>
                    <a:pt x="9015" y="8452"/>
                  </a:cubicBezTo>
                  <a:cubicBezTo>
                    <a:pt x="9534" y="8681"/>
                    <a:pt x="9762" y="8545"/>
                    <a:pt x="9867" y="9534"/>
                  </a:cubicBezTo>
                  <a:cubicBezTo>
                    <a:pt x="9960" y="10522"/>
                    <a:pt x="9960" y="11492"/>
                    <a:pt x="9348" y="12215"/>
                  </a:cubicBezTo>
                  <a:cubicBezTo>
                    <a:pt x="8737" y="12931"/>
                    <a:pt x="7748" y="13525"/>
                    <a:pt x="7044" y="13858"/>
                  </a:cubicBezTo>
                  <a:cubicBezTo>
                    <a:pt x="6352" y="14179"/>
                    <a:pt x="3566" y="14939"/>
                    <a:pt x="1292" y="1348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53"/>
            <p:cNvSpPr/>
            <p:nvPr/>
          </p:nvSpPr>
          <p:spPr>
            <a:xfrm>
              <a:off x="-11901" y="1985180"/>
              <a:ext cx="73051" cy="354158"/>
            </a:xfrm>
            <a:custGeom>
              <a:avLst/>
              <a:gdLst/>
              <a:ahLst/>
              <a:cxnLst/>
              <a:rect l="l" t="t" r="r" b="b"/>
              <a:pathLst>
                <a:path w="1119" h="5425" extrusionOk="0">
                  <a:moveTo>
                    <a:pt x="229" y="5128"/>
                  </a:moveTo>
                  <a:cubicBezTo>
                    <a:pt x="334" y="5425"/>
                    <a:pt x="0" y="4375"/>
                    <a:pt x="229" y="3621"/>
                  </a:cubicBezTo>
                  <a:cubicBezTo>
                    <a:pt x="464" y="2873"/>
                    <a:pt x="655" y="3059"/>
                    <a:pt x="562" y="2206"/>
                  </a:cubicBezTo>
                  <a:cubicBezTo>
                    <a:pt x="470" y="1360"/>
                    <a:pt x="93" y="1"/>
                    <a:pt x="93" y="1"/>
                  </a:cubicBezTo>
                  <a:cubicBezTo>
                    <a:pt x="93" y="1"/>
                    <a:pt x="748" y="1267"/>
                    <a:pt x="890" y="1872"/>
                  </a:cubicBezTo>
                  <a:cubicBezTo>
                    <a:pt x="1026" y="2484"/>
                    <a:pt x="1119" y="3244"/>
                    <a:pt x="890" y="3849"/>
                  </a:cubicBezTo>
                  <a:cubicBezTo>
                    <a:pt x="655" y="4467"/>
                    <a:pt x="136" y="4844"/>
                    <a:pt x="229" y="512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53"/>
            <p:cNvSpPr/>
            <p:nvPr/>
          </p:nvSpPr>
          <p:spPr>
            <a:xfrm>
              <a:off x="328483" y="1804480"/>
              <a:ext cx="49288" cy="342472"/>
            </a:xfrm>
            <a:custGeom>
              <a:avLst/>
              <a:gdLst/>
              <a:ahLst/>
              <a:cxnLst/>
              <a:rect l="l" t="t" r="r" b="b"/>
              <a:pathLst>
                <a:path w="755" h="5246" extrusionOk="0">
                  <a:moveTo>
                    <a:pt x="377" y="4369"/>
                  </a:moveTo>
                  <a:cubicBezTo>
                    <a:pt x="754" y="5246"/>
                    <a:pt x="1" y="3522"/>
                    <a:pt x="143" y="2960"/>
                  </a:cubicBezTo>
                  <a:cubicBezTo>
                    <a:pt x="285" y="2398"/>
                    <a:pt x="192" y="1"/>
                    <a:pt x="192" y="1"/>
                  </a:cubicBezTo>
                  <a:cubicBezTo>
                    <a:pt x="192" y="1"/>
                    <a:pt x="569" y="1366"/>
                    <a:pt x="618" y="1978"/>
                  </a:cubicBezTo>
                  <a:cubicBezTo>
                    <a:pt x="662" y="2589"/>
                    <a:pt x="235" y="4041"/>
                    <a:pt x="377" y="43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53"/>
            <p:cNvSpPr/>
            <p:nvPr/>
          </p:nvSpPr>
          <p:spPr>
            <a:xfrm>
              <a:off x="453500" y="2108170"/>
              <a:ext cx="68677" cy="329611"/>
            </a:xfrm>
            <a:custGeom>
              <a:avLst/>
              <a:gdLst/>
              <a:ahLst/>
              <a:cxnLst/>
              <a:rect l="l" t="t" r="r" b="b"/>
              <a:pathLst>
                <a:path w="1052" h="5049" extrusionOk="0">
                  <a:moveTo>
                    <a:pt x="439" y="4369"/>
                  </a:moveTo>
                  <a:cubicBezTo>
                    <a:pt x="1" y="5048"/>
                    <a:pt x="575" y="3195"/>
                    <a:pt x="297" y="2299"/>
                  </a:cubicBezTo>
                  <a:cubicBezTo>
                    <a:pt x="13" y="1403"/>
                    <a:pt x="161" y="1"/>
                    <a:pt x="161" y="1"/>
                  </a:cubicBezTo>
                  <a:cubicBezTo>
                    <a:pt x="161" y="1"/>
                    <a:pt x="390" y="1033"/>
                    <a:pt x="680" y="1780"/>
                  </a:cubicBezTo>
                  <a:cubicBezTo>
                    <a:pt x="958" y="2540"/>
                    <a:pt x="1051" y="3436"/>
                    <a:pt x="439" y="43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53"/>
            <p:cNvSpPr/>
            <p:nvPr/>
          </p:nvSpPr>
          <p:spPr>
            <a:xfrm>
              <a:off x="1453354" y="2581022"/>
              <a:ext cx="957387" cy="302425"/>
            </a:xfrm>
            <a:custGeom>
              <a:avLst/>
              <a:gdLst/>
              <a:ahLst/>
              <a:cxnLst/>
              <a:rect l="l" t="t" r="r" b="b"/>
              <a:pathLst>
                <a:path w="11054" h="3492" extrusionOk="0">
                  <a:moveTo>
                    <a:pt x="1" y="3250"/>
                  </a:moveTo>
                  <a:lnTo>
                    <a:pt x="1181" y="2355"/>
                  </a:lnTo>
                  <a:lnTo>
                    <a:pt x="2095" y="2107"/>
                  </a:lnTo>
                  <a:lnTo>
                    <a:pt x="2657" y="1193"/>
                  </a:lnTo>
                  <a:lnTo>
                    <a:pt x="4257" y="1422"/>
                  </a:lnTo>
                  <a:lnTo>
                    <a:pt x="5128" y="1162"/>
                  </a:lnTo>
                  <a:lnTo>
                    <a:pt x="6543" y="761"/>
                  </a:lnTo>
                  <a:lnTo>
                    <a:pt x="7791" y="235"/>
                  </a:lnTo>
                  <a:lnTo>
                    <a:pt x="11053" y="1"/>
                  </a:lnTo>
                  <a:lnTo>
                    <a:pt x="11053" y="3491"/>
                  </a:lnTo>
                  <a:lnTo>
                    <a:pt x="211" y="349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53"/>
            <p:cNvSpPr/>
            <p:nvPr/>
          </p:nvSpPr>
          <p:spPr>
            <a:xfrm>
              <a:off x="1714304" y="2641784"/>
              <a:ext cx="508681" cy="212625"/>
            </a:xfrm>
            <a:custGeom>
              <a:avLst/>
              <a:gdLst/>
              <a:ahLst/>
              <a:cxnLst/>
              <a:rect l="l" t="t" r="r" b="b"/>
              <a:pathLst>
                <a:path w="7792" h="3257" extrusionOk="0">
                  <a:moveTo>
                    <a:pt x="5128" y="927"/>
                  </a:moveTo>
                  <a:lnTo>
                    <a:pt x="4257" y="1187"/>
                  </a:lnTo>
                  <a:lnTo>
                    <a:pt x="2657" y="958"/>
                  </a:lnTo>
                  <a:lnTo>
                    <a:pt x="2095" y="1872"/>
                  </a:lnTo>
                  <a:lnTo>
                    <a:pt x="1181" y="2120"/>
                  </a:lnTo>
                  <a:lnTo>
                    <a:pt x="1" y="3015"/>
                  </a:lnTo>
                  <a:lnTo>
                    <a:pt x="211" y="3256"/>
                  </a:lnTo>
                  <a:lnTo>
                    <a:pt x="4319" y="3256"/>
                  </a:lnTo>
                  <a:lnTo>
                    <a:pt x="5190" y="2435"/>
                  </a:lnTo>
                  <a:lnTo>
                    <a:pt x="5518" y="1872"/>
                  </a:lnTo>
                  <a:lnTo>
                    <a:pt x="6667" y="1428"/>
                  </a:lnTo>
                  <a:lnTo>
                    <a:pt x="7791" y="0"/>
                  </a:lnTo>
                  <a:lnTo>
                    <a:pt x="6543" y="526"/>
                  </a:ln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53"/>
            <p:cNvSpPr/>
            <p:nvPr/>
          </p:nvSpPr>
          <p:spPr>
            <a:xfrm>
              <a:off x="244203" y="2558680"/>
              <a:ext cx="745004" cy="130761"/>
            </a:xfrm>
            <a:custGeom>
              <a:avLst/>
              <a:gdLst/>
              <a:ahLst/>
              <a:cxnLst/>
              <a:rect l="l" t="t" r="r" b="b"/>
              <a:pathLst>
                <a:path w="11412" h="2003" extrusionOk="0">
                  <a:moveTo>
                    <a:pt x="10936" y="514"/>
                  </a:moveTo>
                  <a:lnTo>
                    <a:pt x="964" y="514"/>
                  </a:lnTo>
                  <a:lnTo>
                    <a:pt x="62" y="1"/>
                  </a:lnTo>
                  <a:lnTo>
                    <a:pt x="0" y="112"/>
                  </a:lnTo>
                  <a:lnTo>
                    <a:pt x="933" y="637"/>
                  </a:lnTo>
                  <a:lnTo>
                    <a:pt x="2991" y="637"/>
                  </a:lnTo>
                  <a:lnTo>
                    <a:pt x="2991" y="2002"/>
                  </a:lnTo>
                  <a:lnTo>
                    <a:pt x="3114" y="2002"/>
                  </a:lnTo>
                  <a:lnTo>
                    <a:pt x="3114" y="637"/>
                  </a:lnTo>
                  <a:lnTo>
                    <a:pt x="4232" y="637"/>
                  </a:lnTo>
                  <a:lnTo>
                    <a:pt x="4232" y="2002"/>
                  </a:lnTo>
                  <a:lnTo>
                    <a:pt x="4356" y="2002"/>
                  </a:lnTo>
                  <a:lnTo>
                    <a:pt x="4356" y="637"/>
                  </a:lnTo>
                  <a:lnTo>
                    <a:pt x="5474" y="637"/>
                  </a:lnTo>
                  <a:lnTo>
                    <a:pt x="5474" y="2002"/>
                  </a:lnTo>
                  <a:lnTo>
                    <a:pt x="5598" y="2002"/>
                  </a:lnTo>
                  <a:lnTo>
                    <a:pt x="5598" y="637"/>
                  </a:lnTo>
                  <a:lnTo>
                    <a:pt x="6716" y="637"/>
                  </a:lnTo>
                  <a:lnTo>
                    <a:pt x="6716" y="2002"/>
                  </a:lnTo>
                  <a:lnTo>
                    <a:pt x="6840" y="2002"/>
                  </a:lnTo>
                  <a:lnTo>
                    <a:pt x="6840" y="637"/>
                  </a:lnTo>
                  <a:lnTo>
                    <a:pt x="7964" y="637"/>
                  </a:lnTo>
                  <a:lnTo>
                    <a:pt x="7964" y="2002"/>
                  </a:lnTo>
                  <a:lnTo>
                    <a:pt x="8088" y="2002"/>
                  </a:lnTo>
                  <a:lnTo>
                    <a:pt x="8088" y="637"/>
                  </a:lnTo>
                  <a:lnTo>
                    <a:pt x="10929" y="637"/>
                  </a:lnTo>
                  <a:lnTo>
                    <a:pt x="11362" y="866"/>
                  </a:lnTo>
                  <a:lnTo>
                    <a:pt x="11411" y="761"/>
                  </a:lnTo>
                  <a:close/>
                  <a:moveTo>
                    <a:pt x="9403" y="1107"/>
                  </a:moveTo>
                  <a:lnTo>
                    <a:pt x="9181" y="1298"/>
                  </a:lnTo>
                  <a:lnTo>
                    <a:pt x="9181" y="2002"/>
                  </a:lnTo>
                  <a:lnTo>
                    <a:pt x="9305" y="2002"/>
                  </a:lnTo>
                  <a:lnTo>
                    <a:pt x="9305" y="1354"/>
                  </a:lnTo>
                  <a:lnTo>
                    <a:pt x="9490" y="1199"/>
                  </a:lnTo>
                  <a:lnTo>
                    <a:pt x="9663" y="1026"/>
                  </a:lnTo>
                  <a:lnTo>
                    <a:pt x="9576" y="94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53"/>
            <p:cNvSpPr/>
            <p:nvPr/>
          </p:nvSpPr>
          <p:spPr>
            <a:xfrm>
              <a:off x="644321" y="2686175"/>
              <a:ext cx="317860" cy="196827"/>
            </a:xfrm>
            <a:custGeom>
              <a:avLst/>
              <a:gdLst/>
              <a:ahLst/>
              <a:cxnLst/>
              <a:rect l="l" t="t" r="r" b="b"/>
              <a:pathLst>
                <a:path w="4869" h="3015" extrusionOk="0">
                  <a:moveTo>
                    <a:pt x="2613" y="0"/>
                  </a:moveTo>
                  <a:lnTo>
                    <a:pt x="4121" y="0"/>
                  </a:lnTo>
                  <a:lnTo>
                    <a:pt x="4121" y="482"/>
                  </a:lnTo>
                  <a:lnTo>
                    <a:pt x="4448" y="927"/>
                  </a:lnTo>
                  <a:cubicBezTo>
                    <a:pt x="4448" y="927"/>
                    <a:pt x="4590" y="982"/>
                    <a:pt x="4590" y="1143"/>
                  </a:cubicBezTo>
                  <a:cubicBezTo>
                    <a:pt x="4590" y="1310"/>
                    <a:pt x="4683" y="1693"/>
                    <a:pt x="4776" y="1810"/>
                  </a:cubicBezTo>
                  <a:cubicBezTo>
                    <a:pt x="4868" y="1915"/>
                    <a:pt x="4442" y="2465"/>
                    <a:pt x="4442" y="2465"/>
                  </a:cubicBezTo>
                  <a:lnTo>
                    <a:pt x="3738" y="2749"/>
                  </a:lnTo>
                  <a:lnTo>
                    <a:pt x="822" y="3015"/>
                  </a:lnTo>
                  <a:lnTo>
                    <a:pt x="0" y="1915"/>
                  </a:lnTo>
                  <a:lnTo>
                    <a:pt x="117" y="71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53"/>
            <p:cNvSpPr/>
            <p:nvPr/>
          </p:nvSpPr>
          <p:spPr>
            <a:xfrm>
              <a:off x="762091" y="2717576"/>
              <a:ext cx="180310" cy="67045"/>
            </a:xfrm>
            <a:custGeom>
              <a:avLst/>
              <a:gdLst/>
              <a:ahLst/>
              <a:cxnLst/>
              <a:rect l="l" t="t" r="r" b="b"/>
              <a:pathLst>
                <a:path w="2762" h="1027" extrusionOk="0">
                  <a:moveTo>
                    <a:pt x="2638" y="446"/>
                  </a:moveTo>
                  <a:lnTo>
                    <a:pt x="2305" y="1"/>
                  </a:lnTo>
                  <a:lnTo>
                    <a:pt x="482" y="662"/>
                  </a:lnTo>
                  <a:lnTo>
                    <a:pt x="0" y="971"/>
                  </a:lnTo>
                  <a:lnTo>
                    <a:pt x="1094" y="1026"/>
                  </a:lnTo>
                  <a:lnTo>
                    <a:pt x="2762" y="594"/>
                  </a:lnTo>
                  <a:cubicBezTo>
                    <a:pt x="2737" y="489"/>
                    <a:pt x="2638" y="446"/>
                    <a:pt x="2638" y="446"/>
                  </a:cubicBez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53"/>
            <p:cNvSpPr/>
            <p:nvPr/>
          </p:nvSpPr>
          <p:spPr>
            <a:xfrm>
              <a:off x="734215" y="2807142"/>
              <a:ext cx="222744" cy="71876"/>
            </a:xfrm>
            <a:custGeom>
              <a:avLst/>
              <a:gdLst/>
              <a:ahLst/>
              <a:cxnLst/>
              <a:rect l="l" t="t" r="r" b="b"/>
              <a:pathLst>
                <a:path w="3412" h="1101" extrusionOk="0">
                  <a:moveTo>
                    <a:pt x="3411" y="0"/>
                  </a:moveTo>
                  <a:lnTo>
                    <a:pt x="2392" y="371"/>
                  </a:lnTo>
                  <a:lnTo>
                    <a:pt x="1632" y="476"/>
                  </a:lnTo>
                  <a:lnTo>
                    <a:pt x="75" y="884"/>
                  </a:lnTo>
                  <a:lnTo>
                    <a:pt x="1" y="1100"/>
                  </a:lnTo>
                  <a:lnTo>
                    <a:pt x="2373" y="884"/>
                  </a:lnTo>
                  <a:lnTo>
                    <a:pt x="3071" y="600"/>
                  </a:lnTo>
                  <a:cubicBezTo>
                    <a:pt x="3065" y="606"/>
                    <a:pt x="3399" y="180"/>
                    <a:pt x="3411" y="0"/>
                  </a:cubicBez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53"/>
            <p:cNvSpPr/>
            <p:nvPr/>
          </p:nvSpPr>
          <p:spPr>
            <a:xfrm>
              <a:off x="330899" y="2686175"/>
              <a:ext cx="546153" cy="196435"/>
            </a:xfrm>
            <a:custGeom>
              <a:avLst/>
              <a:gdLst/>
              <a:ahLst/>
              <a:cxnLst/>
              <a:rect l="l" t="t" r="r" b="b"/>
              <a:pathLst>
                <a:path w="8366" h="3009" extrusionOk="0">
                  <a:moveTo>
                    <a:pt x="8366" y="0"/>
                  </a:moveTo>
                  <a:lnTo>
                    <a:pt x="1150" y="0"/>
                  </a:lnTo>
                  <a:lnTo>
                    <a:pt x="724" y="383"/>
                  </a:lnTo>
                  <a:lnTo>
                    <a:pt x="612" y="1446"/>
                  </a:lnTo>
                  <a:lnTo>
                    <a:pt x="1" y="1668"/>
                  </a:lnTo>
                  <a:lnTo>
                    <a:pt x="1" y="3009"/>
                  </a:lnTo>
                  <a:lnTo>
                    <a:pt x="6580" y="3009"/>
                  </a:lnTo>
                  <a:lnTo>
                    <a:pt x="7519" y="2743"/>
                  </a:lnTo>
                  <a:lnTo>
                    <a:pt x="7797" y="2335"/>
                  </a:lnTo>
                  <a:lnTo>
                    <a:pt x="7705" y="1501"/>
                  </a:lnTo>
                  <a:lnTo>
                    <a:pt x="7099" y="1137"/>
                  </a:lnTo>
                  <a:lnTo>
                    <a:pt x="8075" y="4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53"/>
            <p:cNvSpPr/>
            <p:nvPr/>
          </p:nvSpPr>
          <p:spPr>
            <a:xfrm>
              <a:off x="431760" y="2686175"/>
              <a:ext cx="230317" cy="197284"/>
            </a:xfrm>
            <a:custGeom>
              <a:avLst/>
              <a:gdLst/>
              <a:ahLst/>
              <a:cxnLst/>
              <a:rect l="l" t="t" r="r" b="b"/>
              <a:pathLst>
                <a:path w="3528" h="3022" extrusionOk="0">
                  <a:moveTo>
                    <a:pt x="3071" y="154"/>
                  </a:moveTo>
                  <a:lnTo>
                    <a:pt x="3238" y="0"/>
                  </a:lnTo>
                  <a:lnTo>
                    <a:pt x="3058" y="0"/>
                  </a:lnTo>
                  <a:lnTo>
                    <a:pt x="2947" y="204"/>
                  </a:lnTo>
                  <a:lnTo>
                    <a:pt x="3528" y="939"/>
                  </a:lnTo>
                  <a:close/>
                  <a:moveTo>
                    <a:pt x="2935" y="2064"/>
                  </a:moveTo>
                  <a:lnTo>
                    <a:pt x="2762" y="1625"/>
                  </a:lnTo>
                  <a:lnTo>
                    <a:pt x="1885" y="1909"/>
                  </a:lnTo>
                  <a:lnTo>
                    <a:pt x="1835" y="1946"/>
                  </a:lnTo>
                  <a:lnTo>
                    <a:pt x="1458" y="2255"/>
                  </a:lnTo>
                  <a:lnTo>
                    <a:pt x="1063" y="2131"/>
                  </a:lnTo>
                  <a:lnTo>
                    <a:pt x="593" y="1724"/>
                  </a:lnTo>
                  <a:lnTo>
                    <a:pt x="0" y="1477"/>
                  </a:lnTo>
                  <a:cubicBezTo>
                    <a:pt x="0" y="1477"/>
                    <a:pt x="377" y="1742"/>
                    <a:pt x="501" y="1779"/>
                  </a:cubicBezTo>
                  <a:cubicBezTo>
                    <a:pt x="624" y="1810"/>
                    <a:pt x="939" y="2156"/>
                    <a:pt x="939" y="2156"/>
                  </a:cubicBezTo>
                  <a:lnTo>
                    <a:pt x="1539" y="2582"/>
                  </a:lnTo>
                  <a:lnTo>
                    <a:pt x="1804" y="3021"/>
                  </a:lnTo>
                  <a:lnTo>
                    <a:pt x="1878" y="3021"/>
                  </a:lnTo>
                  <a:lnTo>
                    <a:pt x="1823" y="2836"/>
                  </a:lnTo>
                  <a:lnTo>
                    <a:pt x="1637" y="2471"/>
                  </a:lnTo>
                  <a:lnTo>
                    <a:pt x="2515" y="2793"/>
                  </a:lnTo>
                  <a:lnTo>
                    <a:pt x="2576" y="3021"/>
                  </a:lnTo>
                  <a:lnTo>
                    <a:pt x="2749" y="3021"/>
                  </a:lnTo>
                  <a:lnTo>
                    <a:pt x="2626" y="2657"/>
                  </a:lnTo>
                  <a:lnTo>
                    <a:pt x="1983" y="2502"/>
                  </a:lnTo>
                  <a:lnTo>
                    <a:pt x="1650" y="2317"/>
                  </a:lnTo>
                  <a:lnTo>
                    <a:pt x="2638" y="178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53"/>
            <p:cNvSpPr/>
            <p:nvPr/>
          </p:nvSpPr>
          <p:spPr>
            <a:xfrm>
              <a:off x="1943381" y="2534069"/>
              <a:ext cx="191669" cy="189646"/>
            </a:xfrm>
            <a:custGeom>
              <a:avLst/>
              <a:gdLst/>
              <a:ahLst/>
              <a:cxnLst/>
              <a:rect l="l" t="t" r="r" b="b"/>
              <a:pathLst>
                <a:path w="2936" h="2905" extrusionOk="0">
                  <a:moveTo>
                    <a:pt x="575" y="1"/>
                  </a:moveTo>
                  <a:lnTo>
                    <a:pt x="1057" y="38"/>
                  </a:lnTo>
                  <a:lnTo>
                    <a:pt x="1057" y="600"/>
                  </a:lnTo>
                  <a:lnTo>
                    <a:pt x="1212" y="934"/>
                  </a:lnTo>
                  <a:lnTo>
                    <a:pt x="1570" y="1199"/>
                  </a:lnTo>
                  <a:lnTo>
                    <a:pt x="1601" y="1465"/>
                  </a:lnTo>
                  <a:lnTo>
                    <a:pt x="1694" y="2151"/>
                  </a:lnTo>
                  <a:lnTo>
                    <a:pt x="2231" y="2281"/>
                  </a:lnTo>
                  <a:lnTo>
                    <a:pt x="2935" y="2484"/>
                  </a:lnTo>
                  <a:lnTo>
                    <a:pt x="2280" y="2905"/>
                  </a:lnTo>
                  <a:lnTo>
                    <a:pt x="822" y="2454"/>
                  </a:lnTo>
                  <a:lnTo>
                    <a:pt x="1" y="136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53"/>
            <p:cNvSpPr/>
            <p:nvPr/>
          </p:nvSpPr>
          <p:spPr>
            <a:xfrm>
              <a:off x="2014800" y="2612341"/>
              <a:ext cx="39169" cy="63781"/>
            </a:xfrm>
            <a:custGeom>
              <a:avLst/>
              <a:gdLst/>
              <a:ahLst/>
              <a:cxnLst/>
              <a:rect l="l" t="t" r="r" b="b"/>
              <a:pathLst>
                <a:path w="600" h="977" extrusionOk="0">
                  <a:moveTo>
                    <a:pt x="0" y="624"/>
                  </a:moveTo>
                  <a:lnTo>
                    <a:pt x="377" y="977"/>
                  </a:lnTo>
                  <a:lnTo>
                    <a:pt x="600" y="952"/>
                  </a:lnTo>
                  <a:lnTo>
                    <a:pt x="507" y="266"/>
                  </a:lnTo>
                  <a:lnTo>
                    <a:pt x="476" y="0"/>
                  </a:lnTo>
                  <a:lnTo>
                    <a:pt x="192" y="21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53"/>
            <p:cNvSpPr/>
            <p:nvPr/>
          </p:nvSpPr>
          <p:spPr>
            <a:xfrm>
              <a:off x="1029489" y="2455469"/>
              <a:ext cx="915195" cy="200483"/>
            </a:xfrm>
            <a:custGeom>
              <a:avLst/>
              <a:gdLst/>
              <a:ahLst/>
              <a:cxnLst/>
              <a:rect l="l" t="t" r="r" b="b"/>
              <a:pathLst>
                <a:path w="14019" h="3071" extrusionOk="0">
                  <a:moveTo>
                    <a:pt x="8402" y="1013"/>
                  </a:moveTo>
                  <a:lnTo>
                    <a:pt x="7995" y="797"/>
                  </a:lnTo>
                  <a:lnTo>
                    <a:pt x="1600" y="1693"/>
                  </a:lnTo>
                  <a:lnTo>
                    <a:pt x="847" y="1619"/>
                  </a:lnTo>
                  <a:lnTo>
                    <a:pt x="494" y="1718"/>
                  </a:lnTo>
                  <a:lnTo>
                    <a:pt x="0" y="1909"/>
                  </a:lnTo>
                  <a:lnTo>
                    <a:pt x="50" y="2020"/>
                  </a:lnTo>
                  <a:lnTo>
                    <a:pt x="538" y="1835"/>
                  </a:lnTo>
                  <a:lnTo>
                    <a:pt x="853" y="1742"/>
                  </a:lnTo>
                  <a:lnTo>
                    <a:pt x="1600" y="1810"/>
                  </a:lnTo>
                  <a:lnTo>
                    <a:pt x="1804" y="1779"/>
                  </a:lnTo>
                  <a:lnTo>
                    <a:pt x="1965" y="3071"/>
                  </a:lnTo>
                  <a:lnTo>
                    <a:pt x="2088" y="3058"/>
                  </a:lnTo>
                  <a:lnTo>
                    <a:pt x="1928" y="1767"/>
                  </a:lnTo>
                  <a:lnTo>
                    <a:pt x="3293" y="1576"/>
                  </a:lnTo>
                  <a:lnTo>
                    <a:pt x="3448" y="2842"/>
                  </a:lnTo>
                  <a:lnTo>
                    <a:pt x="3571" y="2824"/>
                  </a:lnTo>
                  <a:lnTo>
                    <a:pt x="3417" y="1557"/>
                  </a:lnTo>
                  <a:lnTo>
                    <a:pt x="4603" y="1390"/>
                  </a:lnTo>
                  <a:lnTo>
                    <a:pt x="4930" y="2607"/>
                  </a:lnTo>
                  <a:lnTo>
                    <a:pt x="5048" y="2576"/>
                  </a:lnTo>
                  <a:lnTo>
                    <a:pt x="4720" y="1372"/>
                  </a:lnTo>
                  <a:lnTo>
                    <a:pt x="6240" y="1155"/>
                  </a:lnTo>
                  <a:lnTo>
                    <a:pt x="6407" y="2366"/>
                  </a:lnTo>
                  <a:lnTo>
                    <a:pt x="6530" y="2354"/>
                  </a:lnTo>
                  <a:lnTo>
                    <a:pt x="6364" y="1143"/>
                  </a:lnTo>
                  <a:lnTo>
                    <a:pt x="7704" y="958"/>
                  </a:lnTo>
                  <a:lnTo>
                    <a:pt x="7890" y="2138"/>
                  </a:lnTo>
                  <a:lnTo>
                    <a:pt x="8013" y="2119"/>
                  </a:lnTo>
                  <a:lnTo>
                    <a:pt x="7822" y="939"/>
                  </a:lnTo>
                  <a:lnTo>
                    <a:pt x="7976" y="915"/>
                  </a:lnTo>
                  <a:lnTo>
                    <a:pt x="8390" y="1131"/>
                  </a:lnTo>
                  <a:lnTo>
                    <a:pt x="8717" y="1088"/>
                  </a:lnTo>
                  <a:lnTo>
                    <a:pt x="9014" y="1193"/>
                  </a:lnTo>
                  <a:lnTo>
                    <a:pt x="9057" y="1081"/>
                  </a:lnTo>
                  <a:lnTo>
                    <a:pt x="8742" y="958"/>
                  </a:lnTo>
                  <a:close/>
                  <a:moveTo>
                    <a:pt x="13672" y="0"/>
                  </a:moveTo>
                  <a:lnTo>
                    <a:pt x="9564" y="575"/>
                  </a:lnTo>
                  <a:lnTo>
                    <a:pt x="9576" y="698"/>
                  </a:lnTo>
                  <a:lnTo>
                    <a:pt x="10688" y="544"/>
                  </a:lnTo>
                  <a:lnTo>
                    <a:pt x="10867" y="1773"/>
                  </a:lnTo>
                  <a:lnTo>
                    <a:pt x="10991" y="1761"/>
                  </a:lnTo>
                  <a:lnTo>
                    <a:pt x="10812" y="531"/>
                  </a:lnTo>
                  <a:lnTo>
                    <a:pt x="13648" y="130"/>
                  </a:lnTo>
                  <a:lnTo>
                    <a:pt x="13957" y="309"/>
                  </a:lnTo>
                  <a:lnTo>
                    <a:pt x="14018" y="198"/>
                  </a:lnTo>
                  <a:close/>
                  <a:moveTo>
                    <a:pt x="9199" y="674"/>
                  </a:moveTo>
                  <a:lnTo>
                    <a:pt x="9403" y="2002"/>
                  </a:lnTo>
                  <a:lnTo>
                    <a:pt x="9521" y="1983"/>
                  </a:lnTo>
                  <a:lnTo>
                    <a:pt x="9323" y="655"/>
                  </a:lnTo>
                  <a:close/>
                  <a:moveTo>
                    <a:pt x="12326" y="525"/>
                  </a:moveTo>
                  <a:lnTo>
                    <a:pt x="12344" y="1576"/>
                  </a:lnTo>
                  <a:lnTo>
                    <a:pt x="12468" y="1576"/>
                  </a:lnTo>
                  <a:lnTo>
                    <a:pt x="12449" y="5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53"/>
            <p:cNvSpPr/>
            <p:nvPr/>
          </p:nvSpPr>
          <p:spPr>
            <a:xfrm>
              <a:off x="1098036" y="2534069"/>
              <a:ext cx="994252" cy="312638"/>
            </a:xfrm>
            <a:custGeom>
              <a:avLst/>
              <a:gdLst/>
              <a:ahLst/>
              <a:cxnLst/>
              <a:rect l="l" t="t" r="r" b="b"/>
              <a:pathLst>
                <a:path w="15230" h="4789" extrusionOk="0">
                  <a:moveTo>
                    <a:pt x="14235" y="1416"/>
                  </a:moveTo>
                  <a:lnTo>
                    <a:pt x="13481" y="1156"/>
                  </a:lnTo>
                  <a:lnTo>
                    <a:pt x="13568" y="477"/>
                  </a:lnTo>
                  <a:lnTo>
                    <a:pt x="13524" y="1"/>
                  </a:lnTo>
                  <a:lnTo>
                    <a:pt x="0" y="1805"/>
                  </a:lnTo>
                  <a:lnTo>
                    <a:pt x="402" y="4789"/>
                  </a:lnTo>
                  <a:lnTo>
                    <a:pt x="15229" y="2905"/>
                  </a:lnTo>
                  <a:lnTo>
                    <a:pt x="14420" y="217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53"/>
            <p:cNvSpPr/>
            <p:nvPr/>
          </p:nvSpPr>
          <p:spPr>
            <a:xfrm>
              <a:off x="1100059" y="2557113"/>
              <a:ext cx="756689" cy="288418"/>
            </a:xfrm>
            <a:custGeom>
              <a:avLst/>
              <a:gdLst/>
              <a:ahLst/>
              <a:cxnLst/>
              <a:rect l="l" t="t" r="r" b="b"/>
              <a:pathLst>
                <a:path w="11591" h="4418" extrusionOk="0">
                  <a:moveTo>
                    <a:pt x="8125" y="2193"/>
                  </a:moveTo>
                  <a:lnTo>
                    <a:pt x="7340" y="1297"/>
                  </a:lnTo>
                  <a:lnTo>
                    <a:pt x="7445" y="451"/>
                  </a:lnTo>
                  <a:lnTo>
                    <a:pt x="5338" y="729"/>
                  </a:lnTo>
                  <a:lnTo>
                    <a:pt x="5419" y="1291"/>
                  </a:lnTo>
                  <a:lnTo>
                    <a:pt x="5839" y="2440"/>
                  </a:lnTo>
                  <a:lnTo>
                    <a:pt x="5116" y="1477"/>
                  </a:lnTo>
                  <a:lnTo>
                    <a:pt x="4529" y="1285"/>
                  </a:lnTo>
                  <a:lnTo>
                    <a:pt x="3596" y="951"/>
                  </a:lnTo>
                  <a:lnTo>
                    <a:pt x="309" y="1390"/>
                  </a:lnTo>
                  <a:lnTo>
                    <a:pt x="0" y="1532"/>
                  </a:lnTo>
                  <a:lnTo>
                    <a:pt x="390" y="4417"/>
                  </a:lnTo>
                  <a:lnTo>
                    <a:pt x="9719" y="3237"/>
                  </a:lnTo>
                  <a:lnTo>
                    <a:pt x="8909" y="2793"/>
                  </a:lnTo>
                  <a:close/>
                  <a:moveTo>
                    <a:pt x="10837" y="124"/>
                  </a:moveTo>
                  <a:lnTo>
                    <a:pt x="10855" y="0"/>
                  </a:lnTo>
                  <a:lnTo>
                    <a:pt x="8304" y="340"/>
                  </a:lnTo>
                  <a:lnTo>
                    <a:pt x="8847" y="908"/>
                  </a:lnTo>
                  <a:lnTo>
                    <a:pt x="9595" y="1699"/>
                  </a:lnTo>
                  <a:lnTo>
                    <a:pt x="9410" y="365"/>
                  </a:lnTo>
                  <a:lnTo>
                    <a:pt x="9879" y="599"/>
                  </a:lnTo>
                  <a:lnTo>
                    <a:pt x="10398" y="618"/>
                  </a:lnTo>
                  <a:lnTo>
                    <a:pt x="11590" y="127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53"/>
            <p:cNvSpPr/>
            <p:nvPr/>
          </p:nvSpPr>
          <p:spPr>
            <a:xfrm>
              <a:off x="1393701" y="2563511"/>
              <a:ext cx="494123" cy="246507"/>
            </a:xfrm>
            <a:custGeom>
              <a:avLst/>
              <a:gdLst/>
              <a:ahLst/>
              <a:cxnLst/>
              <a:rect l="l" t="t" r="r" b="b"/>
              <a:pathLst>
                <a:path w="7569" h="3776" extrusionOk="0">
                  <a:moveTo>
                    <a:pt x="772" y="2429"/>
                  </a:moveTo>
                  <a:lnTo>
                    <a:pt x="43" y="2738"/>
                  </a:lnTo>
                  <a:lnTo>
                    <a:pt x="0" y="3590"/>
                  </a:lnTo>
                  <a:lnTo>
                    <a:pt x="161" y="3776"/>
                  </a:lnTo>
                  <a:lnTo>
                    <a:pt x="253" y="2806"/>
                  </a:lnTo>
                  <a:lnTo>
                    <a:pt x="890" y="2552"/>
                  </a:lnTo>
                  <a:lnTo>
                    <a:pt x="1921" y="2083"/>
                  </a:lnTo>
                  <a:lnTo>
                    <a:pt x="2817" y="1045"/>
                  </a:lnTo>
                  <a:lnTo>
                    <a:pt x="1804" y="1990"/>
                  </a:lnTo>
                  <a:close/>
                  <a:moveTo>
                    <a:pt x="7117" y="705"/>
                  </a:moveTo>
                  <a:lnTo>
                    <a:pt x="6462" y="520"/>
                  </a:lnTo>
                  <a:lnTo>
                    <a:pt x="5758" y="427"/>
                  </a:lnTo>
                  <a:lnTo>
                    <a:pt x="5597" y="1"/>
                  </a:lnTo>
                  <a:lnTo>
                    <a:pt x="5066" y="75"/>
                  </a:lnTo>
                  <a:lnTo>
                    <a:pt x="5103" y="520"/>
                  </a:lnTo>
                  <a:lnTo>
                    <a:pt x="5832" y="680"/>
                  </a:lnTo>
                  <a:lnTo>
                    <a:pt x="5900" y="1953"/>
                  </a:lnTo>
                  <a:lnTo>
                    <a:pt x="5968" y="680"/>
                  </a:lnTo>
                  <a:lnTo>
                    <a:pt x="6438" y="705"/>
                  </a:lnTo>
                  <a:lnTo>
                    <a:pt x="7025" y="847"/>
                  </a:lnTo>
                  <a:lnTo>
                    <a:pt x="7568" y="136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53"/>
            <p:cNvSpPr/>
            <p:nvPr/>
          </p:nvSpPr>
          <p:spPr>
            <a:xfrm>
              <a:off x="883843" y="2642567"/>
              <a:ext cx="1341164" cy="368324"/>
            </a:xfrm>
            <a:custGeom>
              <a:avLst/>
              <a:gdLst/>
              <a:ahLst/>
              <a:cxnLst/>
              <a:rect l="l" t="t" r="r" b="b"/>
              <a:pathLst>
                <a:path w="20544" h="5642" extrusionOk="0">
                  <a:moveTo>
                    <a:pt x="1" y="3473"/>
                  </a:moveTo>
                  <a:cubicBezTo>
                    <a:pt x="1" y="3473"/>
                    <a:pt x="427" y="2725"/>
                    <a:pt x="427" y="2577"/>
                  </a:cubicBezTo>
                  <a:cubicBezTo>
                    <a:pt x="427" y="2441"/>
                    <a:pt x="520" y="1830"/>
                    <a:pt x="520" y="1830"/>
                  </a:cubicBezTo>
                  <a:lnTo>
                    <a:pt x="748" y="1033"/>
                  </a:lnTo>
                  <a:lnTo>
                    <a:pt x="1972" y="93"/>
                  </a:lnTo>
                  <a:lnTo>
                    <a:pt x="3053" y="1"/>
                  </a:lnTo>
                  <a:lnTo>
                    <a:pt x="3850" y="186"/>
                  </a:lnTo>
                  <a:lnTo>
                    <a:pt x="5308" y="514"/>
                  </a:lnTo>
                  <a:lnTo>
                    <a:pt x="6055" y="1175"/>
                  </a:lnTo>
                  <a:lnTo>
                    <a:pt x="6908" y="470"/>
                  </a:lnTo>
                  <a:lnTo>
                    <a:pt x="7699" y="1595"/>
                  </a:lnTo>
                  <a:lnTo>
                    <a:pt x="8737" y="2299"/>
                  </a:lnTo>
                  <a:lnTo>
                    <a:pt x="10152" y="2348"/>
                  </a:lnTo>
                  <a:lnTo>
                    <a:pt x="11134" y="2058"/>
                  </a:lnTo>
                  <a:lnTo>
                    <a:pt x="12172" y="2108"/>
                  </a:lnTo>
                  <a:lnTo>
                    <a:pt x="13537" y="2954"/>
                  </a:lnTo>
                  <a:lnTo>
                    <a:pt x="14149" y="3609"/>
                  </a:lnTo>
                  <a:lnTo>
                    <a:pt x="14853" y="3473"/>
                  </a:lnTo>
                  <a:lnTo>
                    <a:pt x="14668" y="2299"/>
                  </a:lnTo>
                  <a:lnTo>
                    <a:pt x="16688" y="2064"/>
                  </a:lnTo>
                  <a:lnTo>
                    <a:pt x="16978" y="1168"/>
                  </a:lnTo>
                  <a:lnTo>
                    <a:pt x="19141" y="1552"/>
                  </a:lnTo>
                  <a:cubicBezTo>
                    <a:pt x="19141" y="1552"/>
                    <a:pt x="19141" y="3010"/>
                    <a:pt x="19369" y="3059"/>
                  </a:cubicBezTo>
                  <a:cubicBezTo>
                    <a:pt x="19604" y="3102"/>
                    <a:pt x="20074" y="3714"/>
                    <a:pt x="20074" y="3714"/>
                  </a:cubicBezTo>
                  <a:lnTo>
                    <a:pt x="20543" y="5221"/>
                  </a:lnTo>
                  <a:lnTo>
                    <a:pt x="15045" y="5641"/>
                  </a:lnTo>
                  <a:lnTo>
                    <a:pt x="10436" y="5505"/>
                  </a:lnTo>
                  <a:lnTo>
                    <a:pt x="5499" y="5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53"/>
            <p:cNvSpPr/>
            <p:nvPr/>
          </p:nvSpPr>
          <p:spPr>
            <a:xfrm>
              <a:off x="1030272" y="2800679"/>
              <a:ext cx="1073701" cy="206946"/>
            </a:xfrm>
            <a:custGeom>
              <a:avLst/>
              <a:gdLst/>
              <a:ahLst/>
              <a:cxnLst/>
              <a:rect l="l" t="t" r="r" b="b"/>
              <a:pathLst>
                <a:path w="16447" h="3170" extrusionOk="0">
                  <a:moveTo>
                    <a:pt x="15637" y="1131"/>
                  </a:moveTo>
                  <a:lnTo>
                    <a:pt x="14099" y="1477"/>
                  </a:lnTo>
                  <a:lnTo>
                    <a:pt x="13475" y="3170"/>
                  </a:lnTo>
                  <a:lnTo>
                    <a:pt x="16447" y="2935"/>
                  </a:lnTo>
                  <a:close/>
                  <a:moveTo>
                    <a:pt x="2163" y="1755"/>
                  </a:moveTo>
                  <a:lnTo>
                    <a:pt x="2379" y="1"/>
                  </a:lnTo>
                  <a:lnTo>
                    <a:pt x="1" y="625"/>
                  </a:lnTo>
                  <a:close/>
                  <a:moveTo>
                    <a:pt x="8174" y="1971"/>
                  </a:moveTo>
                  <a:lnTo>
                    <a:pt x="6197" y="1588"/>
                  </a:lnTo>
                  <a:lnTo>
                    <a:pt x="3318" y="464"/>
                  </a:lnTo>
                  <a:lnTo>
                    <a:pt x="3256" y="2873"/>
                  </a:lnTo>
                  <a:lnTo>
                    <a:pt x="8193" y="3059"/>
                  </a:lnTo>
                  <a:lnTo>
                    <a:pt x="11072" y="3145"/>
                  </a:lnTo>
                  <a:lnTo>
                    <a:pt x="9620" y="203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53"/>
            <p:cNvSpPr/>
            <p:nvPr/>
          </p:nvSpPr>
          <p:spPr>
            <a:xfrm>
              <a:off x="-374481" y="2347363"/>
              <a:ext cx="570373" cy="526830"/>
            </a:xfrm>
            <a:custGeom>
              <a:avLst/>
              <a:gdLst/>
              <a:ahLst/>
              <a:cxnLst/>
              <a:rect l="l" t="t" r="r" b="b"/>
              <a:pathLst>
                <a:path w="8737" h="8070" extrusionOk="0">
                  <a:moveTo>
                    <a:pt x="8736" y="7772"/>
                  </a:moveTo>
                  <a:lnTo>
                    <a:pt x="7649" y="6914"/>
                  </a:lnTo>
                  <a:cubicBezTo>
                    <a:pt x="7667" y="6796"/>
                    <a:pt x="7853" y="6290"/>
                    <a:pt x="8038" y="5826"/>
                  </a:cubicBezTo>
                  <a:lnTo>
                    <a:pt x="8588" y="5419"/>
                  </a:lnTo>
                  <a:lnTo>
                    <a:pt x="8520" y="5314"/>
                  </a:lnTo>
                  <a:lnTo>
                    <a:pt x="7939" y="5746"/>
                  </a:lnTo>
                  <a:lnTo>
                    <a:pt x="7933" y="5765"/>
                  </a:lnTo>
                  <a:cubicBezTo>
                    <a:pt x="7680" y="6389"/>
                    <a:pt x="7575" y="6685"/>
                    <a:pt x="7537" y="6840"/>
                  </a:cubicBezTo>
                  <a:lnTo>
                    <a:pt x="6759" y="6222"/>
                  </a:lnTo>
                  <a:lnTo>
                    <a:pt x="6703" y="5771"/>
                  </a:lnTo>
                  <a:lnTo>
                    <a:pt x="7352" y="4986"/>
                  </a:lnTo>
                  <a:lnTo>
                    <a:pt x="7259" y="4906"/>
                  </a:lnTo>
                  <a:lnTo>
                    <a:pt x="6685" y="5610"/>
                  </a:lnTo>
                  <a:lnTo>
                    <a:pt x="6530" y="4263"/>
                  </a:lnTo>
                  <a:lnTo>
                    <a:pt x="7136" y="3701"/>
                  </a:lnTo>
                  <a:lnTo>
                    <a:pt x="7049" y="3615"/>
                  </a:lnTo>
                  <a:lnTo>
                    <a:pt x="6518" y="4121"/>
                  </a:lnTo>
                  <a:lnTo>
                    <a:pt x="6493" y="3942"/>
                  </a:lnTo>
                  <a:lnTo>
                    <a:pt x="5499" y="1977"/>
                  </a:lnTo>
                  <a:lnTo>
                    <a:pt x="4164" y="241"/>
                  </a:lnTo>
                  <a:lnTo>
                    <a:pt x="4146" y="217"/>
                  </a:lnTo>
                  <a:lnTo>
                    <a:pt x="2570" y="0"/>
                  </a:lnTo>
                  <a:lnTo>
                    <a:pt x="2558" y="124"/>
                  </a:lnTo>
                  <a:lnTo>
                    <a:pt x="2898" y="173"/>
                  </a:lnTo>
                  <a:lnTo>
                    <a:pt x="1693" y="631"/>
                  </a:lnTo>
                  <a:lnTo>
                    <a:pt x="1464" y="340"/>
                  </a:lnTo>
                  <a:lnTo>
                    <a:pt x="1452" y="328"/>
                  </a:lnTo>
                  <a:lnTo>
                    <a:pt x="25" y="0"/>
                  </a:lnTo>
                  <a:lnTo>
                    <a:pt x="0" y="118"/>
                  </a:lnTo>
                  <a:lnTo>
                    <a:pt x="1390" y="427"/>
                  </a:lnTo>
                  <a:lnTo>
                    <a:pt x="5091" y="5085"/>
                  </a:lnTo>
                  <a:lnTo>
                    <a:pt x="6283" y="5993"/>
                  </a:lnTo>
                  <a:lnTo>
                    <a:pt x="6648" y="6284"/>
                  </a:lnTo>
                  <a:lnTo>
                    <a:pt x="6716" y="6870"/>
                  </a:lnTo>
                  <a:lnTo>
                    <a:pt x="7266" y="8069"/>
                  </a:lnTo>
                  <a:lnTo>
                    <a:pt x="7377" y="8020"/>
                  </a:lnTo>
                  <a:lnTo>
                    <a:pt x="6839" y="6846"/>
                  </a:lnTo>
                  <a:lnTo>
                    <a:pt x="6790" y="6389"/>
                  </a:lnTo>
                  <a:lnTo>
                    <a:pt x="7562" y="7000"/>
                  </a:lnTo>
                  <a:lnTo>
                    <a:pt x="7562" y="7000"/>
                  </a:lnTo>
                  <a:lnTo>
                    <a:pt x="7562" y="7000"/>
                  </a:lnTo>
                  <a:lnTo>
                    <a:pt x="8674" y="7878"/>
                  </a:lnTo>
                  <a:close/>
                  <a:moveTo>
                    <a:pt x="2379" y="1477"/>
                  </a:moveTo>
                  <a:lnTo>
                    <a:pt x="4226" y="1014"/>
                  </a:lnTo>
                  <a:lnTo>
                    <a:pt x="4195" y="896"/>
                  </a:lnTo>
                  <a:lnTo>
                    <a:pt x="2292" y="1366"/>
                  </a:lnTo>
                  <a:lnTo>
                    <a:pt x="1767" y="705"/>
                  </a:lnTo>
                  <a:lnTo>
                    <a:pt x="3145" y="180"/>
                  </a:lnTo>
                  <a:lnTo>
                    <a:pt x="4078" y="309"/>
                  </a:lnTo>
                  <a:lnTo>
                    <a:pt x="5400" y="2021"/>
                  </a:lnTo>
                  <a:lnTo>
                    <a:pt x="5443" y="2101"/>
                  </a:lnTo>
                  <a:lnTo>
                    <a:pt x="4485" y="1903"/>
                  </a:lnTo>
                  <a:lnTo>
                    <a:pt x="3120" y="2348"/>
                  </a:lnTo>
                  <a:lnTo>
                    <a:pt x="3151" y="2435"/>
                  </a:lnTo>
                  <a:close/>
                  <a:moveTo>
                    <a:pt x="5165" y="4992"/>
                  </a:moveTo>
                  <a:lnTo>
                    <a:pt x="4498" y="4146"/>
                  </a:lnTo>
                  <a:lnTo>
                    <a:pt x="5579" y="3553"/>
                  </a:lnTo>
                  <a:lnTo>
                    <a:pt x="5517" y="3448"/>
                  </a:lnTo>
                  <a:lnTo>
                    <a:pt x="4411" y="4047"/>
                  </a:lnTo>
                  <a:lnTo>
                    <a:pt x="3151" y="2466"/>
                  </a:lnTo>
                  <a:lnTo>
                    <a:pt x="4479" y="2033"/>
                  </a:lnTo>
                  <a:lnTo>
                    <a:pt x="5499" y="2243"/>
                  </a:lnTo>
                  <a:lnTo>
                    <a:pt x="6370" y="3948"/>
                  </a:lnTo>
                  <a:lnTo>
                    <a:pt x="6401" y="4202"/>
                  </a:lnTo>
                  <a:lnTo>
                    <a:pt x="5381" y="5159"/>
                  </a:lnTo>
                  <a:close/>
                  <a:moveTo>
                    <a:pt x="6357" y="5894"/>
                  </a:moveTo>
                  <a:lnTo>
                    <a:pt x="5493" y="5239"/>
                  </a:lnTo>
                  <a:lnTo>
                    <a:pt x="6425" y="4356"/>
                  </a:lnTo>
                  <a:lnTo>
                    <a:pt x="6580" y="5734"/>
                  </a:lnTo>
                  <a:lnTo>
                    <a:pt x="6413" y="5938"/>
                  </a:lnTo>
                  <a:close/>
                  <a:moveTo>
                    <a:pt x="6512" y="6012"/>
                  </a:moveTo>
                  <a:lnTo>
                    <a:pt x="6605" y="5894"/>
                  </a:lnTo>
                  <a:lnTo>
                    <a:pt x="6629" y="610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53"/>
            <p:cNvSpPr/>
            <p:nvPr/>
          </p:nvSpPr>
          <p:spPr>
            <a:xfrm>
              <a:off x="164363" y="2746626"/>
              <a:ext cx="67829" cy="84802"/>
            </a:xfrm>
            <a:custGeom>
              <a:avLst/>
              <a:gdLst/>
              <a:ahLst/>
              <a:cxnLst/>
              <a:rect l="l" t="t" r="r" b="b"/>
              <a:pathLst>
                <a:path w="1039" h="1299" extrusionOk="0">
                  <a:moveTo>
                    <a:pt x="93" y="1298"/>
                  </a:moveTo>
                  <a:lnTo>
                    <a:pt x="1038" y="75"/>
                  </a:lnTo>
                  <a:lnTo>
                    <a:pt x="939" y="1"/>
                  </a:lnTo>
                  <a:lnTo>
                    <a:pt x="0" y="123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53"/>
            <p:cNvSpPr/>
            <p:nvPr/>
          </p:nvSpPr>
          <p:spPr>
            <a:xfrm>
              <a:off x="-148211" y="2883391"/>
              <a:ext cx="252121" cy="38386"/>
            </a:xfrm>
            <a:custGeom>
              <a:avLst/>
              <a:gdLst/>
              <a:ahLst/>
              <a:cxnLst/>
              <a:rect l="l" t="t" r="r" b="b"/>
              <a:pathLst>
                <a:path w="3862" h="588" extrusionOk="0">
                  <a:moveTo>
                    <a:pt x="1687" y="457"/>
                  </a:moveTo>
                  <a:cubicBezTo>
                    <a:pt x="93" y="0"/>
                    <a:pt x="31" y="37"/>
                    <a:pt x="0" y="62"/>
                  </a:cubicBezTo>
                  <a:lnTo>
                    <a:pt x="50" y="130"/>
                  </a:lnTo>
                  <a:lnTo>
                    <a:pt x="56" y="173"/>
                  </a:lnTo>
                  <a:cubicBezTo>
                    <a:pt x="148" y="161"/>
                    <a:pt x="952" y="371"/>
                    <a:pt x="1668" y="581"/>
                  </a:cubicBezTo>
                  <a:lnTo>
                    <a:pt x="1687" y="587"/>
                  </a:lnTo>
                  <a:lnTo>
                    <a:pt x="3861" y="179"/>
                  </a:lnTo>
                  <a:lnTo>
                    <a:pt x="3843" y="6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53"/>
            <p:cNvSpPr/>
            <p:nvPr/>
          </p:nvSpPr>
          <p:spPr>
            <a:xfrm>
              <a:off x="-299471" y="2854341"/>
              <a:ext cx="277973" cy="22261"/>
            </a:xfrm>
            <a:custGeom>
              <a:avLst/>
              <a:gdLst/>
              <a:ahLst/>
              <a:cxnLst/>
              <a:rect l="l" t="t" r="r" b="b"/>
              <a:pathLst>
                <a:path w="4258" h="341" extrusionOk="0">
                  <a:moveTo>
                    <a:pt x="4257" y="217"/>
                  </a:moveTo>
                  <a:lnTo>
                    <a:pt x="1650" y="0"/>
                  </a:lnTo>
                  <a:lnTo>
                    <a:pt x="1637" y="0"/>
                  </a:lnTo>
                  <a:lnTo>
                    <a:pt x="0" y="217"/>
                  </a:lnTo>
                  <a:lnTo>
                    <a:pt x="19" y="340"/>
                  </a:lnTo>
                  <a:lnTo>
                    <a:pt x="1650" y="112"/>
                  </a:lnTo>
                  <a:lnTo>
                    <a:pt x="4245" y="3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53"/>
            <p:cNvSpPr/>
            <p:nvPr/>
          </p:nvSpPr>
          <p:spPr>
            <a:xfrm>
              <a:off x="161098" y="2854341"/>
              <a:ext cx="102102" cy="22261"/>
            </a:xfrm>
            <a:custGeom>
              <a:avLst/>
              <a:gdLst/>
              <a:ahLst/>
              <a:cxnLst/>
              <a:rect l="l" t="t" r="r" b="b"/>
              <a:pathLst>
                <a:path w="1564" h="341" extrusionOk="0">
                  <a:moveTo>
                    <a:pt x="1545" y="0"/>
                  </a:moveTo>
                  <a:lnTo>
                    <a:pt x="1" y="217"/>
                  </a:lnTo>
                  <a:lnTo>
                    <a:pt x="13" y="340"/>
                  </a:lnTo>
                  <a:lnTo>
                    <a:pt x="1564" y="11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3"/>
            <p:cNvSpPr/>
            <p:nvPr/>
          </p:nvSpPr>
          <p:spPr>
            <a:xfrm>
              <a:off x="1279521" y="3050317"/>
              <a:ext cx="382817" cy="72268"/>
            </a:xfrm>
            <a:custGeom>
              <a:avLst/>
              <a:gdLst/>
              <a:ahLst/>
              <a:cxnLst/>
              <a:rect l="l" t="t" r="r" b="b"/>
              <a:pathLst>
                <a:path w="5864" h="1107" extrusionOk="0">
                  <a:moveTo>
                    <a:pt x="1" y="1"/>
                  </a:moveTo>
                  <a:lnTo>
                    <a:pt x="50" y="186"/>
                  </a:lnTo>
                  <a:lnTo>
                    <a:pt x="1601" y="841"/>
                  </a:lnTo>
                  <a:lnTo>
                    <a:pt x="4684" y="1107"/>
                  </a:lnTo>
                  <a:lnTo>
                    <a:pt x="5789" y="588"/>
                  </a:lnTo>
                  <a:lnTo>
                    <a:pt x="5864" y="279"/>
                  </a:lnTo>
                  <a:lnTo>
                    <a:pt x="3979" y="49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53"/>
            <p:cNvSpPr/>
            <p:nvPr/>
          </p:nvSpPr>
          <p:spPr>
            <a:xfrm>
              <a:off x="1279521" y="3042287"/>
              <a:ext cx="382817" cy="61366"/>
            </a:xfrm>
            <a:custGeom>
              <a:avLst/>
              <a:gdLst/>
              <a:ahLst/>
              <a:cxnLst/>
              <a:rect l="l" t="t" r="r" b="b"/>
              <a:pathLst>
                <a:path w="5864" h="940" extrusionOk="0">
                  <a:moveTo>
                    <a:pt x="1" y="124"/>
                  </a:moveTo>
                  <a:cubicBezTo>
                    <a:pt x="124" y="93"/>
                    <a:pt x="1848" y="0"/>
                    <a:pt x="1848" y="0"/>
                  </a:cubicBezTo>
                  <a:lnTo>
                    <a:pt x="2132" y="315"/>
                  </a:lnTo>
                  <a:lnTo>
                    <a:pt x="5864" y="408"/>
                  </a:lnTo>
                  <a:lnTo>
                    <a:pt x="4616" y="939"/>
                  </a:lnTo>
                  <a:lnTo>
                    <a:pt x="1669" y="78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53"/>
            <p:cNvSpPr/>
            <p:nvPr/>
          </p:nvSpPr>
          <p:spPr>
            <a:xfrm>
              <a:off x="1033928" y="2682128"/>
              <a:ext cx="1183376" cy="326739"/>
            </a:xfrm>
            <a:custGeom>
              <a:avLst/>
              <a:gdLst/>
              <a:ahLst/>
              <a:cxnLst/>
              <a:rect l="l" t="t" r="r" b="b"/>
              <a:pathLst>
                <a:path w="18127" h="5005" extrusionOk="0">
                  <a:moveTo>
                    <a:pt x="17997" y="3812"/>
                  </a:moveTo>
                  <a:lnTo>
                    <a:pt x="17472" y="3874"/>
                  </a:lnTo>
                  <a:cubicBezTo>
                    <a:pt x="17472" y="3874"/>
                    <a:pt x="16366" y="3491"/>
                    <a:pt x="16298" y="3491"/>
                  </a:cubicBezTo>
                  <a:lnTo>
                    <a:pt x="15711" y="3491"/>
                  </a:lnTo>
                  <a:lnTo>
                    <a:pt x="14321" y="3942"/>
                  </a:lnTo>
                  <a:lnTo>
                    <a:pt x="13079" y="4170"/>
                  </a:lnTo>
                  <a:lnTo>
                    <a:pt x="12400" y="4597"/>
                  </a:lnTo>
                  <a:lnTo>
                    <a:pt x="11720" y="4597"/>
                  </a:lnTo>
                  <a:lnTo>
                    <a:pt x="11393" y="4974"/>
                  </a:lnTo>
                  <a:lnTo>
                    <a:pt x="12468" y="5005"/>
                  </a:lnTo>
                  <a:lnTo>
                    <a:pt x="12616" y="4739"/>
                  </a:lnTo>
                  <a:lnTo>
                    <a:pt x="13227" y="4245"/>
                  </a:lnTo>
                  <a:lnTo>
                    <a:pt x="14352" y="4035"/>
                  </a:lnTo>
                  <a:lnTo>
                    <a:pt x="15810" y="3633"/>
                  </a:lnTo>
                  <a:lnTo>
                    <a:pt x="17478" y="4059"/>
                  </a:lnTo>
                  <a:lnTo>
                    <a:pt x="18127" y="4195"/>
                  </a:lnTo>
                  <a:close/>
                  <a:moveTo>
                    <a:pt x="9292" y="2064"/>
                  </a:moveTo>
                  <a:lnTo>
                    <a:pt x="8637" y="1903"/>
                  </a:lnTo>
                  <a:lnTo>
                    <a:pt x="8161" y="1656"/>
                  </a:lnTo>
                  <a:lnTo>
                    <a:pt x="7859" y="1742"/>
                  </a:lnTo>
                  <a:lnTo>
                    <a:pt x="8489" y="2095"/>
                  </a:lnTo>
                  <a:lnTo>
                    <a:pt x="9168" y="2187"/>
                  </a:lnTo>
                  <a:lnTo>
                    <a:pt x="9663" y="2521"/>
                  </a:lnTo>
                  <a:lnTo>
                    <a:pt x="10416" y="3392"/>
                  </a:lnTo>
                  <a:lnTo>
                    <a:pt x="9737" y="2404"/>
                  </a:lnTo>
                  <a:close/>
                  <a:moveTo>
                    <a:pt x="4356" y="3386"/>
                  </a:moveTo>
                  <a:lnTo>
                    <a:pt x="3417" y="3602"/>
                  </a:lnTo>
                  <a:lnTo>
                    <a:pt x="3040" y="3287"/>
                  </a:lnTo>
                  <a:lnTo>
                    <a:pt x="2410" y="2811"/>
                  </a:lnTo>
                  <a:lnTo>
                    <a:pt x="1755" y="2811"/>
                  </a:lnTo>
                  <a:lnTo>
                    <a:pt x="1131" y="2842"/>
                  </a:lnTo>
                  <a:lnTo>
                    <a:pt x="816" y="2626"/>
                  </a:lnTo>
                  <a:lnTo>
                    <a:pt x="494" y="1848"/>
                  </a:lnTo>
                  <a:lnTo>
                    <a:pt x="402" y="1162"/>
                  </a:lnTo>
                  <a:lnTo>
                    <a:pt x="185" y="600"/>
                  </a:lnTo>
                  <a:lnTo>
                    <a:pt x="630" y="0"/>
                  </a:lnTo>
                  <a:lnTo>
                    <a:pt x="0" y="476"/>
                  </a:lnTo>
                  <a:cubicBezTo>
                    <a:pt x="0" y="476"/>
                    <a:pt x="124" y="1131"/>
                    <a:pt x="155" y="1322"/>
                  </a:cubicBezTo>
                  <a:cubicBezTo>
                    <a:pt x="185" y="1508"/>
                    <a:pt x="278" y="2546"/>
                    <a:pt x="278" y="2546"/>
                  </a:cubicBezTo>
                  <a:lnTo>
                    <a:pt x="785" y="3201"/>
                  </a:lnTo>
                  <a:lnTo>
                    <a:pt x="309" y="3738"/>
                  </a:lnTo>
                  <a:lnTo>
                    <a:pt x="661" y="3855"/>
                  </a:lnTo>
                  <a:lnTo>
                    <a:pt x="976" y="3355"/>
                  </a:lnTo>
                  <a:lnTo>
                    <a:pt x="1600" y="3071"/>
                  </a:lnTo>
                  <a:lnTo>
                    <a:pt x="2224" y="3102"/>
                  </a:lnTo>
                  <a:lnTo>
                    <a:pt x="2885" y="3540"/>
                  </a:lnTo>
                  <a:lnTo>
                    <a:pt x="3200" y="4696"/>
                  </a:lnTo>
                  <a:lnTo>
                    <a:pt x="3553" y="4714"/>
                  </a:lnTo>
                  <a:lnTo>
                    <a:pt x="3077" y="3886"/>
                  </a:lnTo>
                  <a:lnTo>
                    <a:pt x="3515" y="3763"/>
                  </a:lnTo>
                  <a:lnTo>
                    <a:pt x="4461" y="3608"/>
                  </a:lnTo>
                  <a:lnTo>
                    <a:pt x="4899" y="3855"/>
                  </a:lnTo>
                  <a:lnTo>
                    <a:pt x="5165" y="4776"/>
                  </a:lnTo>
                  <a:lnTo>
                    <a:pt x="5665" y="4788"/>
                  </a:lnTo>
                  <a:lnTo>
                    <a:pt x="5184" y="354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7" name="Google Shape;1457;p53"/>
          <p:cNvSpPr txBox="1">
            <a:spLocks noGrp="1"/>
          </p:cNvSpPr>
          <p:nvPr>
            <p:ph type="title"/>
          </p:nvPr>
        </p:nvSpPr>
        <p:spPr>
          <a:xfrm>
            <a:off x="3842275" y="2098650"/>
            <a:ext cx="4588500" cy="16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</a:p>
        </p:txBody>
      </p:sp>
      <p:sp>
        <p:nvSpPr>
          <p:cNvPr id="1458" name="Google Shape;1458;p53"/>
          <p:cNvSpPr txBox="1">
            <a:spLocks noGrp="1"/>
          </p:cNvSpPr>
          <p:nvPr>
            <p:ph type="title" idx="2"/>
          </p:nvPr>
        </p:nvSpPr>
        <p:spPr>
          <a:xfrm>
            <a:off x="6557475" y="1043725"/>
            <a:ext cx="1873200" cy="94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460" name="Google Shape;1460;p53"/>
          <p:cNvGrpSpPr/>
          <p:nvPr/>
        </p:nvGrpSpPr>
        <p:grpSpPr>
          <a:xfrm>
            <a:off x="-3058198" y="738840"/>
            <a:ext cx="5734785" cy="4374422"/>
            <a:chOff x="4071902" y="536777"/>
            <a:chExt cx="5734785" cy="4374422"/>
          </a:xfrm>
        </p:grpSpPr>
        <p:sp>
          <p:nvSpPr>
            <p:cNvPr id="1461" name="Google Shape;1461;p53"/>
            <p:cNvSpPr/>
            <p:nvPr/>
          </p:nvSpPr>
          <p:spPr>
            <a:xfrm rot="1004839" flipH="1">
              <a:off x="4475256" y="996270"/>
              <a:ext cx="3681125" cy="3341299"/>
            </a:xfrm>
            <a:custGeom>
              <a:avLst/>
              <a:gdLst/>
              <a:ahLst/>
              <a:cxnLst/>
              <a:rect l="l" t="t" r="r" b="b"/>
              <a:pathLst>
                <a:path w="53967" h="47233" extrusionOk="0">
                  <a:moveTo>
                    <a:pt x="4041" y="46429"/>
                  </a:moveTo>
                  <a:cubicBezTo>
                    <a:pt x="3701" y="46491"/>
                    <a:pt x="3380" y="46213"/>
                    <a:pt x="3257" y="45891"/>
                  </a:cubicBezTo>
                  <a:cubicBezTo>
                    <a:pt x="3121" y="45564"/>
                    <a:pt x="3139" y="45212"/>
                    <a:pt x="3102" y="44872"/>
                  </a:cubicBezTo>
                  <a:cubicBezTo>
                    <a:pt x="2985" y="43859"/>
                    <a:pt x="2429" y="42907"/>
                    <a:pt x="1601" y="42314"/>
                  </a:cubicBezTo>
                  <a:cubicBezTo>
                    <a:pt x="1341" y="42123"/>
                    <a:pt x="1008" y="41888"/>
                    <a:pt x="1051" y="41567"/>
                  </a:cubicBezTo>
                  <a:cubicBezTo>
                    <a:pt x="1107" y="41153"/>
                    <a:pt x="1687" y="41079"/>
                    <a:pt x="1916" y="40733"/>
                  </a:cubicBezTo>
                  <a:cubicBezTo>
                    <a:pt x="2163" y="40362"/>
                    <a:pt x="1916" y="39880"/>
                    <a:pt x="1694" y="39497"/>
                  </a:cubicBezTo>
                  <a:cubicBezTo>
                    <a:pt x="1471" y="39114"/>
                    <a:pt x="1286" y="38583"/>
                    <a:pt x="1595" y="38274"/>
                  </a:cubicBezTo>
                  <a:cubicBezTo>
                    <a:pt x="1712" y="37780"/>
                    <a:pt x="1348" y="37242"/>
                    <a:pt x="1008" y="36865"/>
                  </a:cubicBezTo>
                  <a:cubicBezTo>
                    <a:pt x="754" y="36575"/>
                    <a:pt x="495" y="36285"/>
                    <a:pt x="242" y="36000"/>
                  </a:cubicBezTo>
                  <a:cubicBezTo>
                    <a:pt x="124" y="35864"/>
                    <a:pt x="1" y="35710"/>
                    <a:pt x="13" y="35537"/>
                  </a:cubicBezTo>
                  <a:cubicBezTo>
                    <a:pt x="19" y="35352"/>
                    <a:pt x="168" y="35203"/>
                    <a:pt x="297" y="35080"/>
                  </a:cubicBezTo>
                  <a:cubicBezTo>
                    <a:pt x="643" y="34765"/>
                    <a:pt x="983" y="34443"/>
                    <a:pt x="1329" y="34128"/>
                  </a:cubicBezTo>
                  <a:cubicBezTo>
                    <a:pt x="1465" y="34011"/>
                    <a:pt x="1595" y="33881"/>
                    <a:pt x="1656" y="33721"/>
                  </a:cubicBezTo>
                  <a:cubicBezTo>
                    <a:pt x="1799" y="33356"/>
                    <a:pt x="1564" y="32955"/>
                    <a:pt x="1329" y="32639"/>
                  </a:cubicBezTo>
                  <a:cubicBezTo>
                    <a:pt x="1100" y="32677"/>
                    <a:pt x="853" y="32207"/>
                    <a:pt x="884" y="31972"/>
                  </a:cubicBezTo>
                  <a:cubicBezTo>
                    <a:pt x="915" y="31744"/>
                    <a:pt x="1070" y="31558"/>
                    <a:pt x="1199" y="31367"/>
                  </a:cubicBezTo>
                  <a:cubicBezTo>
                    <a:pt x="1329" y="31181"/>
                    <a:pt x="1453" y="30947"/>
                    <a:pt x="1409" y="30724"/>
                  </a:cubicBezTo>
                  <a:cubicBezTo>
                    <a:pt x="1329" y="30384"/>
                    <a:pt x="884" y="30156"/>
                    <a:pt x="952" y="29810"/>
                  </a:cubicBezTo>
                  <a:cubicBezTo>
                    <a:pt x="1002" y="29587"/>
                    <a:pt x="1249" y="29470"/>
                    <a:pt x="1440" y="29365"/>
                  </a:cubicBezTo>
                  <a:cubicBezTo>
                    <a:pt x="2330" y="28852"/>
                    <a:pt x="2676" y="27759"/>
                    <a:pt x="2935" y="26758"/>
                  </a:cubicBezTo>
                  <a:cubicBezTo>
                    <a:pt x="3732" y="26838"/>
                    <a:pt x="4443" y="26165"/>
                    <a:pt x="4684" y="25411"/>
                  </a:cubicBezTo>
                  <a:cubicBezTo>
                    <a:pt x="4925" y="24651"/>
                    <a:pt x="4813" y="23823"/>
                    <a:pt x="4696" y="23039"/>
                  </a:cubicBezTo>
                  <a:cubicBezTo>
                    <a:pt x="4560" y="22112"/>
                    <a:pt x="5512" y="20963"/>
                    <a:pt x="6210" y="20333"/>
                  </a:cubicBezTo>
                  <a:cubicBezTo>
                    <a:pt x="6537" y="20049"/>
                    <a:pt x="6914" y="19789"/>
                    <a:pt x="7106" y="19400"/>
                  </a:cubicBezTo>
                  <a:cubicBezTo>
                    <a:pt x="7303" y="19023"/>
                    <a:pt x="7303" y="18560"/>
                    <a:pt x="7550" y="18201"/>
                  </a:cubicBezTo>
                  <a:cubicBezTo>
                    <a:pt x="7847" y="17769"/>
                    <a:pt x="8421" y="17658"/>
                    <a:pt x="8947" y="17596"/>
                  </a:cubicBezTo>
                  <a:cubicBezTo>
                    <a:pt x="9466" y="17540"/>
                    <a:pt x="10034" y="17503"/>
                    <a:pt x="10429" y="17163"/>
                  </a:cubicBezTo>
                  <a:cubicBezTo>
                    <a:pt x="10701" y="16929"/>
                    <a:pt x="10948" y="16422"/>
                    <a:pt x="11041" y="16082"/>
                  </a:cubicBezTo>
                  <a:cubicBezTo>
                    <a:pt x="11121" y="15742"/>
                    <a:pt x="11177" y="15372"/>
                    <a:pt x="11381" y="15081"/>
                  </a:cubicBezTo>
                  <a:cubicBezTo>
                    <a:pt x="11578" y="14791"/>
                    <a:pt x="12005" y="14618"/>
                    <a:pt x="12289" y="14828"/>
                  </a:cubicBezTo>
                  <a:cubicBezTo>
                    <a:pt x="12413" y="14921"/>
                    <a:pt x="12691" y="14494"/>
                    <a:pt x="12678" y="14340"/>
                  </a:cubicBezTo>
                  <a:cubicBezTo>
                    <a:pt x="12660" y="14186"/>
                    <a:pt x="12561" y="14062"/>
                    <a:pt x="12462" y="13957"/>
                  </a:cubicBezTo>
                  <a:cubicBezTo>
                    <a:pt x="12357" y="13840"/>
                    <a:pt x="12258" y="13710"/>
                    <a:pt x="12258" y="13562"/>
                  </a:cubicBezTo>
                  <a:cubicBezTo>
                    <a:pt x="12258" y="13339"/>
                    <a:pt x="12474" y="13191"/>
                    <a:pt x="12653" y="13061"/>
                  </a:cubicBezTo>
                  <a:cubicBezTo>
                    <a:pt x="12833" y="12931"/>
                    <a:pt x="13018" y="12721"/>
                    <a:pt x="12932" y="12511"/>
                  </a:cubicBezTo>
                  <a:cubicBezTo>
                    <a:pt x="12851" y="12320"/>
                    <a:pt x="12604" y="12283"/>
                    <a:pt x="12406" y="12239"/>
                  </a:cubicBezTo>
                  <a:cubicBezTo>
                    <a:pt x="12073" y="12190"/>
                    <a:pt x="11733" y="12066"/>
                    <a:pt x="11492" y="11825"/>
                  </a:cubicBezTo>
                  <a:cubicBezTo>
                    <a:pt x="11257" y="11585"/>
                    <a:pt x="11134" y="11208"/>
                    <a:pt x="11263" y="10893"/>
                  </a:cubicBezTo>
                  <a:cubicBezTo>
                    <a:pt x="12925" y="10324"/>
                    <a:pt x="14637" y="9255"/>
                    <a:pt x="16305" y="8687"/>
                  </a:cubicBezTo>
                  <a:cubicBezTo>
                    <a:pt x="16682" y="8557"/>
                    <a:pt x="17108" y="8390"/>
                    <a:pt x="17250" y="8020"/>
                  </a:cubicBezTo>
                  <a:cubicBezTo>
                    <a:pt x="17355" y="7711"/>
                    <a:pt x="17231" y="7377"/>
                    <a:pt x="17114" y="7075"/>
                  </a:cubicBezTo>
                  <a:cubicBezTo>
                    <a:pt x="16929" y="6630"/>
                    <a:pt x="16750" y="6173"/>
                    <a:pt x="16564" y="5722"/>
                  </a:cubicBezTo>
                  <a:cubicBezTo>
                    <a:pt x="16453" y="5444"/>
                    <a:pt x="16342" y="5159"/>
                    <a:pt x="16317" y="4857"/>
                  </a:cubicBezTo>
                  <a:cubicBezTo>
                    <a:pt x="16274" y="4066"/>
                    <a:pt x="16885" y="3399"/>
                    <a:pt x="17448" y="2836"/>
                  </a:cubicBezTo>
                  <a:cubicBezTo>
                    <a:pt x="24880" y="1842"/>
                    <a:pt x="32368" y="674"/>
                    <a:pt x="39850" y="279"/>
                  </a:cubicBezTo>
                  <a:cubicBezTo>
                    <a:pt x="43007" y="112"/>
                    <a:pt x="46182" y="1"/>
                    <a:pt x="49339" y="186"/>
                  </a:cubicBezTo>
                  <a:cubicBezTo>
                    <a:pt x="50494" y="254"/>
                    <a:pt x="51699" y="390"/>
                    <a:pt x="52657" y="1020"/>
                  </a:cubicBezTo>
                  <a:cubicBezTo>
                    <a:pt x="53404" y="1514"/>
                    <a:pt x="53967" y="2534"/>
                    <a:pt x="53509" y="3306"/>
                  </a:cubicBezTo>
                  <a:cubicBezTo>
                    <a:pt x="53213" y="3819"/>
                    <a:pt x="52583" y="4023"/>
                    <a:pt x="51996" y="4072"/>
                  </a:cubicBezTo>
                  <a:cubicBezTo>
                    <a:pt x="51409" y="4115"/>
                    <a:pt x="50816" y="4035"/>
                    <a:pt x="50241" y="4128"/>
                  </a:cubicBezTo>
                  <a:cubicBezTo>
                    <a:pt x="49605" y="4233"/>
                    <a:pt x="48981" y="4591"/>
                    <a:pt x="48709" y="5166"/>
                  </a:cubicBezTo>
                  <a:cubicBezTo>
                    <a:pt x="48437" y="5746"/>
                    <a:pt x="48616" y="6549"/>
                    <a:pt x="49191" y="6846"/>
                  </a:cubicBezTo>
                  <a:cubicBezTo>
                    <a:pt x="49296" y="7192"/>
                    <a:pt x="49407" y="7594"/>
                    <a:pt x="49413" y="7958"/>
                  </a:cubicBezTo>
                  <a:cubicBezTo>
                    <a:pt x="49419" y="8316"/>
                    <a:pt x="49302" y="8699"/>
                    <a:pt x="49036" y="8947"/>
                  </a:cubicBezTo>
                  <a:cubicBezTo>
                    <a:pt x="48740" y="9218"/>
                    <a:pt x="48295" y="9268"/>
                    <a:pt x="47906" y="9194"/>
                  </a:cubicBezTo>
                  <a:cubicBezTo>
                    <a:pt x="47510" y="9113"/>
                    <a:pt x="47158" y="8916"/>
                    <a:pt x="46812" y="8712"/>
                  </a:cubicBezTo>
                  <a:cubicBezTo>
                    <a:pt x="46577" y="8582"/>
                    <a:pt x="46324" y="8446"/>
                    <a:pt x="46052" y="8452"/>
                  </a:cubicBezTo>
                  <a:cubicBezTo>
                    <a:pt x="45781" y="8458"/>
                    <a:pt x="45503" y="8681"/>
                    <a:pt x="45533" y="8953"/>
                  </a:cubicBezTo>
                  <a:cubicBezTo>
                    <a:pt x="45552" y="9082"/>
                    <a:pt x="45632" y="9194"/>
                    <a:pt x="45657" y="9323"/>
                  </a:cubicBezTo>
                  <a:cubicBezTo>
                    <a:pt x="45682" y="9453"/>
                    <a:pt x="45595" y="9620"/>
                    <a:pt x="45465" y="9595"/>
                  </a:cubicBezTo>
                  <a:cubicBezTo>
                    <a:pt x="45453" y="9781"/>
                    <a:pt x="45348" y="9879"/>
                    <a:pt x="45181" y="9947"/>
                  </a:cubicBezTo>
                  <a:cubicBezTo>
                    <a:pt x="45008" y="10021"/>
                    <a:pt x="44823" y="10028"/>
                    <a:pt x="44638" y="10028"/>
                  </a:cubicBezTo>
                  <a:cubicBezTo>
                    <a:pt x="44137" y="10034"/>
                    <a:pt x="43637" y="10052"/>
                    <a:pt x="43136" y="10059"/>
                  </a:cubicBezTo>
                  <a:cubicBezTo>
                    <a:pt x="42753" y="10065"/>
                    <a:pt x="42315" y="10108"/>
                    <a:pt x="42123" y="10435"/>
                  </a:cubicBezTo>
                  <a:cubicBezTo>
                    <a:pt x="42043" y="10565"/>
                    <a:pt x="42024" y="10738"/>
                    <a:pt x="41925" y="10856"/>
                  </a:cubicBezTo>
                  <a:cubicBezTo>
                    <a:pt x="41697" y="11134"/>
                    <a:pt x="41227" y="10985"/>
                    <a:pt x="40906" y="11146"/>
                  </a:cubicBezTo>
                  <a:cubicBezTo>
                    <a:pt x="40640" y="11294"/>
                    <a:pt x="40535" y="11640"/>
                    <a:pt x="40591" y="11943"/>
                  </a:cubicBezTo>
                  <a:cubicBezTo>
                    <a:pt x="40647" y="12246"/>
                    <a:pt x="40826" y="12505"/>
                    <a:pt x="40992" y="12758"/>
                  </a:cubicBezTo>
                  <a:cubicBezTo>
                    <a:pt x="41017" y="13117"/>
                    <a:pt x="40622" y="13308"/>
                    <a:pt x="40257" y="13308"/>
                  </a:cubicBezTo>
                  <a:cubicBezTo>
                    <a:pt x="39905" y="13308"/>
                    <a:pt x="39572" y="13141"/>
                    <a:pt x="39232" y="13018"/>
                  </a:cubicBezTo>
                  <a:cubicBezTo>
                    <a:pt x="38892" y="12894"/>
                    <a:pt x="38503" y="12833"/>
                    <a:pt x="38200" y="13024"/>
                  </a:cubicBezTo>
                  <a:cubicBezTo>
                    <a:pt x="36730" y="13994"/>
                    <a:pt x="34950" y="14519"/>
                    <a:pt x="33208" y="14797"/>
                  </a:cubicBezTo>
                  <a:cubicBezTo>
                    <a:pt x="32788" y="14871"/>
                    <a:pt x="32343" y="14915"/>
                    <a:pt x="31942" y="15075"/>
                  </a:cubicBezTo>
                  <a:cubicBezTo>
                    <a:pt x="31540" y="15242"/>
                    <a:pt x="31169" y="15551"/>
                    <a:pt x="31046" y="15965"/>
                  </a:cubicBezTo>
                  <a:cubicBezTo>
                    <a:pt x="30922" y="16385"/>
                    <a:pt x="31138" y="16898"/>
                    <a:pt x="31552" y="17021"/>
                  </a:cubicBezTo>
                  <a:cubicBezTo>
                    <a:pt x="31509" y="17435"/>
                    <a:pt x="31095" y="17763"/>
                    <a:pt x="30681" y="17787"/>
                  </a:cubicBezTo>
                  <a:cubicBezTo>
                    <a:pt x="30273" y="17812"/>
                    <a:pt x="29866" y="17682"/>
                    <a:pt x="29446" y="17682"/>
                  </a:cubicBezTo>
                  <a:cubicBezTo>
                    <a:pt x="28272" y="17682"/>
                    <a:pt x="27246" y="18696"/>
                    <a:pt x="26079" y="18590"/>
                  </a:cubicBezTo>
                  <a:cubicBezTo>
                    <a:pt x="25887" y="18578"/>
                    <a:pt x="25695" y="18523"/>
                    <a:pt x="25504" y="18535"/>
                  </a:cubicBezTo>
                  <a:cubicBezTo>
                    <a:pt x="25306" y="18553"/>
                    <a:pt x="25102" y="18658"/>
                    <a:pt x="25047" y="18844"/>
                  </a:cubicBezTo>
                  <a:cubicBezTo>
                    <a:pt x="24923" y="19270"/>
                    <a:pt x="25628" y="19672"/>
                    <a:pt x="25417" y="20067"/>
                  </a:cubicBezTo>
                  <a:cubicBezTo>
                    <a:pt x="25473" y="20598"/>
                    <a:pt x="24831" y="20864"/>
                    <a:pt x="24305" y="20957"/>
                  </a:cubicBezTo>
                  <a:cubicBezTo>
                    <a:pt x="23780" y="21049"/>
                    <a:pt x="23206" y="21000"/>
                    <a:pt x="22755" y="21278"/>
                  </a:cubicBezTo>
                  <a:cubicBezTo>
                    <a:pt x="22310" y="21544"/>
                    <a:pt x="22081" y="22044"/>
                    <a:pt x="21680" y="22359"/>
                  </a:cubicBezTo>
                  <a:cubicBezTo>
                    <a:pt x="20920" y="22965"/>
                    <a:pt x="19839" y="22755"/>
                    <a:pt x="18893" y="22569"/>
                  </a:cubicBezTo>
                  <a:cubicBezTo>
                    <a:pt x="17948" y="22378"/>
                    <a:pt x="16805" y="22297"/>
                    <a:pt x="16181" y="23026"/>
                  </a:cubicBezTo>
                  <a:cubicBezTo>
                    <a:pt x="15916" y="23335"/>
                    <a:pt x="15390" y="23292"/>
                    <a:pt x="15014" y="23156"/>
                  </a:cubicBezTo>
                  <a:cubicBezTo>
                    <a:pt x="14630" y="23026"/>
                    <a:pt x="14291" y="22785"/>
                    <a:pt x="13895" y="22680"/>
                  </a:cubicBezTo>
                  <a:cubicBezTo>
                    <a:pt x="13500" y="22582"/>
                    <a:pt x="13012" y="22662"/>
                    <a:pt x="12814" y="23014"/>
                  </a:cubicBezTo>
                  <a:cubicBezTo>
                    <a:pt x="12579" y="23428"/>
                    <a:pt x="12870" y="23941"/>
                    <a:pt x="12796" y="24416"/>
                  </a:cubicBezTo>
                  <a:cubicBezTo>
                    <a:pt x="12728" y="24917"/>
                    <a:pt x="12240" y="25281"/>
                    <a:pt x="11739" y="25380"/>
                  </a:cubicBezTo>
                  <a:cubicBezTo>
                    <a:pt x="11239" y="25479"/>
                    <a:pt x="10726" y="25362"/>
                    <a:pt x="10232" y="25257"/>
                  </a:cubicBezTo>
                  <a:cubicBezTo>
                    <a:pt x="9113" y="25010"/>
                    <a:pt x="7989" y="24750"/>
                    <a:pt x="6865" y="24509"/>
                  </a:cubicBezTo>
                  <a:cubicBezTo>
                    <a:pt x="6741" y="24886"/>
                    <a:pt x="6327" y="25269"/>
                    <a:pt x="6204" y="25658"/>
                  </a:cubicBezTo>
                  <a:cubicBezTo>
                    <a:pt x="6179" y="26597"/>
                    <a:pt x="5407" y="27462"/>
                    <a:pt x="4474" y="27586"/>
                  </a:cubicBezTo>
                  <a:cubicBezTo>
                    <a:pt x="4078" y="27641"/>
                    <a:pt x="3553" y="27648"/>
                    <a:pt x="3454" y="28037"/>
                  </a:cubicBezTo>
                  <a:cubicBezTo>
                    <a:pt x="3325" y="28500"/>
                    <a:pt x="3992" y="28791"/>
                    <a:pt x="4097" y="29260"/>
                  </a:cubicBezTo>
                  <a:cubicBezTo>
                    <a:pt x="4233" y="29903"/>
                    <a:pt x="3300" y="30249"/>
                    <a:pt x="3114" y="30879"/>
                  </a:cubicBezTo>
                  <a:cubicBezTo>
                    <a:pt x="2861" y="31719"/>
                    <a:pt x="4023" y="32392"/>
                    <a:pt x="4035" y="33263"/>
                  </a:cubicBezTo>
                  <a:cubicBezTo>
                    <a:pt x="4041" y="34110"/>
                    <a:pt x="2941" y="34783"/>
                    <a:pt x="3176" y="35605"/>
                  </a:cubicBezTo>
                  <a:cubicBezTo>
                    <a:pt x="3355" y="36204"/>
                    <a:pt x="4103" y="36377"/>
                    <a:pt x="4640" y="36698"/>
                  </a:cubicBezTo>
                  <a:cubicBezTo>
                    <a:pt x="5746" y="37366"/>
                    <a:pt x="6018" y="38848"/>
                    <a:pt x="6000" y="40133"/>
                  </a:cubicBezTo>
                  <a:cubicBezTo>
                    <a:pt x="5987" y="41425"/>
                    <a:pt x="5808" y="42802"/>
                    <a:pt x="6420" y="43933"/>
                  </a:cubicBezTo>
                  <a:cubicBezTo>
                    <a:pt x="6648" y="44378"/>
                    <a:pt x="6988" y="44749"/>
                    <a:pt x="7217" y="45187"/>
                  </a:cubicBezTo>
                  <a:cubicBezTo>
                    <a:pt x="7439" y="45626"/>
                    <a:pt x="7544" y="46182"/>
                    <a:pt x="7291" y="46608"/>
                  </a:cubicBezTo>
                  <a:cubicBezTo>
                    <a:pt x="7019" y="47071"/>
                    <a:pt x="6401" y="47232"/>
                    <a:pt x="5876" y="47133"/>
                  </a:cubicBezTo>
                  <a:cubicBezTo>
                    <a:pt x="5332" y="47016"/>
                    <a:pt x="4480" y="46738"/>
                    <a:pt x="4041" y="46429"/>
                  </a:cubicBez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53"/>
            <p:cNvGrpSpPr/>
            <p:nvPr/>
          </p:nvGrpSpPr>
          <p:grpSpPr>
            <a:xfrm>
              <a:off x="6538133" y="3994688"/>
              <a:ext cx="3268553" cy="916511"/>
              <a:chOff x="6868498" y="4287099"/>
              <a:chExt cx="2673663" cy="749702"/>
            </a:xfrm>
          </p:grpSpPr>
          <p:sp>
            <p:nvSpPr>
              <p:cNvPr id="1463" name="Google Shape;1463;p53"/>
              <p:cNvSpPr/>
              <p:nvPr/>
            </p:nvSpPr>
            <p:spPr>
              <a:xfrm>
                <a:off x="6868498" y="4426412"/>
                <a:ext cx="1005597" cy="176499"/>
              </a:xfrm>
              <a:custGeom>
                <a:avLst/>
                <a:gdLst/>
                <a:ahLst/>
                <a:cxnLst/>
                <a:rect l="l" t="t" r="r" b="b"/>
                <a:pathLst>
                  <a:path w="11412" h="2003" extrusionOk="0">
                    <a:moveTo>
                      <a:pt x="10936" y="514"/>
                    </a:moveTo>
                    <a:lnTo>
                      <a:pt x="964" y="514"/>
                    </a:lnTo>
                    <a:lnTo>
                      <a:pt x="62" y="1"/>
                    </a:lnTo>
                    <a:lnTo>
                      <a:pt x="0" y="112"/>
                    </a:lnTo>
                    <a:lnTo>
                      <a:pt x="933" y="637"/>
                    </a:lnTo>
                    <a:lnTo>
                      <a:pt x="2991" y="637"/>
                    </a:lnTo>
                    <a:lnTo>
                      <a:pt x="2991" y="2002"/>
                    </a:lnTo>
                    <a:lnTo>
                      <a:pt x="3114" y="2002"/>
                    </a:lnTo>
                    <a:lnTo>
                      <a:pt x="3114" y="637"/>
                    </a:lnTo>
                    <a:lnTo>
                      <a:pt x="4232" y="637"/>
                    </a:lnTo>
                    <a:lnTo>
                      <a:pt x="4232" y="2002"/>
                    </a:lnTo>
                    <a:lnTo>
                      <a:pt x="4356" y="2002"/>
                    </a:lnTo>
                    <a:lnTo>
                      <a:pt x="4356" y="637"/>
                    </a:lnTo>
                    <a:lnTo>
                      <a:pt x="5474" y="637"/>
                    </a:lnTo>
                    <a:lnTo>
                      <a:pt x="5474" y="2002"/>
                    </a:lnTo>
                    <a:lnTo>
                      <a:pt x="5598" y="2002"/>
                    </a:lnTo>
                    <a:lnTo>
                      <a:pt x="5598" y="637"/>
                    </a:lnTo>
                    <a:lnTo>
                      <a:pt x="6716" y="637"/>
                    </a:lnTo>
                    <a:lnTo>
                      <a:pt x="6716" y="2002"/>
                    </a:lnTo>
                    <a:lnTo>
                      <a:pt x="6840" y="2002"/>
                    </a:lnTo>
                    <a:lnTo>
                      <a:pt x="6840" y="637"/>
                    </a:lnTo>
                    <a:lnTo>
                      <a:pt x="7964" y="637"/>
                    </a:lnTo>
                    <a:lnTo>
                      <a:pt x="7964" y="2002"/>
                    </a:lnTo>
                    <a:lnTo>
                      <a:pt x="8088" y="2002"/>
                    </a:lnTo>
                    <a:lnTo>
                      <a:pt x="8088" y="637"/>
                    </a:lnTo>
                    <a:lnTo>
                      <a:pt x="10929" y="637"/>
                    </a:lnTo>
                    <a:lnTo>
                      <a:pt x="11362" y="866"/>
                    </a:lnTo>
                    <a:lnTo>
                      <a:pt x="11411" y="761"/>
                    </a:lnTo>
                    <a:close/>
                    <a:moveTo>
                      <a:pt x="9403" y="1107"/>
                    </a:moveTo>
                    <a:lnTo>
                      <a:pt x="9181" y="1298"/>
                    </a:lnTo>
                    <a:lnTo>
                      <a:pt x="9181" y="2002"/>
                    </a:lnTo>
                    <a:lnTo>
                      <a:pt x="9305" y="2002"/>
                    </a:lnTo>
                    <a:lnTo>
                      <a:pt x="9305" y="1354"/>
                    </a:lnTo>
                    <a:lnTo>
                      <a:pt x="9490" y="1199"/>
                    </a:lnTo>
                    <a:lnTo>
                      <a:pt x="9663" y="1026"/>
                    </a:lnTo>
                    <a:lnTo>
                      <a:pt x="9576" y="946"/>
                    </a:lnTo>
                    <a:close/>
                  </a:path>
                </a:pathLst>
              </a:custGeom>
              <a:solidFill>
                <a:srgbClr val="2B0A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53"/>
              <p:cNvSpPr/>
              <p:nvPr/>
            </p:nvSpPr>
            <p:spPr>
              <a:xfrm>
                <a:off x="6985518" y="4598505"/>
                <a:ext cx="737191" cy="265146"/>
              </a:xfrm>
              <a:custGeom>
                <a:avLst/>
                <a:gdLst/>
                <a:ahLst/>
                <a:cxnLst/>
                <a:rect l="l" t="t" r="r" b="b"/>
                <a:pathLst>
                  <a:path w="8366" h="3009" extrusionOk="0">
                    <a:moveTo>
                      <a:pt x="8366" y="0"/>
                    </a:moveTo>
                    <a:lnTo>
                      <a:pt x="1150" y="0"/>
                    </a:lnTo>
                    <a:lnTo>
                      <a:pt x="724" y="383"/>
                    </a:lnTo>
                    <a:lnTo>
                      <a:pt x="612" y="1446"/>
                    </a:lnTo>
                    <a:lnTo>
                      <a:pt x="1" y="1668"/>
                    </a:lnTo>
                    <a:lnTo>
                      <a:pt x="1" y="3009"/>
                    </a:lnTo>
                    <a:lnTo>
                      <a:pt x="6580" y="3009"/>
                    </a:lnTo>
                    <a:lnTo>
                      <a:pt x="7519" y="2743"/>
                    </a:lnTo>
                    <a:lnTo>
                      <a:pt x="7797" y="2335"/>
                    </a:lnTo>
                    <a:lnTo>
                      <a:pt x="7705" y="1501"/>
                    </a:lnTo>
                    <a:lnTo>
                      <a:pt x="7099" y="1137"/>
                    </a:lnTo>
                    <a:lnTo>
                      <a:pt x="8075" y="4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53"/>
              <p:cNvSpPr/>
              <p:nvPr/>
            </p:nvSpPr>
            <p:spPr>
              <a:xfrm>
                <a:off x="7121660" y="4598505"/>
                <a:ext cx="310879" cy="266291"/>
              </a:xfrm>
              <a:custGeom>
                <a:avLst/>
                <a:gdLst/>
                <a:ahLst/>
                <a:cxnLst/>
                <a:rect l="l" t="t" r="r" b="b"/>
                <a:pathLst>
                  <a:path w="3528" h="3022" extrusionOk="0">
                    <a:moveTo>
                      <a:pt x="3071" y="154"/>
                    </a:moveTo>
                    <a:lnTo>
                      <a:pt x="3238" y="0"/>
                    </a:lnTo>
                    <a:lnTo>
                      <a:pt x="3058" y="0"/>
                    </a:lnTo>
                    <a:lnTo>
                      <a:pt x="2947" y="204"/>
                    </a:lnTo>
                    <a:lnTo>
                      <a:pt x="3528" y="939"/>
                    </a:lnTo>
                    <a:close/>
                    <a:moveTo>
                      <a:pt x="2935" y="2064"/>
                    </a:moveTo>
                    <a:lnTo>
                      <a:pt x="2762" y="1625"/>
                    </a:lnTo>
                    <a:lnTo>
                      <a:pt x="1885" y="1909"/>
                    </a:lnTo>
                    <a:lnTo>
                      <a:pt x="1835" y="1946"/>
                    </a:lnTo>
                    <a:lnTo>
                      <a:pt x="1458" y="2255"/>
                    </a:lnTo>
                    <a:lnTo>
                      <a:pt x="1063" y="2131"/>
                    </a:lnTo>
                    <a:lnTo>
                      <a:pt x="593" y="1724"/>
                    </a:lnTo>
                    <a:lnTo>
                      <a:pt x="0" y="1477"/>
                    </a:lnTo>
                    <a:cubicBezTo>
                      <a:pt x="0" y="1477"/>
                      <a:pt x="377" y="1742"/>
                      <a:pt x="501" y="1779"/>
                    </a:cubicBezTo>
                    <a:cubicBezTo>
                      <a:pt x="624" y="1810"/>
                      <a:pt x="939" y="2156"/>
                      <a:pt x="939" y="2156"/>
                    </a:cubicBezTo>
                    <a:lnTo>
                      <a:pt x="1539" y="2582"/>
                    </a:lnTo>
                    <a:lnTo>
                      <a:pt x="1804" y="3021"/>
                    </a:lnTo>
                    <a:lnTo>
                      <a:pt x="1878" y="3021"/>
                    </a:lnTo>
                    <a:lnTo>
                      <a:pt x="1823" y="2836"/>
                    </a:lnTo>
                    <a:lnTo>
                      <a:pt x="1637" y="2471"/>
                    </a:lnTo>
                    <a:lnTo>
                      <a:pt x="2515" y="2793"/>
                    </a:lnTo>
                    <a:lnTo>
                      <a:pt x="2576" y="3021"/>
                    </a:lnTo>
                    <a:lnTo>
                      <a:pt x="2749" y="3021"/>
                    </a:lnTo>
                    <a:lnTo>
                      <a:pt x="2626" y="2657"/>
                    </a:lnTo>
                    <a:lnTo>
                      <a:pt x="1983" y="2502"/>
                    </a:lnTo>
                    <a:lnTo>
                      <a:pt x="1650" y="2317"/>
                    </a:lnTo>
                    <a:lnTo>
                      <a:pt x="2638" y="178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53"/>
              <p:cNvSpPr/>
              <p:nvPr/>
            </p:nvSpPr>
            <p:spPr>
              <a:xfrm>
                <a:off x="7928466" y="4287099"/>
                <a:ext cx="1235319" cy="270609"/>
              </a:xfrm>
              <a:custGeom>
                <a:avLst/>
                <a:gdLst/>
                <a:ahLst/>
                <a:cxnLst/>
                <a:rect l="l" t="t" r="r" b="b"/>
                <a:pathLst>
                  <a:path w="14019" h="3071" extrusionOk="0">
                    <a:moveTo>
                      <a:pt x="8402" y="1013"/>
                    </a:moveTo>
                    <a:lnTo>
                      <a:pt x="7995" y="797"/>
                    </a:lnTo>
                    <a:lnTo>
                      <a:pt x="1600" y="1693"/>
                    </a:lnTo>
                    <a:lnTo>
                      <a:pt x="847" y="1619"/>
                    </a:lnTo>
                    <a:lnTo>
                      <a:pt x="494" y="1718"/>
                    </a:lnTo>
                    <a:lnTo>
                      <a:pt x="0" y="1909"/>
                    </a:lnTo>
                    <a:lnTo>
                      <a:pt x="50" y="2020"/>
                    </a:lnTo>
                    <a:lnTo>
                      <a:pt x="538" y="1835"/>
                    </a:lnTo>
                    <a:lnTo>
                      <a:pt x="853" y="1742"/>
                    </a:lnTo>
                    <a:lnTo>
                      <a:pt x="1600" y="1810"/>
                    </a:lnTo>
                    <a:lnTo>
                      <a:pt x="1804" y="1779"/>
                    </a:lnTo>
                    <a:lnTo>
                      <a:pt x="1965" y="3071"/>
                    </a:lnTo>
                    <a:lnTo>
                      <a:pt x="2088" y="3058"/>
                    </a:lnTo>
                    <a:lnTo>
                      <a:pt x="1928" y="1767"/>
                    </a:lnTo>
                    <a:lnTo>
                      <a:pt x="3293" y="1576"/>
                    </a:lnTo>
                    <a:lnTo>
                      <a:pt x="3448" y="2842"/>
                    </a:lnTo>
                    <a:lnTo>
                      <a:pt x="3571" y="2824"/>
                    </a:lnTo>
                    <a:lnTo>
                      <a:pt x="3417" y="1557"/>
                    </a:lnTo>
                    <a:lnTo>
                      <a:pt x="4603" y="1390"/>
                    </a:lnTo>
                    <a:lnTo>
                      <a:pt x="4930" y="2607"/>
                    </a:lnTo>
                    <a:lnTo>
                      <a:pt x="5048" y="2576"/>
                    </a:lnTo>
                    <a:lnTo>
                      <a:pt x="4720" y="1372"/>
                    </a:lnTo>
                    <a:lnTo>
                      <a:pt x="6240" y="1155"/>
                    </a:lnTo>
                    <a:lnTo>
                      <a:pt x="6407" y="2366"/>
                    </a:lnTo>
                    <a:lnTo>
                      <a:pt x="6530" y="2354"/>
                    </a:lnTo>
                    <a:lnTo>
                      <a:pt x="6364" y="1143"/>
                    </a:lnTo>
                    <a:lnTo>
                      <a:pt x="7704" y="958"/>
                    </a:lnTo>
                    <a:lnTo>
                      <a:pt x="7890" y="2138"/>
                    </a:lnTo>
                    <a:lnTo>
                      <a:pt x="8013" y="2119"/>
                    </a:lnTo>
                    <a:lnTo>
                      <a:pt x="7822" y="939"/>
                    </a:lnTo>
                    <a:lnTo>
                      <a:pt x="7976" y="915"/>
                    </a:lnTo>
                    <a:lnTo>
                      <a:pt x="8390" y="1131"/>
                    </a:lnTo>
                    <a:lnTo>
                      <a:pt x="8717" y="1088"/>
                    </a:lnTo>
                    <a:lnTo>
                      <a:pt x="9014" y="1193"/>
                    </a:lnTo>
                    <a:lnTo>
                      <a:pt x="9057" y="1081"/>
                    </a:lnTo>
                    <a:lnTo>
                      <a:pt x="8742" y="958"/>
                    </a:lnTo>
                    <a:close/>
                    <a:moveTo>
                      <a:pt x="13672" y="0"/>
                    </a:moveTo>
                    <a:lnTo>
                      <a:pt x="9564" y="575"/>
                    </a:lnTo>
                    <a:lnTo>
                      <a:pt x="9576" y="698"/>
                    </a:lnTo>
                    <a:lnTo>
                      <a:pt x="10688" y="544"/>
                    </a:lnTo>
                    <a:lnTo>
                      <a:pt x="10867" y="1773"/>
                    </a:lnTo>
                    <a:lnTo>
                      <a:pt x="10991" y="1761"/>
                    </a:lnTo>
                    <a:lnTo>
                      <a:pt x="10812" y="531"/>
                    </a:lnTo>
                    <a:lnTo>
                      <a:pt x="13648" y="130"/>
                    </a:lnTo>
                    <a:lnTo>
                      <a:pt x="13957" y="309"/>
                    </a:lnTo>
                    <a:lnTo>
                      <a:pt x="14018" y="198"/>
                    </a:lnTo>
                    <a:close/>
                    <a:moveTo>
                      <a:pt x="9199" y="674"/>
                    </a:moveTo>
                    <a:lnTo>
                      <a:pt x="9403" y="2002"/>
                    </a:lnTo>
                    <a:lnTo>
                      <a:pt x="9521" y="1983"/>
                    </a:lnTo>
                    <a:lnTo>
                      <a:pt x="9323" y="655"/>
                    </a:lnTo>
                    <a:close/>
                    <a:moveTo>
                      <a:pt x="12326" y="525"/>
                    </a:moveTo>
                    <a:lnTo>
                      <a:pt x="12344" y="1576"/>
                    </a:lnTo>
                    <a:lnTo>
                      <a:pt x="12468" y="1576"/>
                    </a:lnTo>
                    <a:lnTo>
                      <a:pt x="12449" y="525"/>
                    </a:lnTo>
                    <a:close/>
                  </a:path>
                </a:pathLst>
              </a:custGeom>
              <a:solidFill>
                <a:srgbClr val="2B0A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53"/>
              <p:cNvSpPr/>
              <p:nvPr/>
            </p:nvSpPr>
            <p:spPr>
              <a:xfrm>
                <a:off x="8020989" y="4393192"/>
                <a:ext cx="1342030" cy="421995"/>
              </a:xfrm>
              <a:custGeom>
                <a:avLst/>
                <a:gdLst/>
                <a:ahLst/>
                <a:cxnLst/>
                <a:rect l="l" t="t" r="r" b="b"/>
                <a:pathLst>
                  <a:path w="15230" h="4789" extrusionOk="0">
                    <a:moveTo>
                      <a:pt x="14235" y="1416"/>
                    </a:moveTo>
                    <a:lnTo>
                      <a:pt x="13481" y="1156"/>
                    </a:lnTo>
                    <a:lnTo>
                      <a:pt x="13568" y="477"/>
                    </a:lnTo>
                    <a:lnTo>
                      <a:pt x="13524" y="1"/>
                    </a:lnTo>
                    <a:lnTo>
                      <a:pt x="0" y="1805"/>
                    </a:lnTo>
                    <a:lnTo>
                      <a:pt x="402" y="4789"/>
                    </a:lnTo>
                    <a:lnTo>
                      <a:pt x="15229" y="2905"/>
                    </a:lnTo>
                    <a:lnTo>
                      <a:pt x="14420" y="217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53"/>
              <p:cNvSpPr/>
              <p:nvPr/>
            </p:nvSpPr>
            <p:spPr>
              <a:xfrm>
                <a:off x="8023721" y="4424297"/>
                <a:ext cx="1021370" cy="389303"/>
              </a:xfrm>
              <a:custGeom>
                <a:avLst/>
                <a:gdLst/>
                <a:ahLst/>
                <a:cxnLst/>
                <a:rect l="l" t="t" r="r" b="b"/>
                <a:pathLst>
                  <a:path w="11591" h="4418" extrusionOk="0">
                    <a:moveTo>
                      <a:pt x="8125" y="2193"/>
                    </a:moveTo>
                    <a:lnTo>
                      <a:pt x="7340" y="1297"/>
                    </a:lnTo>
                    <a:lnTo>
                      <a:pt x="7445" y="451"/>
                    </a:lnTo>
                    <a:lnTo>
                      <a:pt x="5338" y="729"/>
                    </a:lnTo>
                    <a:lnTo>
                      <a:pt x="5419" y="1291"/>
                    </a:lnTo>
                    <a:lnTo>
                      <a:pt x="5839" y="2440"/>
                    </a:lnTo>
                    <a:lnTo>
                      <a:pt x="5116" y="1477"/>
                    </a:lnTo>
                    <a:lnTo>
                      <a:pt x="4529" y="1285"/>
                    </a:lnTo>
                    <a:lnTo>
                      <a:pt x="3596" y="951"/>
                    </a:lnTo>
                    <a:lnTo>
                      <a:pt x="309" y="1390"/>
                    </a:lnTo>
                    <a:lnTo>
                      <a:pt x="0" y="1532"/>
                    </a:lnTo>
                    <a:lnTo>
                      <a:pt x="390" y="4417"/>
                    </a:lnTo>
                    <a:lnTo>
                      <a:pt x="9719" y="3237"/>
                    </a:lnTo>
                    <a:lnTo>
                      <a:pt x="8909" y="2793"/>
                    </a:lnTo>
                    <a:close/>
                    <a:moveTo>
                      <a:pt x="10837" y="124"/>
                    </a:moveTo>
                    <a:lnTo>
                      <a:pt x="10855" y="0"/>
                    </a:lnTo>
                    <a:lnTo>
                      <a:pt x="8304" y="340"/>
                    </a:lnTo>
                    <a:lnTo>
                      <a:pt x="8847" y="908"/>
                    </a:lnTo>
                    <a:lnTo>
                      <a:pt x="9595" y="1699"/>
                    </a:lnTo>
                    <a:lnTo>
                      <a:pt x="9410" y="365"/>
                    </a:lnTo>
                    <a:lnTo>
                      <a:pt x="9879" y="599"/>
                    </a:lnTo>
                    <a:lnTo>
                      <a:pt x="10398" y="618"/>
                    </a:lnTo>
                    <a:lnTo>
                      <a:pt x="11590" y="1279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53"/>
              <p:cNvSpPr/>
              <p:nvPr/>
            </p:nvSpPr>
            <p:spPr>
              <a:xfrm>
                <a:off x="8420074" y="4432933"/>
                <a:ext cx="666961" cy="332732"/>
              </a:xfrm>
              <a:custGeom>
                <a:avLst/>
                <a:gdLst/>
                <a:ahLst/>
                <a:cxnLst/>
                <a:rect l="l" t="t" r="r" b="b"/>
                <a:pathLst>
                  <a:path w="7569" h="3776" extrusionOk="0">
                    <a:moveTo>
                      <a:pt x="772" y="2429"/>
                    </a:moveTo>
                    <a:lnTo>
                      <a:pt x="43" y="2738"/>
                    </a:lnTo>
                    <a:lnTo>
                      <a:pt x="0" y="3590"/>
                    </a:lnTo>
                    <a:lnTo>
                      <a:pt x="161" y="3776"/>
                    </a:lnTo>
                    <a:lnTo>
                      <a:pt x="253" y="2806"/>
                    </a:lnTo>
                    <a:lnTo>
                      <a:pt x="890" y="2552"/>
                    </a:lnTo>
                    <a:lnTo>
                      <a:pt x="1921" y="2083"/>
                    </a:lnTo>
                    <a:lnTo>
                      <a:pt x="2817" y="1045"/>
                    </a:lnTo>
                    <a:lnTo>
                      <a:pt x="1804" y="1990"/>
                    </a:lnTo>
                    <a:close/>
                    <a:moveTo>
                      <a:pt x="7117" y="705"/>
                    </a:moveTo>
                    <a:lnTo>
                      <a:pt x="6462" y="520"/>
                    </a:lnTo>
                    <a:lnTo>
                      <a:pt x="5758" y="427"/>
                    </a:lnTo>
                    <a:lnTo>
                      <a:pt x="5597" y="1"/>
                    </a:lnTo>
                    <a:lnTo>
                      <a:pt x="5066" y="75"/>
                    </a:lnTo>
                    <a:lnTo>
                      <a:pt x="5103" y="520"/>
                    </a:lnTo>
                    <a:lnTo>
                      <a:pt x="5832" y="680"/>
                    </a:lnTo>
                    <a:lnTo>
                      <a:pt x="5900" y="1953"/>
                    </a:lnTo>
                    <a:lnTo>
                      <a:pt x="5968" y="680"/>
                    </a:lnTo>
                    <a:lnTo>
                      <a:pt x="6438" y="705"/>
                    </a:lnTo>
                    <a:lnTo>
                      <a:pt x="7025" y="847"/>
                    </a:lnTo>
                    <a:lnTo>
                      <a:pt x="7568" y="136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53"/>
              <p:cNvSpPr/>
              <p:nvPr/>
            </p:nvSpPr>
            <p:spPr>
              <a:xfrm>
                <a:off x="7731875" y="4539643"/>
                <a:ext cx="1810286" cy="497159"/>
              </a:xfrm>
              <a:custGeom>
                <a:avLst/>
                <a:gdLst/>
                <a:ahLst/>
                <a:cxnLst/>
                <a:rect l="l" t="t" r="r" b="b"/>
                <a:pathLst>
                  <a:path w="20544" h="5642" extrusionOk="0">
                    <a:moveTo>
                      <a:pt x="1" y="3473"/>
                    </a:moveTo>
                    <a:cubicBezTo>
                      <a:pt x="1" y="3473"/>
                      <a:pt x="427" y="2725"/>
                      <a:pt x="427" y="2577"/>
                    </a:cubicBezTo>
                    <a:cubicBezTo>
                      <a:pt x="427" y="2441"/>
                      <a:pt x="520" y="1830"/>
                      <a:pt x="520" y="1830"/>
                    </a:cubicBezTo>
                    <a:lnTo>
                      <a:pt x="748" y="1033"/>
                    </a:lnTo>
                    <a:lnTo>
                      <a:pt x="1972" y="93"/>
                    </a:lnTo>
                    <a:lnTo>
                      <a:pt x="3053" y="1"/>
                    </a:lnTo>
                    <a:lnTo>
                      <a:pt x="3850" y="186"/>
                    </a:lnTo>
                    <a:lnTo>
                      <a:pt x="5308" y="514"/>
                    </a:lnTo>
                    <a:lnTo>
                      <a:pt x="6055" y="1175"/>
                    </a:lnTo>
                    <a:lnTo>
                      <a:pt x="6908" y="470"/>
                    </a:lnTo>
                    <a:lnTo>
                      <a:pt x="7699" y="1595"/>
                    </a:lnTo>
                    <a:lnTo>
                      <a:pt x="8737" y="2299"/>
                    </a:lnTo>
                    <a:lnTo>
                      <a:pt x="10152" y="2348"/>
                    </a:lnTo>
                    <a:lnTo>
                      <a:pt x="11134" y="2058"/>
                    </a:lnTo>
                    <a:lnTo>
                      <a:pt x="12172" y="2108"/>
                    </a:lnTo>
                    <a:lnTo>
                      <a:pt x="13537" y="2954"/>
                    </a:lnTo>
                    <a:lnTo>
                      <a:pt x="14149" y="3609"/>
                    </a:lnTo>
                    <a:lnTo>
                      <a:pt x="14853" y="3473"/>
                    </a:lnTo>
                    <a:lnTo>
                      <a:pt x="14668" y="2299"/>
                    </a:lnTo>
                    <a:lnTo>
                      <a:pt x="16688" y="2064"/>
                    </a:lnTo>
                    <a:lnTo>
                      <a:pt x="16978" y="1168"/>
                    </a:lnTo>
                    <a:lnTo>
                      <a:pt x="19141" y="1552"/>
                    </a:lnTo>
                    <a:cubicBezTo>
                      <a:pt x="19141" y="1552"/>
                      <a:pt x="19141" y="3010"/>
                      <a:pt x="19369" y="3059"/>
                    </a:cubicBezTo>
                    <a:cubicBezTo>
                      <a:pt x="19604" y="3102"/>
                      <a:pt x="20074" y="3714"/>
                      <a:pt x="20074" y="3714"/>
                    </a:cubicBezTo>
                    <a:lnTo>
                      <a:pt x="20543" y="5221"/>
                    </a:lnTo>
                    <a:lnTo>
                      <a:pt x="15045" y="5641"/>
                    </a:lnTo>
                    <a:lnTo>
                      <a:pt x="10436" y="5505"/>
                    </a:lnTo>
                    <a:lnTo>
                      <a:pt x="5499" y="532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53"/>
              <p:cNvSpPr/>
              <p:nvPr/>
            </p:nvSpPr>
            <p:spPr>
              <a:xfrm>
                <a:off x="7929523" y="4753062"/>
                <a:ext cx="1449269" cy="279332"/>
              </a:xfrm>
              <a:custGeom>
                <a:avLst/>
                <a:gdLst/>
                <a:ahLst/>
                <a:cxnLst/>
                <a:rect l="l" t="t" r="r" b="b"/>
                <a:pathLst>
                  <a:path w="16447" h="3170" extrusionOk="0">
                    <a:moveTo>
                      <a:pt x="15637" y="1131"/>
                    </a:moveTo>
                    <a:lnTo>
                      <a:pt x="14099" y="1477"/>
                    </a:lnTo>
                    <a:lnTo>
                      <a:pt x="13475" y="3170"/>
                    </a:lnTo>
                    <a:lnTo>
                      <a:pt x="16447" y="2935"/>
                    </a:lnTo>
                    <a:close/>
                    <a:moveTo>
                      <a:pt x="2163" y="1755"/>
                    </a:moveTo>
                    <a:lnTo>
                      <a:pt x="2379" y="1"/>
                    </a:lnTo>
                    <a:lnTo>
                      <a:pt x="1" y="625"/>
                    </a:lnTo>
                    <a:close/>
                    <a:moveTo>
                      <a:pt x="8174" y="1971"/>
                    </a:moveTo>
                    <a:lnTo>
                      <a:pt x="6197" y="1588"/>
                    </a:lnTo>
                    <a:lnTo>
                      <a:pt x="3318" y="464"/>
                    </a:lnTo>
                    <a:lnTo>
                      <a:pt x="3256" y="2873"/>
                    </a:lnTo>
                    <a:lnTo>
                      <a:pt x="8193" y="3059"/>
                    </a:lnTo>
                    <a:lnTo>
                      <a:pt x="11072" y="3145"/>
                    </a:lnTo>
                    <a:lnTo>
                      <a:pt x="9620" y="2039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72" name="Google Shape;1472;p53"/>
          <p:cNvSpPr/>
          <p:nvPr/>
        </p:nvSpPr>
        <p:spPr>
          <a:xfrm>
            <a:off x="2935423" y="3953548"/>
            <a:ext cx="339510" cy="899863"/>
          </a:xfrm>
          <a:custGeom>
            <a:avLst/>
            <a:gdLst/>
            <a:ahLst/>
            <a:cxnLst/>
            <a:rect l="l" t="t" r="r" b="b"/>
            <a:pathLst>
              <a:path w="9287" h="24615" extrusionOk="0">
                <a:moveTo>
                  <a:pt x="5396" y="1"/>
                </a:moveTo>
                <a:cubicBezTo>
                  <a:pt x="4808" y="1"/>
                  <a:pt x="4526" y="706"/>
                  <a:pt x="4319" y="970"/>
                </a:cubicBezTo>
                <a:cubicBezTo>
                  <a:pt x="4134" y="1211"/>
                  <a:pt x="4059" y="1477"/>
                  <a:pt x="4022" y="1780"/>
                </a:cubicBezTo>
                <a:cubicBezTo>
                  <a:pt x="3967" y="2218"/>
                  <a:pt x="3917" y="2181"/>
                  <a:pt x="3621" y="2385"/>
                </a:cubicBezTo>
                <a:cubicBezTo>
                  <a:pt x="3343" y="2577"/>
                  <a:pt x="3127" y="3083"/>
                  <a:pt x="2960" y="3207"/>
                </a:cubicBezTo>
                <a:cubicBezTo>
                  <a:pt x="2663" y="3423"/>
                  <a:pt x="2175" y="3170"/>
                  <a:pt x="1706" y="4615"/>
                </a:cubicBezTo>
                <a:cubicBezTo>
                  <a:pt x="1156" y="6283"/>
                  <a:pt x="600" y="7952"/>
                  <a:pt x="56" y="9613"/>
                </a:cubicBezTo>
                <a:lnTo>
                  <a:pt x="377" y="9613"/>
                </a:lnTo>
                <a:cubicBezTo>
                  <a:pt x="212" y="10411"/>
                  <a:pt x="168" y="10560"/>
                  <a:pt x="184" y="10560"/>
                </a:cubicBezTo>
                <a:cubicBezTo>
                  <a:pt x="193" y="10560"/>
                  <a:pt x="222" y="10507"/>
                  <a:pt x="260" y="10507"/>
                </a:cubicBezTo>
                <a:cubicBezTo>
                  <a:pt x="276" y="10507"/>
                  <a:pt x="292" y="10516"/>
                  <a:pt x="309" y="10540"/>
                </a:cubicBezTo>
                <a:cubicBezTo>
                  <a:pt x="340" y="10583"/>
                  <a:pt x="334" y="10645"/>
                  <a:pt x="315" y="10701"/>
                </a:cubicBezTo>
                <a:cubicBezTo>
                  <a:pt x="229" y="11071"/>
                  <a:pt x="278" y="11448"/>
                  <a:pt x="167" y="11819"/>
                </a:cubicBezTo>
                <a:cubicBezTo>
                  <a:pt x="0" y="12412"/>
                  <a:pt x="118" y="12319"/>
                  <a:pt x="192" y="12610"/>
                </a:cubicBezTo>
                <a:cubicBezTo>
                  <a:pt x="285" y="12937"/>
                  <a:pt x="44" y="13178"/>
                  <a:pt x="711" y="13487"/>
                </a:cubicBezTo>
                <a:cubicBezTo>
                  <a:pt x="849" y="13553"/>
                  <a:pt x="929" y="13582"/>
                  <a:pt x="971" y="13582"/>
                </a:cubicBezTo>
                <a:cubicBezTo>
                  <a:pt x="1159" y="13582"/>
                  <a:pt x="599" y="12989"/>
                  <a:pt x="1119" y="12338"/>
                </a:cubicBezTo>
                <a:lnTo>
                  <a:pt x="1119" y="12338"/>
                </a:lnTo>
                <a:lnTo>
                  <a:pt x="1143" y="12684"/>
                </a:lnTo>
                <a:cubicBezTo>
                  <a:pt x="1164" y="12989"/>
                  <a:pt x="1289" y="13083"/>
                  <a:pt x="1382" y="13083"/>
                </a:cubicBezTo>
                <a:cubicBezTo>
                  <a:pt x="1430" y="13083"/>
                  <a:pt x="1470" y="13057"/>
                  <a:pt x="1483" y="13024"/>
                </a:cubicBezTo>
                <a:cubicBezTo>
                  <a:pt x="1508" y="12950"/>
                  <a:pt x="1397" y="12783"/>
                  <a:pt x="1421" y="12363"/>
                </a:cubicBezTo>
                <a:cubicBezTo>
                  <a:pt x="1434" y="12066"/>
                  <a:pt x="1495" y="11720"/>
                  <a:pt x="1292" y="11510"/>
                </a:cubicBezTo>
                <a:cubicBezTo>
                  <a:pt x="1242" y="11467"/>
                  <a:pt x="1180" y="11424"/>
                  <a:pt x="1150" y="11362"/>
                </a:cubicBezTo>
                <a:cubicBezTo>
                  <a:pt x="1088" y="11232"/>
                  <a:pt x="1156" y="10509"/>
                  <a:pt x="1360" y="9898"/>
                </a:cubicBezTo>
                <a:cubicBezTo>
                  <a:pt x="1372" y="9972"/>
                  <a:pt x="1397" y="10058"/>
                  <a:pt x="1434" y="10126"/>
                </a:cubicBezTo>
                <a:cubicBezTo>
                  <a:pt x="1465" y="9972"/>
                  <a:pt x="1508" y="9830"/>
                  <a:pt x="1539" y="9675"/>
                </a:cubicBezTo>
                <a:cubicBezTo>
                  <a:pt x="1628" y="9796"/>
                  <a:pt x="1665" y="9868"/>
                  <a:pt x="1683" y="9868"/>
                </a:cubicBezTo>
                <a:cubicBezTo>
                  <a:pt x="1735" y="9868"/>
                  <a:pt x="1625" y="9269"/>
                  <a:pt x="2126" y="7525"/>
                </a:cubicBezTo>
                <a:lnTo>
                  <a:pt x="2126" y="7525"/>
                </a:lnTo>
                <a:cubicBezTo>
                  <a:pt x="2416" y="7859"/>
                  <a:pt x="1817" y="9768"/>
                  <a:pt x="1619" y="10880"/>
                </a:cubicBezTo>
                <a:cubicBezTo>
                  <a:pt x="1706" y="10763"/>
                  <a:pt x="1804" y="10651"/>
                  <a:pt x="1916" y="10559"/>
                </a:cubicBezTo>
                <a:lnTo>
                  <a:pt x="1916" y="10559"/>
                </a:lnTo>
                <a:cubicBezTo>
                  <a:pt x="1854" y="10837"/>
                  <a:pt x="1817" y="11127"/>
                  <a:pt x="1798" y="11411"/>
                </a:cubicBezTo>
                <a:cubicBezTo>
                  <a:pt x="1808" y="11412"/>
                  <a:pt x="1818" y="11413"/>
                  <a:pt x="1828" y="11413"/>
                </a:cubicBezTo>
                <a:cubicBezTo>
                  <a:pt x="1879" y="11413"/>
                  <a:pt x="1930" y="11398"/>
                  <a:pt x="1971" y="11362"/>
                </a:cubicBezTo>
                <a:lnTo>
                  <a:pt x="1971" y="11362"/>
                </a:lnTo>
                <a:cubicBezTo>
                  <a:pt x="1755" y="12523"/>
                  <a:pt x="2175" y="13728"/>
                  <a:pt x="1977" y="14896"/>
                </a:cubicBezTo>
                <a:cubicBezTo>
                  <a:pt x="1885" y="15439"/>
                  <a:pt x="1718" y="15958"/>
                  <a:pt x="1675" y="16514"/>
                </a:cubicBezTo>
                <a:cubicBezTo>
                  <a:pt x="1736" y="16459"/>
                  <a:pt x="1817" y="16422"/>
                  <a:pt x="1891" y="16409"/>
                </a:cubicBezTo>
                <a:lnTo>
                  <a:pt x="1891" y="16409"/>
                </a:lnTo>
                <a:cubicBezTo>
                  <a:pt x="1811" y="18056"/>
                  <a:pt x="1763" y="18299"/>
                  <a:pt x="1837" y="18299"/>
                </a:cubicBezTo>
                <a:cubicBezTo>
                  <a:pt x="1860" y="18299"/>
                  <a:pt x="1896" y="18275"/>
                  <a:pt x="1946" y="18263"/>
                </a:cubicBezTo>
                <a:lnTo>
                  <a:pt x="1946" y="18263"/>
                </a:lnTo>
                <a:cubicBezTo>
                  <a:pt x="1959" y="18881"/>
                  <a:pt x="1563" y="19980"/>
                  <a:pt x="1601" y="21179"/>
                </a:cubicBezTo>
                <a:cubicBezTo>
                  <a:pt x="1619" y="21951"/>
                  <a:pt x="1823" y="22723"/>
                  <a:pt x="1681" y="23483"/>
                </a:cubicBezTo>
                <a:cubicBezTo>
                  <a:pt x="1614" y="23860"/>
                  <a:pt x="1851" y="24615"/>
                  <a:pt x="2092" y="24615"/>
                </a:cubicBezTo>
                <a:cubicBezTo>
                  <a:pt x="2120" y="24615"/>
                  <a:pt x="2148" y="24605"/>
                  <a:pt x="2175" y="24583"/>
                </a:cubicBezTo>
                <a:cubicBezTo>
                  <a:pt x="2237" y="24540"/>
                  <a:pt x="2262" y="24428"/>
                  <a:pt x="2336" y="24428"/>
                </a:cubicBezTo>
                <a:cubicBezTo>
                  <a:pt x="2385" y="24428"/>
                  <a:pt x="2422" y="24478"/>
                  <a:pt x="2472" y="24490"/>
                </a:cubicBezTo>
                <a:cubicBezTo>
                  <a:pt x="2480" y="24493"/>
                  <a:pt x="2491" y="24495"/>
                  <a:pt x="2505" y="24495"/>
                </a:cubicBezTo>
                <a:cubicBezTo>
                  <a:pt x="2577" y="24495"/>
                  <a:pt x="2724" y="24462"/>
                  <a:pt x="2956" y="24462"/>
                </a:cubicBezTo>
                <a:cubicBezTo>
                  <a:pt x="3053" y="24462"/>
                  <a:pt x="3165" y="24468"/>
                  <a:pt x="3293" y="24484"/>
                </a:cubicBezTo>
                <a:cubicBezTo>
                  <a:pt x="3491" y="24509"/>
                  <a:pt x="3683" y="24552"/>
                  <a:pt x="3880" y="24564"/>
                </a:cubicBezTo>
                <a:cubicBezTo>
                  <a:pt x="3892" y="24565"/>
                  <a:pt x="3903" y="24565"/>
                  <a:pt x="3915" y="24565"/>
                </a:cubicBezTo>
                <a:cubicBezTo>
                  <a:pt x="4317" y="24565"/>
                  <a:pt x="4619" y="24357"/>
                  <a:pt x="4974" y="24225"/>
                </a:cubicBezTo>
                <a:cubicBezTo>
                  <a:pt x="5134" y="24163"/>
                  <a:pt x="5209" y="24052"/>
                  <a:pt x="5128" y="23897"/>
                </a:cubicBezTo>
                <a:cubicBezTo>
                  <a:pt x="4807" y="23298"/>
                  <a:pt x="3528" y="24045"/>
                  <a:pt x="3683" y="22482"/>
                </a:cubicBezTo>
                <a:lnTo>
                  <a:pt x="3683" y="22482"/>
                </a:lnTo>
                <a:cubicBezTo>
                  <a:pt x="3757" y="22557"/>
                  <a:pt x="3837" y="22624"/>
                  <a:pt x="3905" y="22692"/>
                </a:cubicBezTo>
                <a:cubicBezTo>
                  <a:pt x="3936" y="22155"/>
                  <a:pt x="3911" y="21611"/>
                  <a:pt x="3837" y="21080"/>
                </a:cubicBezTo>
                <a:lnTo>
                  <a:pt x="3837" y="21080"/>
                </a:lnTo>
                <a:cubicBezTo>
                  <a:pt x="3881" y="21098"/>
                  <a:pt x="3910" y="21122"/>
                  <a:pt x="3929" y="21122"/>
                </a:cubicBezTo>
                <a:cubicBezTo>
                  <a:pt x="3982" y="21122"/>
                  <a:pt x="3958" y="20932"/>
                  <a:pt x="3967" y="19875"/>
                </a:cubicBezTo>
                <a:cubicBezTo>
                  <a:pt x="3973" y="19233"/>
                  <a:pt x="4078" y="18646"/>
                  <a:pt x="4140" y="18003"/>
                </a:cubicBezTo>
                <a:cubicBezTo>
                  <a:pt x="4145" y="17937"/>
                  <a:pt x="4180" y="17838"/>
                  <a:pt x="4244" y="17838"/>
                </a:cubicBezTo>
                <a:cubicBezTo>
                  <a:pt x="4252" y="17838"/>
                  <a:pt x="4260" y="17839"/>
                  <a:pt x="4269" y="17843"/>
                </a:cubicBezTo>
                <a:cubicBezTo>
                  <a:pt x="4300" y="16823"/>
                  <a:pt x="4337" y="15798"/>
                  <a:pt x="4368" y="14778"/>
                </a:cubicBezTo>
                <a:cubicBezTo>
                  <a:pt x="4387" y="14259"/>
                  <a:pt x="4585" y="13876"/>
                  <a:pt x="4640" y="13364"/>
                </a:cubicBezTo>
                <a:cubicBezTo>
                  <a:pt x="5227" y="17157"/>
                  <a:pt x="5258" y="17293"/>
                  <a:pt x="5270" y="17750"/>
                </a:cubicBezTo>
                <a:cubicBezTo>
                  <a:pt x="5295" y="18603"/>
                  <a:pt x="5079" y="19443"/>
                  <a:pt x="5171" y="20283"/>
                </a:cubicBezTo>
                <a:cubicBezTo>
                  <a:pt x="5258" y="20221"/>
                  <a:pt x="5332" y="20153"/>
                  <a:pt x="5419" y="20091"/>
                </a:cubicBezTo>
                <a:lnTo>
                  <a:pt x="5419" y="20091"/>
                </a:lnTo>
                <a:cubicBezTo>
                  <a:pt x="5326" y="21821"/>
                  <a:pt x="5789" y="22557"/>
                  <a:pt x="5715" y="23131"/>
                </a:cubicBezTo>
                <a:cubicBezTo>
                  <a:pt x="5690" y="23298"/>
                  <a:pt x="5394" y="24045"/>
                  <a:pt x="6555" y="24150"/>
                </a:cubicBezTo>
                <a:cubicBezTo>
                  <a:pt x="6640" y="24160"/>
                  <a:pt x="6815" y="24170"/>
                  <a:pt x="7009" y="24170"/>
                </a:cubicBezTo>
                <a:cubicBezTo>
                  <a:pt x="7340" y="24170"/>
                  <a:pt x="7726" y="24139"/>
                  <a:pt x="7816" y="24015"/>
                </a:cubicBezTo>
                <a:cubicBezTo>
                  <a:pt x="7945" y="23823"/>
                  <a:pt x="7569" y="23143"/>
                  <a:pt x="7457" y="22940"/>
                </a:cubicBezTo>
                <a:lnTo>
                  <a:pt x="7457" y="22940"/>
                </a:lnTo>
                <a:cubicBezTo>
                  <a:pt x="7581" y="22970"/>
                  <a:pt x="7698" y="23001"/>
                  <a:pt x="7822" y="23032"/>
                </a:cubicBezTo>
                <a:cubicBezTo>
                  <a:pt x="7630" y="22637"/>
                  <a:pt x="7556" y="22198"/>
                  <a:pt x="7612" y="21766"/>
                </a:cubicBezTo>
                <a:lnTo>
                  <a:pt x="7612" y="21766"/>
                </a:lnTo>
                <a:cubicBezTo>
                  <a:pt x="7674" y="21815"/>
                  <a:pt x="7729" y="21858"/>
                  <a:pt x="7791" y="21895"/>
                </a:cubicBezTo>
                <a:cubicBezTo>
                  <a:pt x="7420" y="21043"/>
                  <a:pt x="7735" y="20042"/>
                  <a:pt x="7544" y="19134"/>
                </a:cubicBezTo>
                <a:cubicBezTo>
                  <a:pt x="7389" y="18399"/>
                  <a:pt x="6796" y="17534"/>
                  <a:pt x="7136" y="16755"/>
                </a:cubicBezTo>
                <a:lnTo>
                  <a:pt x="7136" y="16755"/>
                </a:lnTo>
                <a:cubicBezTo>
                  <a:pt x="7229" y="16799"/>
                  <a:pt x="7321" y="16842"/>
                  <a:pt x="7402" y="16885"/>
                </a:cubicBezTo>
                <a:cubicBezTo>
                  <a:pt x="7340" y="15872"/>
                  <a:pt x="7494" y="14852"/>
                  <a:pt x="7550" y="13845"/>
                </a:cubicBezTo>
                <a:cubicBezTo>
                  <a:pt x="7667" y="11683"/>
                  <a:pt x="7210" y="11541"/>
                  <a:pt x="7025" y="10620"/>
                </a:cubicBezTo>
                <a:lnTo>
                  <a:pt x="7025" y="10620"/>
                </a:lnTo>
                <a:cubicBezTo>
                  <a:pt x="7250" y="10756"/>
                  <a:pt x="7345" y="10830"/>
                  <a:pt x="7368" y="10830"/>
                </a:cubicBezTo>
                <a:cubicBezTo>
                  <a:pt x="7416" y="10830"/>
                  <a:pt x="7147" y="10503"/>
                  <a:pt x="7105" y="9737"/>
                </a:cubicBezTo>
                <a:lnTo>
                  <a:pt x="7105" y="9737"/>
                </a:lnTo>
                <a:cubicBezTo>
                  <a:pt x="7107" y="9760"/>
                  <a:pt x="7414" y="10330"/>
                  <a:pt x="7414" y="10336"/>
                </a:cubicBezTo>
                <a:cubicBezTo>
                  <a:pt x="8186" y="11782"/>
                  <a:pt x="8656" y="11782"/>
                  <a:pt x="8390" y="12066"/>
                </a:cubicBezTo>
                <a:cubicBezTo>
                  <a:pt x="8217" y="12270"/>
                  <a:pt x="8254" y="12585"/>
                  <a:pt x="8131" y="12826"/>
                </a:cubicBezTo>
                <a:cubicBezTo>
                  <a:pt x="8069" y="12956"/>
                  <a:pt x="7952" y="13061"/>
                  <a:pt x="7915" y="13203"/>
                </a:cubicBezTo>
                <a:cubicBezTo>
                  <a:pt x="7884" y="13315"/>
                  <a:pt x="7930" y="13406"/>
                  <a:pt x="8014" y="13406"/>
                </a:cubicBezTo>
                <a:cubicBezTo>
                  <a:pt x="8063" y="13406"/>
                  <a:pt x="8126" y="13374"/>
                  <a:pt x="8193" y="13296"/>
                </a:cubicBezTo>
                <a:cubicBezTo>
                  <a:pt x="8495" y="12950"/>
                  <a:pt x="8440" y="12925"/>
                  <a:pt x="8514" y="12900"/>
                </a:cubicBezTo>
                <a:lnTo>
                  <a:pt x="8514" y="12900"/>
                </a:lnTo>
                <a:cubicBezTo>
                  <a:pt x="8940" y="13703"/>
                  <a:pt x="8316" y="13728"/>
                  <a:pt x="8285" y="14080"/>
                </a:cubicBezTo>
                <a:cubicBezTo>
                  <a:pt x="8283" y="14125"/>
                  <a:pt x="8298" y="14142"/>
                  <a:pt x="8322" y="14142"/>
                </a:cubicBezTo>
                <a:cubicBezTo>
                  <a:pt x="8378" y="14142"/>
                  <a:pt x="8487" y="14048"/>
                  <a:pt x="8569" y="13988"/>
                </a:cubicBezTo>
                <a:lnTo>
                  <a:pt x="8569" y="13988"/>
                </a:lnTo>
                <a:cubicBezTo>
                  <a:pt x="8417" y="14243"/>
                  <a:pt x="8442" y="14367"/>
                  <a:pt x="8525" y="14367"/>
                </a:cubicBezTo>
                <a:cubicBezTo>
                  <a:pt x="8601" y="14367"/>
                  <a:pt x="8725" y="14265"/>
                  <a:pt x="8810" y="14068"/>
                </a:cubicBezTo>
                <a:cubicBezTo>
                  <a:pt x="8866" y="13938"/>
                  <a:pt x="9002" y="14031"/>
                  <a:pt x="9051" y="13784"/>
                </a:cubicBezTo>
                <a:cubicBezTo>
                  <a:pt x="9064" y="13697"/>
                  <a:pt x="9057" y="13604"/>
                  <a:pt x="9064" y="13512"/>
                </a:cubicBezTo>
                <a:cubicBezTo>
                  <a:pt x="9082" y="13388"/>
                  <a:pt x="9132" y="13271"/>
                  <a:pt x="9150" y="13147"/>
                </a:cubicBezTo>
                <a:cubicBezTo>
                  <a:pt x="9181" y="12919"/>
                  <a:pt x="9070" y="12702"/>
                  <a:pt x="9193" y="12184"/>
                </a:cubicBezTo>
                <a:cubicBezTo>
                  <a:pt x="9286" y="11788"/>
                  <a:pt x="8971" y="11362"/>
                  <a:pt x="8903" y="11220"/>
                </a:cubicBezTo>
                <a:cubicBezTo>
                  <a:pt x="8823" y="11053"/>
                  <a:pt x="8792" y="10886"/>
                  <a:pt x="8730" y="10713"/>
                </a:cubicBezTo>
                <a:cubicBezTo>
                  <a:pt x="8637" y="10466"/>
                  <a:pt x="8477" y="10250"/>
                  <a:pt x="8434" y="9996"/>
                </a:cubicBezTo>
                <a:lnTo>
                  <a:pt x="8434" y="9996"/>
                </a:lnTo>
                <a:cubicBezTo>
                  <a:pt x="8622" y="10104"/>
                  <a:pt x="8695" y="10168"/>
                  <a:pt x="8700" y="10168"/>
                </a:cubicBezTo>
                <a:cubicBezTo>
                  <a:pt x="8709" y="10168"/>
                  <a:pt x="8559" y="10018"/>
                  <a:pt x="8421" y="9644"/>
                </a:cubicBezTo>
                <a:lnTo>
                  <a:pt x="8421" y="9644"/>
                </a:lnTo>
                <a:cubicBezTo>
                  <a:pt x="8477" y="9651"/>
                  <a:pt x="8532" y="9657"/>
                  <a:pt x="8588" y="9657"/>
                </a:cubicBezTo>
                <a:cubicBezTo>
                  <a:pt x="8514" y="9379"/>
                  <a:pt x="8254" y="9169"/>
                  <a:pt x="8217" y="8878"/>
                </a:cubicBezTo>
                <a:lnTo>
                  <a:pt x="8217" y="8878"/>
                </a:lnTo>
                <a:cubicBezTo>
                  <a:pt x="8310" y="8934"/>
                  <a:pt x="8390" y="8922"/>
                  <a:pt x="8495" y="8934"/>
                </a:cubicBezTo>
                <a:cubicBezTo>
                  <a:pt x="7921" y="8038"/>
                  <a:pt x="7791" y="7945"/>
                  <a:pt x="7772" y="6753"/>
                </a:cubicBezTo>
                <a:lnTo>
                  <a:pt x="7772" y="6753"/>
                </a:lnTo>
                <a:cubicBezTo>
                  <a:pt x="7853" y="6839"/>
                  <a:pt x="7915" y="6945"/>
                  <a:pt x="7952" y="7056"/>
                </a:cubicBezTo>
                <a:cubicBezTo>
                  <a:pt x="7983" y="6512"/>
                  <a:pt x="7921" y="5968"/>
                  <a:pt x="7989" y="5431"/>
                </a:cubicBezTo>
                <a:cubicBezTo>
                  <a:pt x="8143" y="4214"/>
                  <a:pt x="7297" y="4517"/>
                  <a:pt x="7136" y="3775"/>
                </a:cubicBezTo>
                <a:cubicBezTo>
                  <a:pt x="7013" y="3207"/>
                  <a:pt x="7303" y="2570"/>
                  <a:pt x="6858" y="797"/>
                </a:cubicBezTo>
                <a:cubicBezTo>
                  <a:pt x="6672" y="82"/>
                  <a:pt x="6252" y="19"/>
                  <a:pt x="5898" y="19"/>
                </a:cubicBezTo>
                <a:cubicBezTo>
                  <a:pt x="5821" y="19"/>
                  <a:pt x="5747" y="22"/>
                  <a:pt x="5679" y="22"/>
                </a:cubicBezTo>
                <a:cubicBezTo>
                  <a:pt x="5625" y="22"/>
                  <a:pt x="5575" y="20"/>
                  <a:pt x="5530" y="13"/>
                </a:cubicBezTo>
                <a:cubicBezTo>
                  <a:pt x="5483" y="5"/>
                  <a:pt x="5439" y="1"/>
                  <a:pt x="539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C267E7-B4A5-B226-760C-6413281BC6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11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 Architecture</a:t>
            </a:r>
            <a:endParaRPr/>
          </a:p>
        </p:txBody>
      </p:sp>
      <p:sp>
        <p:nvSpPr>
          <p:cNvPr id="958" name="Google Shape;958;p46"/>
          <p:cNvSpPr txBox="1">
            <a:spLocks noGrp="1"/>
          </p:cNvSpPr>
          <p:nvPr>
            <p:ph type="subTitle" idx="1"/>
          </p:nvPr>
        </p:nvSpPr>
        <p:spPr>
          <a:xfrm>
            <a:off x="720000" y="1505496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SzPts val="1100"/>
            </a:pPr>
            <a:endParaRPr lang="en">
              <a:solidFill>
                <a:srgbClr val="F7F9F7"/>
              </a:solidFill>
            </a:endParaRPr>
          </a:p>
          <a:p>
            <a:pPr marL="285750" indent="-285750">
              <a:buSzPts val="1100"/>
            </a:pPr>
            <a:r>
              <a:rPr lang="en" b="1">
                <a:solidFill>
                  <a:schemeClr val="tx1"/>
                </a:solidFill>
              </a:rPr>
              <a:t>Modular Design:</a:t>
            </a:r>
            <a:r>
              <a:rPr lang="en">
                <a:solidFill>
                  <a:schemeClr val="tx1"/>
                </a:solidFill>
              </a:rPr>
              <a:t> </a:t>
            </a:r>
          </a:p>
          <a:p>
            <a:pPr indent="-285750">
              <a:buClr>
                <a:srgbClr val="F7F9F7"/>
              </a:buClr>
              <a:buSzPts val="1100"/>
            </a:pPr>
            <a:r>
              <a:rPr lang="en" err="1">
                <a:solidFill>
                  <a:schemeClr val="tx1"/>
                </a:solidFill>
              </a:rPr>
              <a:t>Wiederverwendbare</a:t>
            </a:r>
            <a:r>
              <a:rPr lang="en">
                <a:solidFill>
                  <a:schemeClr val="tx1"/>
                </a:solidFill>
              </a:rPr>
              <a:t> Components</a:t>
            </a:r>
          </a:p>
          <a:p>
            <a:pPr indent="-285750">
              <a:buSzPts val="1100"/>
            </a:pPr>
            <a:r>
              <a:rPr lang="en" err="1">
                <a:solidFill>
                  <a:schemeClr val="tx1"/>
                </a:solidFill>
              </a:rPr>
              <a:t>Effizienz</a:t>
            </a:r>
            <a:r>
              <a:rPr lang="en">
                <a:solidFill>
                  <a:schemeClr val="tx1"/>
                </a:solidFill>
              </a:rPr>
              <a:t> und </a:t>
            </a:r>
            <a:r>
              <a:rPr lang="en" err="1">
                <a:solidFill>
                  <a:schemeClr val="tx1"/>
                </a:solidFill>
              </a:rPr>
              <a:t>konsistenz</a:t>
            </a:r>
            <a:endParaRPr lang="en">
              <a:solidFill>
                <a:schemeClr val="tx1"/>
              </a:solidFill>
            </a:endParaRPr>
          </a:p>
          <a:p>
            <a:pPr indent="-285750">
              <a:buSzPts val="1100"/>
            </a:pPr>
            <a:endParaRPr lang="en" sz="1500">
              <a:solidFill>
                <a:srgbClr val="3B2B27"/>
              </a:solidFill>
            </a:endParaRPr>
          </a:p>
          <a:p>
            <a:pPr marL="285750" indent="-285750">
              <a:buSzPts val="1100"/>
            </a:pPr>
            <a:r>
              <a:rPr lang="en">
                <a:solidFill>
                  <a:srgbClr val="F7F9F7"/>
                </a:solidFill>
              </a:rPr>
              <a:t>UE5 Reference Viewer</a:t>
            </a:r>
            <a:endParaRPr lang="en-US">
              <a:solidFill>
                <a:srgbClr val="F7F9F7"/>
              </a:solidFill>
            </a:endParaRPr>
          </a:p>
          <a:p>
            <a:pPr marL="285750" indent="-285750">
              <a:buSzPts val="1100"/>
            </a:pPr>
            <a:r>
              <a:rPr lang="en">
                <a:solidFill>
                  <a:srgbClr val="F7F9F7"/>
                </a:solidFill>
              </a:rPr>
              <a:t>UML </a:t>
            </a:r>
            <a:r>
              <a:rPr lang="en" err="1">
                <a:solidFill>
                  <a:srgbClr val="F7F9F7"/>
                </a:solidFill>
              </a:rPr>
              <a:t>Diagramm</a:t>
            </a:r>
            <a:endParaRPr lang="en">
              <a:solidFill>
                <a:srgbClr val="F7F9F7"/>
              </a:solidFill>
            </a:endParaRPr>
          </a:p>
          <a:p>
            <a:pPr indent="-285750">
              <a:buSzPts val="1100"/>
            </a:pPr>
            <a:endParaRPr lang="en" sz="1500">
              <a:solidFill>
                <a:srgbClr val="3B2B27"/>
              </a:solidFill>
            </a:endParaRPr>
          </a:p>
          <a:p>
            <a:pPr marL="285750" indent="-285750">
              <a:buSzPts val="1100"/>
            </a:pPr>
            <a:endParaRPr lang="en"/>
          </a:p>
        </p:txBody>
      </p:sp>
      <p:grpSp>
        <p:nvGrpSpPr>
          <p:cNvPr id="959" name="Google Shape;959;p46"/>
          <p:cNvGrpSpPr/>
          <p:nvPr/>
        </p:nvGrpSpPr>
        <p:grpSpPr>
          <a:xfrm>
            <a:off x="-527604" y="4198162"/>
            <a:ext cx="1975863" cy="1038685"/>
            <a:chOff x="-527604" y="4198162"/>
            <a:chExt cx="1975863" cy="1038685"/>
          </a:xfrm>
        </p:grpSpPr>
        <p:sp>
          <p:nvSpPr>
            <p:cNvPr id="960" name="Google Shape;960;p46"/>
            <p:cNvSpPr/>
            <p:nvPr/>
          </p:nvSpPr>
          <p:spPr>
            <a:xfrm flipH="1">
              <a:off x="-51725" y="4703969"/>
              <a:ext cx="136511" cy="59957"/>
            </a:xfrm>
            <a:custGeom>
              <a:avLst/>
              <a:gdLst/>
              <a:ahLst/>
              <a:cxnLst/>
              <a:rect l="l" t="t" r="r" b="b"/>
              <a:pathLst>
                <a:path w="3183" h="1398" extrusionOk="0">
                  <a:moveTo>
                    <a:pt x="1" y="1397"/>
                  </a:moveTo>
                  <a:lnTo>
                    <a:pt x="551" y="736"/>
                  </a:lnTo>
                  <a:lnTo>
                    <a:pt x="3183" y="1"/>
                  </a:lnTo>
                  <a:lnTo>
                    <a:pt x="2991" y="174"/>
                  </a:lnTo>
                  <a:lnTo>
                    <a:pt x="625" y="82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6"/>
            <p:cNvSpPr/>
            <p:nvPr/>
          </p:nvSpPr>
          <p:spPr>
            <a:xfrm flipH="1">
              <a:off x="-527604" y="4731545"/>
              <a:ext cx="301585" cy="79513"/>
            </a:xfrm>
            <a:custGeom>
              <a:avLst/>
              <a:gdLst/>
              <a:ahLst/>
              <a:cxnLst/>
              <a:rect l="l" t="t" r="r" b="b"/>
              <a:pathLst>
                <a:path w="7032" h="1854" extrusionOk="0">
                  <a:moveTo>
                    <a:pt x="2200" y="1854"/>
                  </a:moveTo>
                  <a:cubicBezTo>
                    <a:pt x="2151" y="1854"/>
                    <a:pt x="1379" y="1458"/>
                    <a:pt x="1379" y="1458"/>
                  </a:cubicBezTo>
                  <a:lnTo>
                    <a:pt x="958" y="1366"/>
                  </a:lnTo>
                  <a:lnTo>
                    <a:pt x="1" y="1397"/>
                  </a:lnTo>
                  <a:lnTo>
                    <a:pt x="1799" y="970"/>
                  </a:lnTo>
                  <a:lnTo>
                    <a:pt x="3973" y="624"/>
                  </a:lnTo>
                  <a:lnTo>
                    <a:pt x="4326" y="612"/>
                  </a:lnTo>
                  <a:lnTo>
                    <a:pt x="7032" y="0"/>
                  </a:lnTo>
                  <a:lnTo>
                    <a:pt x="5104" y="563"/>
                  </a:lnTo>
                  <a:lnTo>
                    <a:pt x="5561" y="1187"/>
                  </a:lnTo>
                  <a:lnTo>
                    <a:pt x="6377" y="1724"/>
                  </a:lnTo>
                  <a:lnTo>
                    <a:pt x="5407" y="1267"/>
                  </a:lnTo>
                  <a:lnTo>
                    <a:pt x="4888" y="643"/>
                  </a:lnTo>
                  <a:lnTo>
                    <a:pt x="4276" y="766"/>
                  </a:lnTo>
                  <a:lnTo>
                    <a:pt x="3881" y="748"/>
                  </a:lnTo>
                  <a:lnTo>
                    <a:pt x="1706" y="1174"/>
                  </a:lnTo>
                  <a:lnTo>
                    <a:pt x="1416" y="1298"/>
                  </a:lnTo>
                  <a:lnTo>
                    <a:pt x="1749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6"/>
            <p:cNvSpPr/>
            <p:nvPr/>
          </p:nvSpPr>
          <p:spPr>
            <a:xfrm flipH="1">
              <a:off x="-107656" y="4673005"/>
              <a:ext cx="1555916" cy="563842"/>
            </a:xfrm>
            <a:custGeom>
              <a:avLst/>
              <a:gdLst/>
              <a:ahLst/>
              <a:cxnLst/>
              <a:rect l="l" t="t" r="r" b="b"/>
              <a:pathLst>
                <a:path w="36279" h="13147" extrusionOk="0">
                  <a:moveTo>
                    <a:pt x="17466" y="13147"/>
                  </a:moveTo>
                  <a:lnTo>
                    <a:pt x="20604" y="10077"/>
                  </a:lnTo>
                  <a:lnTo>
                    <a:pt x="22550" y="8884"/>
                  </a:lnTo>
                  <a:lnTo>
                    <a:pt x="22612" y="8137"/>
                  </a:lnTo>
                  <a:lnTo>
                    <a:pt x="25745" y="7513"/>
                  </a:lnTo>
                  <a:lnTo>
                    <a:pt x="26690" y="7012"/>
                  </a:lnTo>
                  <a:lnTo>
                    <a:pt x="27005" y="8075"/>
                  </a:lnTo>
                  <a:lnTo>
                    <a:pt x="28389" y="8575"/>
                  </a:lnTo>
                  <a:lnTo>
                    <a:pt x="31706" y="9397"/>
                  </a:lnTo>
                  <a:lnTo>
                    <a:pt x="28574" y="8266"/>
                  </a:lnTo>
                  <a:lnTo>
                    <a:pt x="27950" y="7889"/>
                  </a:lnTo>
                  <a:cubicBezTo>
                    <a:pt x="27950" y="7889"/>
                    <a:pt x="30582" y="5573"/>
                    <a:pt x="30829" y="5443"/>
                  </a:cubicBezTo>
                  <a:cubicBezTo>
                    <a:pt x="31076" y="5319"/>
                    <a:pt x="32454" y="4436"/>
                    <a:pt x="32899" y="4312"/>
                  </a:cubicBezTo>
                  <a:cubicBezTo>
                    <a:pt x="33337" y="4189"/>
                    <a:pt x="36278" y="3003"/>
                    <a:pt x="36278" y="3003"/>
                  </a:cubicBezTo>
                  <a:cubicBezTo>
                    <a:pt x="36278" y="3003"/>
                    <a:pt x="33022" y="3003"/>
                    <a:pt x="32837" y="2879"/>
                  </a:cubicBezTo>
                  <a:cubicBezTo>
                    <a:pt x="32652" y="2755"/>
                    <a:pt x="28951" y="1563"/>
                    <a:pt x="28951" y="1563"/>
                  </a:cubicBezTo>
                  <a:lnTo>
                    <a:pt x="27635" y="748"/>
                  </a:lnTo>
                  <a:lnTo>
                    <a:pt x="28203" y="0"/>
                  </a:lnTo>
                  <a:lnTo>
                    <a:pt x="25380" y="816"/>
                  </a:lnTo>
                  <a:cubicBezTo>
                    <a:pt x="25380" y="816"/>
                    <a:pt x="10658" y="2323"/>
                    <a:pt x="10398" y="2323"/>
                  </a:cubicBezTo>
                  <a:cubicBezTo>
                    <a:pt x="10145" y="2323"/>
                    <a:pt x="5449" y="2508"/>
                    <a:pt x="5449" y="2508"/>
                  </a:cubicBezTo>
                  <a:lnTo>
                    <a:pt x="3380" y="2694"/>
                  </a:lnTo>
                  <a:lnTo>
                    <a:pt x="1625" y="2508"/>
                  </a:lnTo>
                  <a:lnTo>
                    <a:pt x="0" y="2508"/>
                  </a:lnTo>
                  <a:lnTo>
                    <a:pt x="3633" y="3132"/>
                  </a:lnTo>
                  <a:lnTo>
                    <a:pt x="7581" y="3256"/>
                  </a:lnTo>
                  <a:lnTo>
                    <a:pt x="14846" y="3695"/>
                  </a:lnTo>
                  <a:lnTo>
                    <a:pt x="17101" y="5511"/>
                  </a:lnTo>
                  <a:lnTo>
                    <a:pt x="17670" y="895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6"/>
            <p:cNvSpPr/>
            <p:nvPr/>
          </p:nvSpPr>
          <p:spPr>
            <a:xfrm flipH="1">
              <a:off x="-107393" y="4795404"/>
              <a:ext cx="176268" cy="77669"/>
            </a:xfrm>
            <a:custGeom>
              <a:avLst/>
              <a:gdLst/>
              <a:ahLst/>
              <a:cxnLst/>
              <a:rect l="l" t="t" r="r" b="b"/>
              <a:pathLst>
                <a:path w="4110" h="1811" extrusionOk="0">
                  <a:moveTo>
                    <a:pt x="668" y="19"/>
                  </a:moveTo>
                  <a:cubicBezTo>
                    <a:pt x="656" y="7"/>
                    <a:pt x="649" y="7"/>
                    <a:pt x="637" y="0"/>
                  </a:cubicBezTo>
                  <a:cubicBezTo>
                    <a:pt x="458" y="513"/>
                    <a:pt x="217" y="1199"/>
                    <a:pt x="1" y="1811"/>
                  </a:cubicBezTo>
                  <a:cubicBezTo>
                    <a:pt x="303" y="1644"/>
                    <a:pt x="575" y="1502"/>
                    <a:pt x="730" y="1458"/>
                  </a:cubicBezTo>
                  <a:cubicBezTo>
                    <a:pt x="1168" y="1335"/>
                    <a:pt x="4109" y="149"/>
                    <a:pt x="4109" y="149"/>
                  </a:cubicBezTo>
                  <a:cubicBezTo>
                    <a:pt x="4109" y="149"/>
                    <a:pt x="853" y="142"/>
                    <a:pt x="668" y="19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6"/>
            <p:cNvSpPr/>
            <p:nvPr/>
          </p:nvSpPr>
          <p:spPr>
            <a:xfrm flipH="1">
              <a:off x="342023" y="4707700"/>
              <a:ext cx="177812" cy="312693"/>
            </a:xfrm>
            <a:custGeom>
              <a:avLst/>
              <a:gdLst/>
              <a:ahLst/>
              <a:cxnLst/>
              <a:rect l="l" t="t" r="r" b="b"/>
              <a:pathLst>
                <a:path w="4146" h="7291" extrusionOk="0">
                  <a:moveTo>
                    <a:pt x="810" y="3096"/>
                  </a:moveTo>
                  <a:lnTo>
                    <a:pt x="1162" y="7291"/>
                  </a:lnTo>
                  <a:lnTo>
                    <a:pt x="4097" y="6704"/>
                  </a:lnTo>
                  <a:lnTo>
                    <a:pt x="4146" y="6679"/>
                  </a:lnTo>
                  <a:lnTo>
                    <a:pt x="3720" y="0"/>
                  </a:lnTo>
                  <a:cubicBezTo>
                    <a:pt x="3720" y="0"/>
                    <a:pt x="2138" y="161"/>
                    <a:pt x="0" y="377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6"/>
            <p:cNvSpPr/>
            <p:nvPr/>
          </p:nvSpPr>
          <p:spPr>
            <a:xfrm flipH="1">
              <a:off x="145940" y="4198162"/>
              <a:ext cx="735049" cy="893518"/>
            </a:xfrm>
            <a:custGeom>
              <a:avLst/>
              <a:gdLst/>
              <a:ahLst/>
              <a:cxnLst/>
              <a:rect l="l" t="t" r="r" b="b"/>
              <a:pathLst>
                <a:path w="17139" h="20834" extrusionOk="0">
                  <a:moveTo>
                    <a:pt x="1922" y="19270"/>
                  </a:moveTo>
                  <a:cubicBezTo>
                    <a:pt x="1922" y="19134"/>
                    <a:pt x="1218" y="17343"/>
                    <a:pt x="798" y="15891"/>
                  </a:cubicBezTo>
                  <a:cubicBezTo>
                    <a:pt x="371" y="14427"/>
                    <a:pt x="1" y="13772"/>
                    <a:pt x="464" y="12647"/>
                  </a:cubicBezTo>
                  <a:cubicBezTo>
                    <a:pt x="934" y="11517"/>
                    <a:pt x="464" y="10955"/>
                    <a:pt x="1168" y="10195"/>
                  </a:cubicBezTo>
                  <a:cubicBezTo>
                    <a:pt x="1873" y="9447"/>
                    <a:pt x="2812" y="9682"/>
                    <a:pt x="3423" y="8928"/>
                  </a:cubicBezTo>
                  <a:cubicBezTo>
                    <a:pt x="4029" y="8181"/>
                    <a:pt x="4319" y="7334"/>
                    <a:pt x="4171" y="6815"/>
                  </a:cubicBezTo>
                  <a:cubicBezTo>
                    <a:pt x="4029" y="6296"/>
                    <a:pt x="3794" y="5499"/>
                    <a:pt x="3794" y="5499"/>
                  </a:cubicBezTo>
                  <a:cubicBezTo>
                    <a:pt x="3794" y="5499"/>
                    <a:pt x="4690" y="6160"/>
                    <a:pt x="4875" y="6537"/>
                  </a:cubicBezTo>
                  <a:cubicBezTo>
                    <a:pt x="5061" y="6914"/>
                    <a:pt x="4498" y="7433"/>
                    <a:pt x="5345" y="7711"/>
                  </a:cubicBezTo>
                  <a:cubicBezTo>
                    <a:pt x="6197" y="7995"/>
                    <a:pt x="7279" y="7847"/>
                    <a:pt x="7557" y="7242"/>
                  </a:cubicBezTo>
                  <a:cubicBezTo>
                    <a:pt x="7841" y="6630"/>
                    <a:pt x="8304" y="5215"/>
                    <a:pt x="8069" y="4560"/>
                  </a:cubicBezTo>
                  <a:cubicBezTo>
                    <a:pt x="7841" y="3905"/>
                    <a:pt x="7977" y="3146"/>
                    <a:pt x="7884" y="2398"/>
                  </a:cubicBezTo>
                  <a:cubicBezTo>
                    <a:pt x="7791" y="1650"/>
                    <a:pt x="6945" y="1"/>
                    <a:pt x="6945" y="1"/>
                  </a:cubicBezTo>
                  <a:cubicBezTo>
                    <a:pt x="6945" y="1"/>
                    <a:pt x="7464" y="477"/>
                    <a:pt x="8026" y="1039"/>
                  </a:cubicBezTo>
                  <a:cubicBezTo>
                    <a:pt x="8588" y="1601"/>
                    <a:pt x="9293" y="1786"/>
                    <a:pt x="9151" y="2590"/>
                  </a:cubicBezTo>
                  <a:cubicBezTo>
                    <a:pt x="9015" y="3387"/>
                    <a:pt x="8866" y="3720"/>
                    <a:pt x="9058" y="4282"/>
                  </a:cubicBezTo>
                  <a:cubicBezTo>
                    <a:pt x="9243" y="4845"/>
                    <a:pt x="9762" y="4511"/>
                    <a:pt x="10003" y="4567"/>
                  </a:cubicBezTo>
                  <a:cubicBezTo>
                    <a:pt x="10232" y="4616"/>
                    <a:pt x="10287" y="5178"/>
                    <a:pt x="10232" y="5740"/>
                  </a:cubicBezTo>
                  <a:cubicBezTo>
                    <a:pt x="10188" y="6303"/>
                    <a:pt x="9855" y="6729"/>
                    <a:pt x="9484" y="7248"/>
                  </a:cubicBezTo>
                  <a:cubicBezTo>
                    <a:pt x="9107" y="7767"/>
                    <a:pt x="8872" y="9033"/>
                    <a:pt x="8872" y="9033"/>
                  </a:cubicBezTo>
                  <a:cubicBezTo>
                    <a:pt x="8872" y="9033"/>
                    <a:pt x="8965" y="10813"/>
                    <a:pt x="9725" y="11010"/>
                  </a:cubicBezTo>
                  <a:cubicBezTo>
                    <a:pt x="10473" y="11196"/>
                    <a:pt x="11418" y="10677"/>
                    <a:pt x="11461" y="9787"/>
                  </a:cubicBezTo>
                  <a:cubicBezTo>
                    <a:pt x="11511" y="8891"/>
                    <a:pt x="11980" y="8051"/>
                    <a:pt x="12165" y="7810"/>
                  </a:cubicBezTo>
                  <a:cubicBezTo>
                    <a:pt x="12351" y="7581"/>
                    <a:pt x="11646" y="8799"/>
                    <a:pt x="11881" y="9595"/>
                  </a:cubicBezTo>
                  <a:cubicBezTo>
                    <a:pt x="12110" y="10392"/>
                    <a:pt x="12351" y="11054"/>
                    <a:pt x="12110" y="11665"/>
                  </a:cubicBezTo>
                  <a:cubicBezTo>
                    <a:pt x="11881" y="12277"/>
                    <a:pt x="11498" y="13401"/>
                    <a:pt x="12202" y="13871"/>
                  </a:cubicBezTo>
                  <a:cubicBezTo>
                    <a:pt x="12907" y="14346"/>
                    <a:pt x="13568" y="14575"/>
                    <a:pt x="13939" y="13871"/>
                  </a:cubicBezTo>
                  <a:cubicBezTo>
                    <a:pt x="14322" y="13173"/>
                    <a:pt x="14365" y="11332"/>
                    <a:pt x="14365" y="11332"/>
                  </a:cubicBezTo>
                  <a:lnTo>
                    <a:pt x="14136" y="10294"/>
                  </a:lnTo>
                  <a:cubicBezTo>
                    <a:pt x="14136" y="10294"/>
                    <a:pt x="15075" y="10528"/>
                    <a:pt x="15823" y="11708"/>
                  </a:cubicBezTo>
                  <a:cubicBezTo>
                    <a:pt x="16577" y="12882"/>
                    <a:pt x="17139" y="13401"/>
                    <a:pt x="17089" y="14155"/>
                  </a:cubicBezTo>
                  <a:cubicBezTo>
                    <a:pt x="17046" y="14909"/>
                    <a:pt x="16299" y="16367"/>
                    <a:pt x="16299" y="16929"/>
                  </a:cubicBezTo>
                  <a:cubicBezTo>
                    <a:pt x="16299" y="17491"/>
                    <a:pt x="16768" y="18152"/>
                    <a:pt x="16008" y="19141"/>
                  </a:cubicBezTo>
                  <a:cubicBezTo>
                    <a:pt x="15261" y="20129"/>
                    <a:pt x="13333" y="20833"/>
                    <a:pt x="13333" y="20833"/>
                  </a:cubicBezTo>
                  <a:cubicBezTo>
                    <a:pt x="13333" y="20833"/>
                    <a:pt x="8533" y="20735"/>
                    <a:pt x="7174" y="20642"/>
                  </a:cubicBezTo>
                  <a:cubicBezTo>
                    <a:pt x="5827" y="20537"/>
                    <a:pt x="1922" y="19270"/>
                    <a:pt x="1922" y="1927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6"/>
            <p:cNvSpPr/>
            <p:nvPr/>
          </p:nvSpPr>
          <p:spPr>
            <a:xfrm flipH="1">
              <a:off x="475787" y="4627416"/>
              <a:ext cx="604971" cy="609431"/>
            </a:xfrm>
            <a:custGeom>
              <a:avLst/>
              <a:gdLst/>
              <a:ahLst/>
              <a:cxnLst/>
              <a:rect l="l" t="t" r="r" b="b"/>
              <a:pathLst>
                <a:path w="14106" h="14210" extrusionOk="0">
                  <a:moveTo>
                    <a:pt x="14105" y="6067"/>
                  </a:moveTo>
                  <a:lnTo>
                    <a:pt x="13679" y="8699"/>
                  </a:lnTo>
                  <a:lnTo>
                    <a:pt x="12715" y="10719"/>
                  </a:lnTo>
                  <a:lnTo>
                    <a:pt x="12035" y="11140"/>
                  </a:lnTo>
                  <a:lnTo>
                    <a:pt x="8897" y="14210"/>
                  </a:lnTo>
                  <a:lnTo>
                    <a:pt x="5215" y="10485"/>
                  </a:lnTo>
                  <a:lnTo>
                    <a:pt x="143" y="4510"/>
                  </a:lnTo>
                  <a:lnTo>
                    <a:pt x="136" y="4381"/>
                  </a:lnTo>
                  <a:lnTo>
                    <a:pt x="93" y="3429"/>
                  </a:lnTo>
                  <a:lnTo>
                    <a:pt x="0" y="1174"/>
                  </a:lnTo>
                  <a:lnTo>
                    <a:pt x="4418" y="939"/>
                  </a:lnTo>
                  <a:lnTo>
                    <a:pt x="7661" y="476"/>
                  </a:lnTo>
                  <a:lnTo>
                    <a:pt x="10009" y="0"/>
                  </a:lnTo>
                  <a:lnTo>
                    <a:pt x="11195" y="2435"/>
                  </a:lnTo>
                  <a:lnTo>
                    <a:pt x="11331" y="2731"/>
                  </a:lnTo>
                  <a:lnTo>
                    <a:pt x="12740" y="474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6"/>
            <p:cNvSpPr/>
            <p:nvPr/>
          </p:nvSpPr>
          <p:spPr>
            <a:xfrm flipH="1">
              <a:off x="537801" y="4672447"/>
              <a:ext cx="878936" cy="564400"/>
            </a:xfrm>
            <a:custGeom>
              <a:avLst/>
              <a:gdLst/>
              <a:ahLst/>
              <a:cxnLst/>
              <a:rect l="l" t="t" r="r" b="b"/>
              <a:pathLst>
                <a:path w="20494" h="13160" extrusionOk="0">
                  <a:moveTo>
                    <a:pt x="16731" y="13160"/>
                  </a:moveTo>
                  <a:lnTo>
                    <a:pt x="19869" y="9021"/>
                  </a:lnTo>
                  <a:lnTo>
                    <a:pt x="20493" y="7711"/>
                  </a:lnTo>
                  <a:lnTo>
                    <a:pt x="17553" y="4387"/>
                  </a:lnTo>
                  <a:lnTo>
                    <a:pt x="15606" y="1"/>
                  </a:lnTo>
                  <a:cubicBezTo>
                    <a:pt x="15606" y="1"/>
                    <a:pt x="12097" y="1385"/>
                    <a:pt x="11344" y="1317"/>
                  </a:cubicBezTo>
                  <a:cubicBezTo>
                    <a:pt x="10596" y="1255"/>
                    <a:pt x="7834" y="124"/>
                    <a:pt x="7834" y="124"/>
                  </a:cubicBezTo>
                  <a:cubicBezTo>
                    <a:pt x="7834" y="124"/>
                    <a:pt x="3448" y="3763"/>
                    <a:pt x="3195" y="3825"/>
                  </a:cubicBezTo>
                  <a:cubicBezTo>
                    <a:pt x="2941" y="3887"/>
                    <a:pt x="1" y="4956"/>
                    <a:pt x="1" y="4956"/>
                  </a:cubicBezTo>
                  <a:lnTo>
                    <a:pt x="7458" y="996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6"/>
            <p:cNvSpPr/>
            <p:nvPr/>
          </p:nvSpPr>
          <p:spPr>
            <a:xfrm flipH="1">
              <a:off x="737572" y="4672447"/>
              <a:ext cx="420298" cy="404644"/>
            </a:xfrm>
            <a:custGeom>
              <a:avLst/>
              <a:gdLst/>
              <a:ahLst/>
              <a:cxnLst/>
              <a:rect l="l" t="t" r="r" b="b"/>
              <a:pathLst>
                <a:path w="9800" h="9435" extrusionOk="0">
                  <a:moveTo>
                    <a:pt x="7581" y="1866"/>
                  </a:moveTo>
                  <a:cubicBezTo>
                    <a:pt x="7445" y="2194"/>
                    <a:pt x="7297" y="3325"/>
                    <a:pt x="7297" y="3325"/>
                  </a:cubicBezTo>
                  <a:lnTo>
                    <a:pt x="7773" y="4356"/>
                  </a:lnTo>
                  <a:lnTo>
                    <a:pt x="6784" y="5530"/>
                  </a:lnTo>
                  <a:lnTo>
                    <a:pt x="4801" y="4264"/>
                  </a:lnTo>
                  <a:lnTo>
                    <a:pt x="6494" y="5820"/>
                  </a:lnTo>
                  <a:lnTo>
                    <a:pt x="5789" y="7278"/>
                  </a:lnTo>
                  <a:lnTo>
                    <a:pt x="5369" y="7890"/>
                  </a:lnTo>
                  <a:lnTo>
                    <a:pt x="4801" y="7748"/>
                  </a:lnTo>
                  <a:lnTo>
                    <a:pt x="2169" y="8452"/>
                  </a:lnTo>
                  <a:cubicBezTo>
                    <a:pt x="2169" y="8452"/>
                    <a:pt x="1014" y="8767"/>
                    <a:pt x="1" y="9021"/>
                  </a:cubicBezTo>
                  <a:lnTo>
                    <a:pt x="309" y="9231"/>
                  </a:lnTo>
                  <a:lnTo>
                    <a:pt x="2540" y="8588"/>
                  </a:lnTo>
                  <a:lnTo>
                    <a:pt x="4795" y="8026"/>
                  </a:lnTo>
                  <a:lnTo>
                    <a:pt x="5357" y="8168"/>
                  </a:lnTo>
                  <a:lnTo>
                    <a:pt x="4752" y="9435"/>
                  </a:lnTo>
                  <a:lnTo>
                    <a:pt x="5783" y="8261"/>
                  </a:lnTo>
                  <a:lnTo>
                    <a:pt x="6821" y="6142"/>
                  </a:lnTo>
                  <a:lnTo>
                    <a:pt x="8131" y="4406"/>
                  </a:lnTo>
                  <a:lnTo>
                    <a:pt x="7946" y="3368"/>
                  </a:lnTo>
                  <a:lnTo>
                    <a:pt x="7946" y="1866"/>
                  </a:lnTo>
                  <a:lnTo>
                    <a:pt x="9799" y="538"/>
                  </a:lnTo>
                  <a:lnTo>
                    <a:pt x="9558" y="1"/>
                  </a:lnTo>
                  <a:cubicBezTo>
                    <a:pt x="9570" y="1"/>
                    <a:pt x="7723" y="1533"/>
                    <a:pt x="7581" y="186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" name="Google Shape;969;p46"/>
          <p:cNvGrpSpPr/>
          <p:nvPr/>
        </p:nvGrpSpPr>
        <p:grpSpPr>
          <a:xfrm>
            <a:off x="2888400" y="-187406"/>
            <a:ext cx="6720250" cy="6559912"/>
            <a:chOff x="2888400" y="-187406"/>
            <a:chExt cx="6720250" cy="6559912"/>
          </a:xfrm>
        </p:grpSpPr>
        <p:sp>
          <p:nvSpPr>
            <p:cNvPr id="970" name="Google Shape;970;p46"/>
            <p:cNvSpPr/>
            <p:nvPr/>
          </p:nvSpPr>
          <p:spPr>
            <a:xfrm flipH="1">
              <a:off x="3199840" y="4448938"/>
              <a:ext cx="6408403" cy="560558"/>
            </a:xfrm>
            <a:custGeom>
              <a:avLst/>
              <a:gdLst/>
              <a:ahLst/>
              <a:cxnLst/>
              <a:rect l="l" t="t" r="r" b="b"/>
              <a:pathLst>
                <a:path w="94582" h="8273" extrusionOk="0">
                  <a:moveTo>
                    <a:pt x="1" y="6018"/>
                  </a:moveTo>
                  <a:lnTo>
                    <a:pt x="39299" y="4325"/>
                  </a:lnTo>
                  <a:lnTo>
                    <a:pt x="53688" y="3293"/>
                  </a:lnTo>
                  <a:lnTo>
                    <a:pt x="64685" y="0"/>
                  </a:lnTo>
                  <a:lnTo>
                    <a:pt x="544" y="0"/>
                  </a:lnTo>
                  <a:close/>
                  <a:moveTo>
                    <a:pt x="94427" y="0"/>
                  </a:moveTo>
                  <a:lnTo>
                    <a:pt x="69850" y="0"/>
                  </a:lnTo>
                  <a:lnTo>
                    <a:pt x="71636" y="3386"/>
                  </a:lnTo>
                  <a:lnTo>
                    <a:pt x="76337" y="5641"/>
                  </a:lnTo>
                  <a:lnTo>
                    <a:pt x="94581" y="82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6"/>
            <p:cNvSpPr/>
            <p:nvPr/>
          </p:nvSpPr>
          <p:spPr>
            <a:xfrm flipH="1">
              <a:off x="3199840" y="4448938"/>
              <a:ext cx="6408403" cy="1923568"/>
            </a:xfrm>
            <a:custGeom>
              <a:avLst/>
              <a:gdLst/>
              <a:ahLst/>
              <a:cxnLst/>
              <a:rect l="l" t="t" r="r" b="b"/>
              <a:pathLst>
                <a:path w="94582" h="28389" extrusionOk="0">
                  <a:moveTo>
                    <a:pt x="14945" y="24540"/>
                  </a:moveTo>
                  <a:lnTo>
                    <a:pt x="21148" y="22847"/>
                  </a:lnTo>
                  <a:lnTo>
                    <a:pt x="14945" y="22705"/>
                  </a:lnTo>
                  <a:close/>
                  <a:moveTo>
                    <a:pt x="1" y="6018"/>
                  </a:moveTo>
                  <a:lnTo>
                    <a:pt x="62" y="8106"/>
                  </a:lnTo>
                  <a:lnTo>
                    <a:pt x="989" y="7896"/>
                  </a:lnTo>
                  <a:lnTo>
                    <a:pt x="7050" y="7043"/>
                  </a:lnTo>
                  <a:lnTo>
                    <a:pt x="14525" y="7896"/>
                  </a:lnTo>
                  <a:lnTo>
                    <a:pt x="17769" y="6765"/>
                  </a:lnTo>
                  <a:lnTo>
                    <a:pt x="27641" y="6907"/>
                  </a:lnTo>
                  <a:lnTo>
                    <a:pt x="26313" y="4881"/>
                  </a:lnTo>
                  <a:close/>
                  <a:moveTo>
                    <a:pt x="2534" y="21296"/>
                  </a:moveTo>
                  <a:lnTo>
                    <a:pt x="458" y="21679"/>
                  </a:lnTo>
                  <a:lnTo>
                    <a:pt x="655" y="28389"/>
                  </a:lnTo>
                  <a:lnTo>
                    <a:pt x="10404" y="28389"/>
                  </a:lnTo>
                  <a:lnTo>
                    <a:pt x="10720" y="28061"/>
                  </a:lnTo>
                  <a:lnTo>
                    <a:pt x="12697" y="22421"/>
                  </a:lnTo>
                  <a:lnTo>
                    <a:pt x="6914" y="21432"/>
                  </a:lnTo>
                  <a:close/>
                  <a:moveTo>
                    <a:pt x="76337" y="5641"/>
                  </a:moveTo>
                  <a:lnTo>
                    <a:pt x="71636" y="3386"/>
                  </a:lnTo>
                  <a:lnTo>
                    <a:pt x="69850" y="0"/>
                  </a:lnTo>
                  <a:lnTo>
                    <a:pt x="69554" y="0"/>
                  </a:lnTo>
                  <a:lnTo>
                    <a:pt x="69381" y="1977"/>
                  </a:lnTo>
                  <a:lnTo>
                    <a:pt x="68392" y="3392"/>
                  </a:lnTo>
                  <a:lnTo>
                    <a:pt x="69807" y="5221"/>
                  </a:lnTo>
                  <a:lnTo>
                    <a:pt x="70795" y="7056"/>
                  </a:lnTo>
                  <a:cubicBezTo>
                    <a:pt x="70795" y="7056"/>
                    <a:pt x="64308" y="9169"/>
                    <a:pt x="63042" y="9873"/>
                  </a:cubicBezTo>
                  <a:cubicBezTo>
                    <a:pt x="61775" y="10571"/>
                    <a:pt x="79958" y="8606"/>
                    <a:pt x="79958" y="8606"/>
                  </a:cubicBezTo>
                  <a:lnTo>
                    <a:pt x="88280" y="10299"/>
                  </a:lnTo>
                  <a:lnTo>
                    <a:pt x="94581" y="10552"/>
                  </a:lnTo>
                  <a:lnTo>
                    <a:pt x="94581" y="8273"/>
                  </a:lnTo>
                  <a:close/>
                  <a:moveTo>
                    <a:pt x="67268" y="26090"/>
                  </a:moveTo>
                  <a:cubicBezTo>
                    <a:pt x="67268" y="26090"/>
                    <a:pt x="63641" y="27369"/>
                    <a:pt x="60849" y="28389"/>
                  </a:cubicBezTo>
                  <a:lnTo>
                    <a:pt x="89231" y="28389"/>
                  </a:lnTo>
                  <a:lnTo>
                    <a:pt x="89694" y="26653"/>
                  </a:lnTo>
                  <a:lnTo>
                    <a:pt x="94581" y="25009"/>
                  </a:lnTo>
                  <a:lnTo>
                    <a:pt x="94581" y="19838"/>
                  </a:lnTo>
                  <a:lnTo>
                    <a:pt x="76294" y="24120"/>
                  </a:lnTo>
                  <a:close/>
                  <a:moveTo>
                    <a:pt x="55696" y="2688"/>
                  </a:moveTo>
                  <a:lnTo>
                    <a:pt x="53682" y="3293"/>
                  </a:lnTo>
                  <a:lnTo>
                    <a:pt x="39293" y="4325"/>
                  </a:lnTo>
                  <a:lnTo>
                    <a:pt x="28753" y="4782"/>
                  </a:lnTo>
                  <a:lnTo>
                    <a:pt x="29328" y="5085"/>
                  </a:lnTo>
                  <a:cubicBezTo>
                    <a:pt x="29328" y="5085"/>
                    <a:pt x="37934" y="5221"/>
                    <a:pt x="38638" y="5369"/>
                  </a:cubicBezTo>
                  <a:cubicBezTo>
                    <a:pt x="39343" y="5511"/>
                    <a:pt x="49778" y="5264"/>
                    <a:pt x="49778" y="5264"/>
                  </a:cubicBezTo>
                  <a:lnTo>
                    <a:pt x="55980" y="5091"/>
                  </a:lnTo>
                  <a:lnTo>
                    <a:pt x="55276" y="297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6"/>
            <p:cNvSpPr/>
            <p:nvPr/>
          </p:nvSpPr>
          <p:spPr>
            <a:xfrm flipH="1">
              <a:off x="5707249" y="4448057"/>
              <a:ext cx="3901401" cy="408645"/>
            </a:xfrm>
            <a:custGeom>
              <a:avLst/>
              <a:gdLst/>
              <a:ahLst/>
              <a:cxnLst/>
              <a:rect l="l" t="t" r="r" b="b"/>
              <a:pathLst>
                <a:path w="57581" h="6031" extrusionOk="0">
                  <a:moveTo>
                    <a:pt x="17083" y="2299"/>
                  </a:moveTo>
                  <a:lnTo>
                    <a:pt x="14142" y="2237"/>
                  </a:lnTo>
                  <a:lnTo>
                    <a:pt x="17775" y="3992"/>
                  </a:lnTo>
                  <a:lnTo>
                    <a:pt x="18745" y="5221"/>
                  </a:lnTo>
                  <a:lnTo>
                    <a:pt x="25046" y="4950"/>
                  </a:lnTo>
                  <a:lnTo>
                    <a:pt x="21723" y="3053"/>
                  </a:lnTo>
                  <a:close/>
                  <a:moveTo>
                    <a:pt x="2416" y="3244"/>
                  </a:moveTo>
                  <a:lnTo>
                    <a:pt x="970" y="3244"/>
                  </a:lnTo>
                  <a:lnTo>
                    <a:pt x="254" y="3207"/>
                  </a:lnTo>
                  <a:lnTo>
                    <a:pt x="0" y="6031"/>
                  </a:lnTo>
                  <a:lnTo>
                    <a:pt x="10664" y="5574"/>
                  </a:lnTo>
                  <a:lnTo>
                    <a:pt x="7674" y="5067"/>
                  </a:lnTo>
                  <a:close/>
                  <a:moveTo>
                    <a:pt x="52372" y="1570"/>
                  </a:moveTo>
                  <a:lnTo>
                    <a:pt x="53348" y="1434"/>
                  </a:lnTo>
                  <a:lnTo>
                    <a:pt x="55010" y="1113"/>
                  </a:lnTo>
                  <a:lnTo>
                    <a:pt x="57580" y="674"/>
                  </a:lnTo>
                  <a:lnTo>
                    <a:pt x="56326" y="353"/>
                  </a:lnTo>
                  <a:lnTo>
                    <a:pt x="42382" y="131"/>
                  </a:lnTo>
                  <a:lnTo>
                    <a:pt x="39089" y="291"/>
                  </a:lnTo>
                  <a:lnTo>
                    <a:pt x="41968" y="1113"/>
                  </a:lnTo>
                  <a:lnTo>
                    <a:pt x="46738" y="1799"/>
                  </a:lnTo>
                  <a:lnTo>
                    <a:pt x="46108" y="1484"/>
                  </a:lnTo>
                  <a:lnTo>
                    <a:pt x="49994" y="1298"/>
                  </a:lnTo>
                  <a:lnTo>
                    <a:pt x="51186" y="1675"/>
                  </a:lnTo>
                  <a:lnTo>
                    <a:pt x="52996" y="2682"/>
                  </a:lnTo>
                  <a:lnTo>
                    <a:pt x="54510" y="3059"/>
                  </a:lnTo>
                  <a:lnTo>
                    <a:pt x="56876" y="2349"/>
                  </a:lnTo>
                  <a:lnTo>
                    <a:pt x="54065" y="2046"/>
                  </a:lnTo>
                  <a:close/>
                  <a:moveTo>
                    <a:pt x="45854" y="2423"/>
                  </a:moveTo>
                  <a:lnTo>
                    <a:pt x="41851" y="1675"/>
                  </a:lnTo>
                  <a:lnTo>
                    <a:pt x="39151" y="1237"/>
                  </a:lnTo>
                  <a:lnTo>
                    <a:pt x="37143" y="2299"/>
                  </a:lnTo>
                  <a:lnTo>
                    <a:pt x="42141" y="4134"/>
                  </a:lnTo>
                  <a:lnTo>
                    <a:pt x="49913" y="3578"/>
                  </a:lnTo>
                  <a:lnTo>
                    <a:pt x="49308" y="3053"/>
                  </a:lnTo>
                  <a:close/>
                  <a:moveTo>
                    <a:pt x="550" y="13"/>
                  </a:moveTo>
                  <a:lnTo>
                    <a:pt x="458" y="1002"/>
                  </a:lnTo>
                  <a:lnTo>
                    <a:pt x="3102" y="1113"/>
                  </a:lnTo>
                  <a:lnTo>
                    <a:pt x="6302" y="1298"/>
                  </a:lnTo>
                  <a:lnTo>
                    <a:pt x="6549" y="2237"/>
                  </a:lnTo>
                  <a:lnTo>
                    <a:pt x="10627" y="3492"/>
                  </a:lnTo>
                  <a:lnTo>
                    <a:pt x="13635" y="5123"/>
                  </a:lnTo>
                  <a:lnTo>
                    <a:pt x="12826" y="5475"/>
                  </a:lnTo>
                  <a:lnTo>
                    <a:pt x="16150" y="5326"/>
                  </a:lnTo>
                  <a:lnTo>
                    <a:pt x="13073" y="3986"/>
                  </a:lnTo>
                  <a:lnTo>
                    <a:pt x="11442" y="3041"/>
                  </a:lnTo>
                  <a:lnTo>
                    <a:pt x="9125" y="2478"/>
                  </a:lnTo>
                  <a:lnTo>
                    <a:pt x="8625" y="1663"/>
                  </a:lnTo>
                  <a:lnTo>
                    <a:pt x="15965" y="1033"/>
                  </a:lnTo>
                  <a:lnTo>
                    <a:pt x="16589" y="1280"/>
                  </a:lnTo>
                  <a:lnTo>
                    <a:pt x="19097" y="1156"/>
                  </a:lnTo>
                  <a:lnTo>
                    <a:pt x="32071" y="971"/>
                  </a:lnTo>
                  <a:lnTo>
                    <a:pt x="34141" y="656"/>
                  </a:lnTo>
                  <a:lnTo>
                    <a:pt x="33547" y="1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6"/>
            <p:cNvSpPr/>
            <p:nvPr/>
          </p:nvSpPr>
          <p:spPr>
            <a:xfrm flipH="1">
              <a:off x="5225850" y="4448938"/>
              <a:ext cx="4382393" cy="407765"/>
            </a:xfrm>
            <a:custGeom>
              <a:avLst/>
              <a:gdLst/>
              <a:ahLst/>
              <a:cxnLst/>
              <a:rect l="l" t="t" r="r" b="b"/>
              <a:pathLst>
                <a:path w="64680" h="6018" extrusionOk="0">
                  <a:moveTo>
                    <a:pt x="99" y="4844"/>
                  </a:moveTo>
                  <a:lnTo>
                    <a:pt x="1" y="6018"/>
                  </a:lnTo>
                  <a:lnTo>
                    <a:pt x="39293" y="4325"/>
                  </a:lnTo>
                  <a:lnTo>
                    <a:pt x="53682" y="3293"/>
                  </a:lnTo>
                  <a:lnTo>
                    <a:pt x="64679" y="0"/>
                  </a:lnTo>
                  <a:lnTo>
                    <a:pt x="53589" y="2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6"/>
            <p:cNvSpPr/>
            <p:nvPr/>
          </p:nvSpPr>
          <p:spPr>
            <a:xfrm flipH="1">
              <a:off x="7400932" y="915365"/>
              <a:ext cx="1439509" cy="2687231"/>
            </a:xfrm>
            <a:custGeom>
              <a:avLst/>
              <a:gdLst/>
              <a:ahLst/>
              <a:cxnLst/>
              <a:rect l="l" t="t" r="r" b="b"/>
              <a:pathLst>
                <a:path w="15218" h="28407" extrusionOk="0">
                  <a:moveTo>
                    <a:pt x="347" y="28079"/>
                  </a:moveTo>
                  <a:cubicBezTo>
                    <a:pt x="106" y="27900"/>
                    <a:pt x="1" y="27591"/>
                    <a:pt x="7" y="27289"/>
                  </a:cubicBezTo>
                  <a:cubicBezTo>
                    <a:pt x="7" y="26998"/>
                    <a:pt x="112" y="26708"/>
                    <a:pt x="205" y="26424"/>
                  </a:cubicBezTo>
                  <a:lnTo>
                    <a:pt x="576" y="25336"/>
                  </a:lnTo>
                  <a:cubicBezTo>
                    <a:pt x="767" y="24780"/>
                    <a:pt x="959" y="24169"/>
                    <a:pt x="767" y="23607"/>
                  </a:cubicBezTo>
                  <a:cubicBezTo>
                    <a:pt x="637" y="23211"/>
                    <a:pt x="316" y="22840"/>
                    <a:pt x="421" y="22439"/>
                  </a:cubicBezTo>
                  <a:cubicBezTo>
                    <a:pt x="588" y="21784"/>
                    <a:pt x="1694" y="21747"/>
                    <a:pt x="1848" y="21080"/>
                  </a:cubicBezTo>
                  <a:cubicBezTo>
                    <a:pt x="2040" y="20270"/>
                    <a:pt x="2534" y="19541"/>
                    <a:pt x="3238" y="19103"/>
                  </a:cubicBezTo>
                  <a:cubicBezTo>
                    <a:pt x="3516" y="18924"/>
                    <a:pt x="3850" y="18757"/>
                    <a:pt x="3949" y="18442"/>
                  </a:cubicBezTo>
                  <a:cubicBezTo>
                    <a:pt x="4023" y="18195"/>
                    <a:pt x="3943" y="17917"/>
                    <a:pt x="4004" y="17669"/>
                  </a:cubicBezTo>
                  <a:cubicBezTo>
                    <a:pt x="4103" y="17274"/>
                    <a:pt x="4548" y="17064"/>
                    <a:pt x="4950" y="16996"/>
                  </a:cubicBezTo>
                  <a:cubicBezTo>
                    <a:pt x="5351" y="16928"/>
                    <a:pt x="5796" y="16916"/>
                    <a:pt x="6136" y="16699"/>
                  </a:cubicBezTo>
                  <a:cubicBezTo>
                    <a:pt x="6494" y="16471"/>
                    <a:pt x="6692" y="16032"/>
                    <a:pt x="6723" y="15600"/>
                  </a:cubicBezTo>
                  <a:cubicBezTo>
                    <a:pt x="6760" y="15167"/>
                    <a:pt x="6661" y="14741"/>
                    <a:pt x="6568" y="14315"/>
                  </a:cubicBezTo>
                  <a:cubicBezTo>
                    <a:pt x="6760" y="13857"/>
                    <a:pt x="6476" y="13406"/>
                    <a:pt x="6364" y="12918"/>
                  </a:cubicBezTo>
                  <a:cubicBezTo>
                    <a:pt x="6148" y="11924"/>
                    <a:pt x="7038" y="11040"/>
                    <a:pt x="7909" y="10503"/>
                  </a:cubicBezTo>
                  <a:cubicBezTo>
                    <a:pt x="8774" y="9959"/>
                    <a:pt x="9793" y="9434"/>
                    <a:pt x="10096" y="8464"/>
                  </a:cubicBezTo>
                  <a:cubicBezTo>
                    <a:pt x="10355" y="7587"/>
                    <a:pt x="9948" y="6586"/>
                    <a:pt x="10318" y="5746"/>
                  </a:cubicBezTo>
                  <a:cubicBezTo>
                    <a:pt x="10498" y="5332"/>
                    <a:pt x="10844" y="5023"/>
                    <a:pt x="11177" y="4732"/>
                  </a:cubicBezTo>
                  <a:cubicBezTo>
                    <a:pt x="11696" y="4269"/>
                    <a:pt x="12221" y="3812"/>
                    <a:pt x="12734" y="3349"/>
                  </a:cubicBezTo>
                  <a:cubicBezTo>
                    <a:pt x="12975" y="3398"/>
                    <a:pt x="13278" y="3058"/>
                    <a:pt x="13395" y="2848"/>
                  </a:cubicBezTo>
                  <a:cubicBezTo>
                    <a:pt x="13506" y="2638"/>
                    <a:pt x="13469" y="2354"/>
                    <a:pt x="13309" y="2175"/>
                  </a:cubicBezTo>
                  <a:cubicBezTo>
                    <a:pt x="13006" y="1853"/>
                    <a:pt x="12444" y="1959"/>
                    <a:pt x="12104" y="1674"/>
                  </a:cubicBezTo>
                  <a:cubicBezTo>
                    <a:pt x="11733" y="1359"/>
                    <a:pt x="11857" y="711"/>
                    <a:pt x="12234" y="389"/>
                  </a:cubicBezTo>
                  <a:cubicBezTo>
                    <a:pt x="12610" y="80"/>
                    <a:pt x="13129" y="19"/>
                    <a:pt x="13624" y="6"/>
                  </a:cubicBezTo>
                  <a:cubicBezTo>
                    <a:pt x="13951" y="0"/>
                    <a:pt x="14272" y="0"/>
                    <a:pt x="14600" y="12"/>
                  </a:cubicBezTo>
                  <a:cubicBezTo>
                    <a:pt x="14699" y="19"/>
                    <a:pt x="14798" y="31"/>
                    <a:pt x="14884" y="80"/>
                  </a:cubicBezTo>
                  <a:cubicBezTo>
                    <a:pt x="14983" y="155"/>
                    <a:pt x="15020" y="284"/>
                    <a:pt x="15045" y="402"/>
                  </a:cubicBezTo>
                  <a:cubicBezTo>
                    <a:pt x="15218" y="1267"/>
                    <a:pt x="14896" y="2212"/>
                    <a:pt x="14235" y="2799"/>
                  </a:cubicBezTo>
                  <a:cubicBezTo>
                    <a:pt x="14087" y="3250"/>
                    <a:pt x="13908" y="3620"/>
                    <a:pt x="13766" y="4065"/>
                  </a:cubicBezTo>
                  <a:cubicBezTo>
                    <a:pt x="13685" y="4300"/>
                    <a:pt x="13611" y="4529"/>
                    <a:pt x="13445" y="4708"/>
                  </a:cubicBezTo>
                  <a:cubicBezTo>
                    <a:pt x="13228" y="4949"/>
                    <a:pt x="12882" y="5048"/>
                    <a:pt x="12685" y="5301"/>
                  </a:cubicBezTo>
                  <a:cubicBezTo>
                    <a:pt x="12456" y="5573"/>
                    <a:pt x="12456" y="6005"/>
                    <a:pt x="12685" y="6283"/>
                  </a:cubicBezTo>
                  <a:cubicBezTo>
                    <a:pt x="12969" y="6629"/>
                    <a:pt x="13315" y="6901"/>
                    <a:pt x="13463" y="7327"/>
                  </a:cubicBezTo>
                  <a:cubicBezTo>
                    <a:pt x="13562" y="7605"/>
                    <a:pt x="13556" y="7908"/>
                    <a:pt x="13599" y="8192"/>
                  </a:cubicBezTo>
                  <a:cubicBezTo>
                    <a:pt x="13679" y="8668"/>
                    <a:pt x="13896" y="9119"/>
                    <a:pt x="13988" y="9595"/>
                  </a:cubicBezTo>
                  <a:cubicBezTo>
                    <a:pt x="14087" y="10077"/>
                    <a:pt x="14044" y="10633"/>
                    <a:pt x="13679" y="10954"/>
                  </a:cubicBezTo>
                  <a:cubicBezTo>
                    <a:pt x="13284" y="11312"/>
                    <a:pt x="12685" y="11275"/>
                    <a:pt x="12166" y="11158"/>
                  </a:cubicBezTo>
                  <a:cubicBezTo>
                    <a:pt x="11647" y="11040"/>
                    <a:pt x="11097" y="10880"/>
                    <a:pt x="10596" y="11046"/>
                  </a:cubicBezTo>
                  <a:cubicBezTo>
                    <a:pt x="10096" y="11226"/>
                    <a:pt x="9769" y="11936"/>
                    <a:pt x="10158" y="12294"/>
                  </a:cubicBezTo>
                  <a:cubicBezTo>
                    <a:pt x="9318" y="12159"/>
                    <a:pt x="8459" y="12616"/>
                    <a:pt x="7965" y="13314"/>
                  </a:cubicBezTo>
                  <a:cubicBezTo>
                    <a:pt x="7476" y="14006"/>
                    <a:pt x="7322" y="14895"/>
                    <a:pt x="7408" y="15736"/>
                  </a:cubicBezTo>
                  <a:cubicBezTo>
                    <a:pt x="7841" y="16329"/>
                    <a:pt x="8267" y="17187"/>
                    <a:pt x="7792" y="17750"/>
                  </a:cubicBezTo>
                  <a:cubicBezTo>
                    <a:pt x="7371" y="18262"/>
                    <a:pt x="6556" y="18089"/>
                    <a:pt x="5907" y="18207"/>
                  </a:cubicBezTo>
                  <a:cubicBezTo>
                    <a:pt x="5333" y="18306"/>
                    <a:pt x="4826" y="18664"/>
                    <a:pt x="4406" y="19072"/>
                  </a:cubicBezTo>
                  <a:cubicBezTo>
                    <a:pt x="3838" y="19603"/>
                    <a:pt x="3374" y="20239"/>
                    <a:pt x="3034" y="20925"/>
                  </a:cubicBezTo>
                  <a:cubicBezTo>
                    <a:pt x="2837" y="21333"/>
                    <a:pt x="2682" y="21759"/>
                    <a:pt x="2404" y="22124"/>
                  </a:cubicBezTo>
                  <a:cubicBezTo>
                    <a:pt x="2132" y="22488"/>
                    <a:pt x="1706" y="22772"/>
                    <a:pt x="1261" y="22742"/>
                  </a:cubicBezTo>
                  <a:cubicBezTo>
                    <a:pt x="1786" y="23329"/>
                    <a:pt x="1657" y="24249"/>
                    <a:pt x="1397" y="24997"/>
                  </a:cubicBezTo>
                  <a:cubicBezTo>
                    <a:pt x="1138" y="25744"/>
                    <a:pt x="773" y="26516"/>
                    <a:pt x="952" y="27289"/>
                  </a:cubicBezTo>
                  <a:cubicBezTo>
                    <a:pt x="1014" y="27560"/>
                    <a:pt x="1138" y="27851"/>
                    <a:pt x="1027" y="28110"/>
                  </a:cubicBezTo>
                  <a:cubicBezTo>
                    <a:pt x="934" y="28407"/>
                    <a:pt x="335" y="28351"/>
                    <a:pt x="347" y="28079"/>
                  </a:cubicBez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6"/>
            <p:cNvSpPr/>
            <p:nvPr/>
          </p:nvSpPr>
          <p:spPr>
            <a:xfrm flipH="1">
              <a:off x="7439782" y="2726778"/>
              <a:ext cx="408224" cy="1678692"/>
            </a:xfrm>
            <a:custGeom>
              <a:avLst/>
              <a:gdLst/>
              <a:ahLst/>
              <a:cxnLst/>
              <a:rect l="l" t="t" r="r" b="b"/>
              <a:pathLst>
                <a:path w="6025" h="24775" extrusionOk="0">
                  <a:moveTo>
                    <a:pt x="5703" y="7587"/>
                  </a:moveTo>
                  <a:lnTo>
                    <a:pt x="5950" y="7056"/>
                  </a:lnTo>
                  <a:lnTo>
                    <a:pt x="6024" y="6877"/>
                  </a:lnTo>
                  <a:lnTo>
                    <a:pt x="6024" y="4918"/>
                  </a:lnTo>
                  <a:cubicBezTo>
                    <a:pt x="5740" y="4937"/>
                    <a:pt x="5443" y="4993"/>
                    <a:pt x="5443" y="4993"/>
                  </a:cubicBezTo>
                  <a:lnTo>
                    <a:pt x="4566" y="4745"/>
                  </a:lnTo>
                  <a:lnTo>
                    <a:pt x="3911" y="3800"/>
                  </a:lnTo>
                  <a:lnTo>
                    <a:pt x="2904" y="3738"/>
                  </a:lnTo>
                  <a:lnTo>
                    <a:pt x="1965" y="3553"/>
                  </a:lnTo>
                  <a:lnTo>
                    <a:pt x="1934" y="2367"/>
                  </a:lnTo>
                  <a:lnTo>
                    <a:pt x="2027" y="1298"/>
                  </a:lnTo>
                  <a:lnTo>
                    <a:pt x="1051" y="705"/>
                  </a:lnTo>
                  <a:lnTo>
                    <a:pt x="865" y="174"/>
                  </a:lnTo>
                  <a:lnTo>
                    <a:pt x="668" y="1"/>
                  </a:lnTo>
                  <a:lnTo>
                    <a:pt x="0" y="1"/>
                  </a:lnTo>
                  <a:lnTo>
                    <a:pt x="0" y="24775"/>
                  </a:lnTo>
                  <a:lnTo>
                    <a:pt x="6018" y="24775"/>
                  </a:lnTo>
                  <a:lnTo>
                    <a:pt x="6018" y="11269"/>
                  </a:lnTo>
                  <a:lnTo>
                    <a:pt x="5437" y="11084"/>
                  </a:lnTo>
                  <a:lnTo>
                    <a:pt x="5060" y="10615"/>
                  </a:lnTo>
                  <a:lnTo>
                    <a:pt x="4585" y="10021"/>
                  </a:lnTo>
                  <a:lnTo>
                    <a:pt x="4807" y="9422"/>
                  </a:lnTo>
                  <a:lnTo>
                    <a:pt x="5338" y="8860"/>
                  </a:lnTo>
                  <a:lnTo>
                    <a:pt x="4924" y="8736"/>
                  </a:lnTo>
                  <a:lnTo>
                    <a:pt x="5369" y="8329"/>
                  </a:lnTo>
                  <a:close/>
                  <a:moveTo>
                    <a:pt x="1848" y="13444"/>
                  </a:moveTo>
                  <a:lnTo>
                    <a:pt x="977" y="13444"/>
                  </a:lnTo>
                  <a:lnTo>
                    <a:pt x="977" y="13061"/>
                  </a:lnTo>
                  <a:lnTo>
                    <a:pt x="1854" y="13061"/>
                  </a:lnTo>
                  <a:lnTo>
                    <a:pt x="1854" y="13444"/>
                  </a:lnTo>
                  <a:close/>
                  <a:moveTo>
                    <a:pt x="1848" y="12283"/>
                  </a:moveTo>
                  <a:lnTo>
                    <a:pt x="977" y="12283"/>
                  </a:lnTo>
                  <a:lnTo>
                    <a:pt x="977" y="11906"/>
                  </a:lnTo>
                  <a:lnTo>
                    <a:pt x="1854" y="11906"/>
                  </a:lnTo>
                  <a:lnTo>
                    <a:pt x="1854" y="12283"/>
                  </a:lnTo>
                  <a:close/>
                  <a:moveTo>
                    <a:pt x="1848" y="4894"/>
                  </a:moveTo>
                  <a:lnTo>
                    <a:pt x="977" y="4894"/>
                  </a:lnTo>
                  <a:lnTo>
                    <a:pt x="977" y="4511"/>
                  </a:lnTo>
                  <a:lnTo>
                    <a:pt x="1854" y="4511"/>
                  </a:lnTo>
                  <a:lnTo>
                    <a:pt x="1854" y="4894"/>
                  </a:lnTo>
                  <a:close/>
                  <a:moveTo>
                    <a:pt x="3602" y="9842"/>
                  </a:moveTo>
                  <a:lnTo>
                    <a:pt x="2719" y="9842"/>
                  </a:lnTo>
                  <a:lnTo>
                    <a:pt x="2719" y="9465"/>
                  </a:lnTo>
                  <a:lnTo>
                    <a:pt x="3602" y="9465"/>
                  </a:lnTo>
                  <a:close/>
                  <a:moveTo>
                    <a:pt x="3602" y="6420"/>
                  </a:moveTo>
                  <a:lnTo>
                    <a:pt x="2719" y="6420"/>
                  </a:lnTo>
                  <a:lnTo>
                    <a:pt x="2719" y="6043"/>
                  </a:lnTo>
                  <a:lnTo>
                    <a:pt x="3602" y="6043"/>
                  </a:lnTo>
                  <a:close/>
                  <a:moveTo>
                    <a:pt x="3602" y="4894"/>
                  </a:moveTo>
                  <a:lnTo>
                    <a:pt x="2719" y="4894"/>
                  </a:lnTo>
                  <a:lnTo>
                    <a:pt x="2719" y="4511"/>
                  </a:lnTo>
                  <a:lnTo>
                    <a:pt x="3602" y="451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6"/>
            <p:cNvSpPr/>
            <p:nvPr/>
          </p:nvSpPr>
          <p:spPr>
            <a:xfrm flipH="1">
              <a:off x="8945527" y="2923949"/>
              <a:ext cx="363438" cy="1016024"/>
            </a:xfrm>
            <a:custGeom>
              <a:avLst/>
              <a:gdLst/>
              <a:ahLst/>
              <a:cxnLst/>
              <a:rect l="l" t="t" r="r" b="b"/>
              <a:pathLst>
                <a:path w="5364" h="14995" extrusionOk="0">
                  <a:moveTo>
                    <a:pt x="1" y="0"/>
                  </a:moveTo>
                  <a:lnTo>
                    <a:pt x="1039" y="0"/>
                  </a:lnTo>
                  <a:lnTo>
                    <a:pt x="3152" y="0"/>
                  </a:lnTo>
                  <a:lnTo>
                    <a:pt x="3485" y="847"/>
                  </a:lnTo>
                  <a:cubicBezTo>
                    <a:pt x="3485" y="847"/>
                    <a:pt x="3485" y="1409"/>
                    <a:pt x="3621" y="1644"/>
                  </a:cubicBezTo>
                  <a:cubicBezTo>
                    <a:pt x="3763" y="1872"/>
                    <a:pt x="3671" y="2163"/>
                    <a:pt x="4140" y="2206"/>
                  </a:cubicBezTo>
                  <a:cubicBezTo>
                    <a:pt x="4610" y="2249"/>
                    <a:pt x="4610" y="2391"/>
                    <a:pt x="4752" y="2391"/>
                  </a:cubicBezTo>
                  <a:cubicBezTo>
                    <a:pt x="4888" y="2391"/>
                    <a:pt x="5363" y="3003"/>
                    <a:pt x="5363" y="3003"/>
                  </a:cubicBezTo>
                  <a:lnTo>
                    <a:pt x="5363" y="14995"/>
                  </a:lnTo>
                  <a:lnTo>
                    <a:pt x="186" y="1499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6"/>
            <p:cNvSpPr/>
            <p:nvPr/>
          </p:nvSpPr>
          <p:spPr>
            <a:xfrm flipH="1">
              <a:off x="8471232" y="2786674"/>
              <a:ext cx="270478" cy="701222"/>
            </a:xfrm>
            <a:custGeom>
              <a:avLst/>
              <a:gdLst/>
              <a:ahLst/>
              <a:cxnLst/>
              <a:rect l="l" t="t" r="r" b="b"/>
              <a:pathLst>
                <a:path w="3992" h="10349" extrusionOk="0">
                  <a:moveTo>
                    <a:pt x="513" y="5715"/>
                  </a:moveTo>
                  <a:lnTo>
                    <a:pt x="2749" y="5715"/>
                  </a:lnTo>
                  <a:lnTo>
                    <a:pt x="2749" y="5431"/>
                  </a:lnTo>
                  <a:lnTo>
                    <a:pt x="550" y="5431"/>
                  </a:lnTo>
                  <a:lnTo>
                    <a:pt x="562" y="5270"/>
                  </a:lnTo>
                  <a:lnTo>
                    <a:pt x="599" y="4683"/>
                  </a:lnTo>
                  <a:lnTo>
                    <a:pt x="2749" y="4683"/>
                  </a:lnTo>
                  <a:lnTo>
                    <a:pt x="2749" y="4393"/>
                  </a:lnTo>
                  <a:lnTo>
                    <a:pt x="618" y="4393"/>
                  </a:lnTo>
                  <a:lnTo>
                    <a:pt x="896" y="0"/>
                  </a:lnTo>
                  <a:lnTo>
                    <a:pt x="2403" y="284"/>
                  </a:lnTo>
                  <a:cubicBezTo>
                    <a:pt x="2403" y="284"/>
                    <a:pt x="2447" y="2681"/>
                    <a:pt x="2539" y="3342"/>
                  </a:cubicBezTo>
                  <a:cubicBezTo>
                    <a:pt x="2632" y="4003"/>
                    <a:pt x="3200" y="3769"/>
                    <a:pt x="3200" y="3769"/>
                  </a:cubicBezTo>
                  <a:lnTo>
                    <a:pt x="3991" y="3861"/>
                  </a:lnTo>
                  <a:lnTo>
                    <a:pt x="3293" y="10348"/>
                  </a:lnTo>
                  <a:lnTo>
                    <a:pt x="0" y="1021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6"/>
            <p:cNvSpPr/>
            <p:nvPr/>
          </p:nvSpPr>
          <p:spPr>
            <a:xfrm flipH="1">
              <a:off x="6809378" y="2854024"/>
              <a:ext cx="383900" cy="1576988"/>
            </a:xfrm>
            <a:custGeom>
              <a:avLst/>
              <a:gdLst/>
              <a:ahLst/>
              <a:cxnLst/>
              <a:rect l="l" t="t" r="r" b="b"/>
              <a:pathLst>
                <a:path w="5666" h="23274" extrusionOk="0">
                  <a:moveTo>
                    <a:pt x="5153" y="1"/>
                  </a:moveTo>
                  <a:lnTo>
                    <a:pt x="4955" y="198"/>
                  </a:lnTo>
                  <a:cubicBezTo>
                    <a:pt x="4955" y="198"/>
                    <a:pt x="4424" y="229"/>
                    <a:pt x="4170" y="279"/>
                  </a:cubicBezTo>
                  <a:cubicBezTo>
                    <a:pt x="3917" y="328"/>
                    <a:pt x="3583" y="662"/>
                    <a:pt x="3583" y="662"/>
                  </a:cubicBezTo>
                  <a:lnTo>
                    <a:pt x="3342" y="1020"/>
                  </a:lnTo>
                  <a:lnTo>
                    <a:pt x="3003" y="1508"/>
                  </a:lnTo>
                  <a:lnTo>
                    <a:pt x="2360" y="1694"/>
                  </a:lnTo>
                  <a:lnTo>
                    <a:pt x="2144" y="2182"/>
                  </a:lnTo>
                  <a:lnTo>
                    <a:pt x="1921" y="2799"/>
                  </a:lnTo>
                  <a:lnTo>
                    <a:pt x="1668" y="3380"/>
                  </a:lnTo>
                  <a:lnTo>
                    <a:pt x="1087" y="3640"/>
                  </a:lnTo>
                  <a:lnTo>
                    <a:pt x="0" y="23026"/>
                  </a:lnTo>
                  <a:lnTo>
                    <a:pt x="4362" y="23274"/>
                  </a:lnTo>
                  <a:lnTo>
                    <a:pt x="5665" y="44"/>
                  </a:lnTo>
                  <a:close/>
                  <a:moveTo>
                    <a:pt x="1958" y="3213"/>
                  </a:moveTo>
                  <a:lnTo>
                    <a:pt x="2570" y="3244"/>
                  </a:lnTo>
                  <a:lnTo>
                    <a:pt x="2552" y="3578"/>
                  </a:lnTo>
                  <a:lnTo>
                    <a:pt x="1946" y="3547"/>
                  </a:lnTo>
                  <a:close/>
                  <a:moveTo>
                    <a:pt x="1860" y="4949"/>
                  </a:moveTo>
                  <a:lnTo>
                    <a:pt x="2471" y="4986"/>
                  </a:lnTo>
                  <a:lnTo>
                    <a:pt x="2453" y="5314"/>
                  </a:lnTo>
                  <a:lnTo>
                    <a:pt x="1847" y="5283"/>
                  </a:lnTo>
                  <a:close/>
                  <a:moveTo>
                    <a:pt x="1792" y="6173"/>
                  </a:moveTo>
                  <a:lnTo>
                    <a:pt x="2403" y="6204"/>
                  </a:lnTo>
                  <a:lnTo>
                    <a:pt x="2385" y="6537"/>
                  </a:lnTo>
                  <a:lnTo>
                    <a:pt x="1773" y="6506"/>
                  </a:lnTo>
                  <a:close/>
                  <a:moveTo>
                    <a:pt x="1458" y="12091"/>
                  </a:moveTo>
                  <a:lnTo>
                    <a:pt x="2070" y="12122"/>
                  </a:lnTo>
                  <a:lnTo>
                    <a:pt x="2051" y="12450"/>
                  </a:lnTo>
                  <a:lnTo>
                    <a:pt x="1440" y="12419"/>
                  </a:lnTo>
                  <a:close/>
                  <a:moveTo>
                    <a:pt x="1884" y="18745"/>
                  </a:moveTo>
                  <a:lnTo>
                    <a:pt x="1273" y="18714"/>
                  </a:lnTo>
                  <a:lnTo>
                    <a:pt x="1291" y="18381"/>
                  </a:lnTo>
                  <a:lnTo>
                    <a:pt x="1897" y="18411"/>
                  </a:lnTo>
                  <a:close/>
                  <a:moveTo>
                    <a:pt x="2953" y="15119"/>
                  </a:moveTo>
                  <a:lnTo>
                    <a:pt x="2348" y="15088"/>
                  </a:lnTo>
                  <a:lnTo>
                    <a:pt x="2360" y="14754"/>
                  </a:lnTo>
                  <a:lnTo>
                    <a:pt x="2972" y="14785"/>
                  </a:lnTo>
                  <a:close/>
                  <a:moveTo>
                    <a:pt x="3101" y="12505"/>
                  </a:moveTo>
                  <a:lnTo>
                    <a:pt x="2496" y="12474"/>
                  </a:lnTo>
                  <a:lnTo>
                    <a:pt x="2508" y="12141"/>
                  </a:lnTo>
                  <a:lnTo>
                    <a:pt x="3120" y="12172"/>
                  </a:lnTo>
                  <a:close/>
                  <a:moveTo>
                    <a:pt x="3250" y="9997"/>
                  </a:moveTo>
                  <a:lnTo>
                    <a:pt x="2638" y="9966"/>
                  </a:lnTo>
                  <a:lnTo>
                    <a:pt x="2657" y="9632"/>
                  </a:lnTo>
                  <a:lnTo>
                    <a:pt x="3268" y="9663"/>
                  </a:lnTo>
                  <a:close/>
                  <a:moveTo>
                    <a:pt x="3503" y="5376"/>
                  </a:moveTo>
                  <a:lnTo>
                    <a:pt x="2898" y="5345"/>
                  </a:lnTo>
                  <a:lnTo>
                    <a:pt x="2910" y="5011"/>
                  </a:lnTo>
                  <a:lnTo>
                    <a:pt x="3522" y="5048"/>
                  </a:lnTo>
                  <a:close/>
                  <a:moveTo>
                    <a:pt x="3608" y="3640"/>
                  </a:moveTo>
                  <a:lnTo>
                    <a:pt x="2996" y="3609"/>
                  </a:lnTo>
                  <a:lnTo>
                    <a:pt x="3009" y="3275"/>
                  </a:lnTo>
                  <a:lnTo>
                    <a:pt x="3620" y="3306"/>
                  </a:lnTo>
                  <a:close/>
                  <a:moveTo>
                    <a:pt x="4665" y="3695"/>
                  </a:moveTo>
                  <a:lnTo>
                    <a:pt x="4053" y="3664"/>
                  </a:lnTo>
                  <a:lnTo>
                    <a:pt x="4071" y="3331"/>
                  </a:lnTo>
                  <a:lnTo>
                    <a:pt x="4677" y="336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6"/>
            <p:cNvSpPr/>
            <p:nvPr/>
          </p:nvSpPr>
          <p:spPr>
            <a:xfrm flipH="1">
              <a:off x="5703866" y="2962434"/>
              <a:ext cx="239514" cy="675339"/>
            </a:xfrm>
            <a:custGeom>
              <a:avLst/>
              <a:gdLst/>
              <a:ahLst/>
              <a:cxnLst/>
              <a:rect l="l" t="t" r="r" b="b"/>
              <a:pathLst>
                <a:path w="3535" h="9967" extrusionOk="0">
                  <a:moveTo>
                    <a:pt x="2849" y="155"/>
                  </a:moveTo>
                  <a:lnTo>
                    <a:pt x="1755" y="155"/>
                  </a:lnTo>
                  <a:lnTo>
                    <a:pt x="1465" y="872"/>
                  </a:lnTo>
                  <a:lnTo>
                    <a:pt x="1280" y="1725"/>
                  </a:lnTo>
                  <a:lnTo>
                    <a:pt x="656" y="1725"/>
                  </a:lnTo>
                  <a:lnTo>
                    <a:pt x="1" y="1755"/>
                  </a:lnTo>
                  <a:lnTo>
                    <a:pt x="32" y="9966"/>
                  </a:lnTo>
                  <a:lnTo>
                    <a:pt x="3535" y="9781"/>
                  </a:lnTo>
                  <a:lnTo>
                    <a:pt x="3535" y="1"/>
                  </a:lnTo>
                  <a:close/>
                  <a:moveTo>
                    <a:pt x="1162" y="2509"/>
                  </a:moveTo>
                  <a:lnTo>
                    <a:pt x="656" y="2509"/>
                  </a:lnTo>
                  <a:lnTo>
                    <a:pt x="656" y="2225"/>
                  </a:lnTo>
                  <a:lnTo>
                    <a:pt x="1162" y="2225"/>
                  </a:lnTo>
                  <a:close/>
                  <a:moveTo>
                    <a:pt x="2089" y="4542"/>
                  </a:moveTo>
                  <a:lnTo>
                    <a:pt x="1582" y="4542"/>
                  </a:lnTo>
                  <a:lnTo>
                    <a:pt x="1582" y="4258"/>
                  </a:lnTo>
                  <a:lnTo>
                    <a:pt x="2089" y="4258"/>
                  </a:lnTo>
                  <a:close/>
                  <a:moveTo>
                    <a:pt x="2089" y="3529"/>
                  </a:moveTo>
                  <a:lnTo>
                    <a:pt x="1582" y="3529"/>
                  </a:lnTo>
                  <a:lnTo>
                    <a:pt x="1582" y="3244"/>
                  </a:lnTo>
                  <a:lnTo>
                    <a:pt x="2089" y="3244"/>
                  </a:lnTo>
                  <a:close/>
                  <a:moveTo>
                    <a:pt x="2089" y="2509"/>
                  </a:moveTo>
                  <a:lnTo>
                    <a:pt x="1582" y="2509"/>
                  </a:lnTo>
                  <a:lnTo>
                    <a:pt x="1582" y="2225"/>
                  </a:lnTo>
                  <a:lnTo>
                    <a:pt x="2089" y="2225"/>
                  </a:lnTo>
                  <a:close/>
                  <a:moveTo>
                    <a:pt x="3003" y="4542"/>
                  </a:moveTo>
                  <a:lnTo>
                    <a:pt x="2503" y="4542"/>
                  </a:lnTo>
                  <a:lnTo>
                    <a:pt x="2503" y="4258"/>
                  </a:lnTo>
                  <a:lnTo>
                    <a:pt x="3003" y="4258"/>
                  </a:lnTo>
                  <a:close/>
                  <a:moveTo>
                    <a:pt x="3003" y="2509"/>
                  </a:moveTo>
                  <a:lnTo>
                    <a:pt x="2503" y="2509"/>
                  </a:lnTo>
                  <a:lnTo>
                    <a:pt x="2503" y="2225"/>
                  </a:lnTo>
                  <a:lnTo>
                    <a:pt x="3003" y="22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6"/>
            <p:cNvSpPr/>
            <p:nvPr/>
          </p:nvSpPr>
          <p:spPr>
            <a:xfrm flipH="1">
              <a:off x="5767089" y="3238744"/>
              <a:ext cx="617926" cy="515770"/>
            </a:xfrm>
            <a:custGeom>
              <a:avLst/>
              <a:gdLst/>
              <a:ahLst/>
              <a:cxnLst/>
              <a:rect l="l" t="t" r="r" b="b"/>
              <a:pathLst>
                <a:path w="9120" h="7612" extrusionOk="0">
                  <a:moveTo>
                    <a:pt x="1" y="7513"/>
                  </a:moveTo>
                  <a:lnTo>
                    <a:pt x="1" y="93"/>
                  </a:lnTo>
                  <a:lnTo>
                    <a:pt x="4282" y="0"/>
                  </a:lnTo>
                  <a:lnTo>
                    <a:pt x="4604" y="1026"/>
                  </a:lnTo>
                  <a:lnTo>
                    <a:pt x="5215" y="1786"/>
                  </a:lnTo>
                  <a:lnTo>
                    <a:pt x="5734" y="1316"/>
                  </a:lnTo>
                  <a:lnTo>
                    <a:pt x="6488" y="2255"/>
                  </a:lnTo>
                  <a:lnTo>
                    <a:pt x="7754" y="2441"/>
                  </a:lnTo>
                  <a:lnTo>
                    <a:pt x="8409" y="3287"/>
                  </a:lnTo>
                  <a:lnTo>
                    <a:pt x="9120" y="3429"/>
                  </a:lnTo>
                  <a:lnTo>
                    <a:pt x="9120" y="761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6"/>
            <p:cNvSpPr/>
            <p:nvPr/>
          </p:nvSpPr>
          <p:spPr>
            <a:xfrm flipH="1">
              <a:off x="5906050" y="3332112"/>
              <a:ext cx="230299" cy="241149"/>
            </a:xfrm>
            <a:custGeom>
              <a:avLst/>
              <a:gdLst/>
              <a:ahLst/>
              <a:cxnLst/>
              <a:rect l="l" t="t" r="r" b="b"/>
              <a:pathLst>
                <a:path w="3399" h="3559" extrusionOk="0">
                  <a:moveTo>
                    <a:pt x="1304" y="105"/>
                  </a:moveTo>
                  <a:lnTo>
                    <a:pt x="1218" y="0"/>
                  </a:lnTo>
                  <a:cubicBezTo>
                    <a:pt x="1026" y="111"/>
                    <a:pt x="748" y="291"/>
                    <a:pt x="748" y="291"/>
                  </a:cubicBezTo>
                  <a:lnTo>
                    <a:pt x="625" y="779"/>
                  </a:lnTo>
                  <a:lnTo>
                    <a:pt x="563" y="1372"/>
                  </a:lnTo>
                  <a:lnTo>
                    <a:pt x="93" y="1674"/>
                  </a:lnTo>
                  <a:lnTo>
                    <a:pt x="1" y="2064"/>
                  </a:lnTo>
                  <a:lnTo>
                    <a:pt x="229" y="1705"/>
                  </a:lnTo>
                  <a:lnTo>
                    <a:pt x="625" y="1489"/>
                  </a:lnTo>
                  <a:lnTo>
                    <a:pt x="687" y="1878"/>
                  </a:lnTo>
                  <a:lnTo>
                    <a:pt x="884" y="2261"/>
                  </a:lnTo>
                  <a:lnTo>
                    <a:pt x="884" y="3009"/>
                  </a:lnTo>
                  <a:lnTo>
                    <a:pt x="983" y="2243"/>
                  </a:lnTo>
                  <a:lnTo>
                    <a:pt x="767" y="1835"/>
                  </a:lnTo>
                  <a:lnTo>
                    <a:pt x="674" y="1223"/>
                  </a:lnTo>
                  <a:lnTo>
                    <a:pt x="810" y="358"/>
                  </a:lnTo>
                  <a:close/>
                  <a:moveTo>
                    <a:pt x="3399" y="2082"/>
                  </a:moveTo>
                  <a:lnTo>
                    <a:pt x="3213" y="1749"/>
                  </a:lnTo>
                  <a:lnTo>
                    <a:pt x="3059" y="1736"/>
                  </a:lnTo>
                  <a:lnTo>
                    <a:pt x="2843" y="1217"/>
                  </a:lnTo>
                  <a:lnTo>
                    <a:pt x="2979" y="890"/>
                  </a:lnTo>
                  <a:lnTo>
                    <a:pt x="2843" y="871"/>
                  </a:lnTo>
                  <a:cubicBezTo>
                    <a:pt x="2762" y="1081"/>
                    <a:pt x="2701" y="1285"/>
                    <a:pt x="2701" y="1285"/>
                  </a:cubicBezTo>
                  <a:lnTo>
                    <a:pt x="3003" y="1854"/>
                  </a:lnTo>
                  <a:cubicBezTo>
                    <a:pt x="3003" y="1854"/>
                    <a:pt x="3250" y="1971"/>
                    <a:pt x="3250" y="2138"/>
                  </a:cubicBezTo>
                  <a:cubicBezTo>
                    <a:pt x="3250" y="2292"/>
                    <a:pt x="2991" y="2824"/>
                    <a:pt x="2991" y="2824"/>
                  </a:cubicBezTo>
                  <a:lnTo>
                    <a:pt x="3306" y="3559"/>
                  </a:lnTo>
                  <a:lnTo>
                    <a:pt x="3102" y="278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6"/>
            <p:cNvSpPr/>
            <p:nvPr/>
          </p:nvSpPr>
          <p:spPr>
            <a:xfrm flipH="1">
              <a:off x="8385459" y="3069218"/>
              <a:ext cx="666438" cy="347935"/>
            </a:xfrm>
            <a:custGeom>
              <a:avLst/>
              <a:gdLst/>
              <a:ahLst/>
              <a:cxnLst/>
              <a:rect l="l" t="t" r="r" b="b"/>
              <a:pathLst>
                <a:path w="9836" h="5135" extrusionOk="0">
                  <a:moveTo>
                    <a:pt x="0" y="371"/>
                  </a:moveTo>
                  <a:lnTo>
                    <a:pt x="908" y="186"/>
                  </a:lnTo>
                  <a:lnTo>
                    <a:pt x="1600" y="124"/>
                  </a:lnTo>
                  <a:lnTo>
                    <a:pt x="2632" y="309"/>
                  </a:lnTo>
                  <a:cubicBezTo>
                    <a:pt x="2632" y="309"/>
                    <a:pt x="3256" y="655"/>
                    <a:pt x="3608" y="810"/>
                  </a:cubicBezTo>
                  <a:cubicBezTo>
                    <a:pt x="3954" y="964"/>
                    <a:pt x="4547" y="748"/>
                    <a:pt x="4825" y="964"/>
                  </a:cubicBezTo>
                  <a:cubicBezTo>
                    <a:pt x="5110" y="1180"/>
                    <a:pt x="5264" y="1254"/>
                    <a:pt x="5542" y="1254"/>
                  </a:cubicBezTo>
                  <a:cubicBezTo>
                    <a:pt x="5820" y="1254"/>
                    <a:pt x="6364" y="964"/>
                    <a:pt x="6364" y="964"/>
                  </a:cubicBezTo>
                  <a:lnTo>
                    <a:pt x="7303" y="841"/>
                  </a:lnTo>
                  <a:lnTo>
                    <a:pt x="7778" y="62"/>
                  </a:lnTo>
                  <a:lnTo>
                    <a:pt x="8433" y="186"/>
                  </a:lnTo>
                  <a:lnTo>
                    <a:pt x="9057" y="124"/>
                  </a:lnTo>
                  <a:lnTo>
                    <a:pt x="9836" y="0"/>
                  </a:lnTo>
                  <a:lnTo>
                    <a:pt x="9774" y="4949"/>
                  </a:lnTo>
                  <a:lnTo>
                    <a:pt x="6673" y="5134"/>
                  </a:lnTo>
                  <a:lnTo>
                    <a:pt x="2471" y="2564"/>
                  </a:lnTo>
                  <a:lnTo>
                    <a:pt x="155" y="134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6"/>
            <p:cNvSpPr/>
            <p:nvPr/>
          </p:nvSpPr>
          <p:spPr>
            <a:xfrm flipH="1">
              <a:off x="8386272" y="3077552"/>
              <a:ext cx="648483" cy="339601"/>
            </a:xfrm>
            <a:custGeom>
              <a:avLst/>
              <a:gdLst/>
              <a:ahLst/>
              <a:cxnLst/>
              <a:rect l="l" t="t" r="r" b="b"/>
              <a:pathLst>
                <a:path w="9571" h="5012" extrusionOk="0">
                  <a:moveTo>
                    <a:pt x="2218" y="2441"/>
                  </a:moveTo>
                  <a:lnTo>
                    <a:pt x="6420" y="5011"/>
                  </a:lnTo>
                  <a:lnTo>
                    <a:pt x="9521" y="4826"/>
                  </a:lnTo>
                  <a:lnTo>
                    <a:pt x="9570" y="1335"/>
                  </a:lnTo>
                  <a:lnTo>
                    <a:pt x="9397" y="1125"/>
                  </a:lnTo>
                  <a:lnTo>
                    <a:pt x="7927" y="1002"/>
                  </a:lnTo>
                  <a:cubicBezTo>
                    <a:pt x="7927" y="1002"/>
                    <a:pt x="7451" y="1447"/>
                    <a:pt x="7142" y="1447"/>
                  </a:cubicBezTo>
                  <a:cubicBezTo>
                    <a:pt x="6827" y="1447"/>
                    <a:pt x="5987" y="1063"/>
                    <a:pt x="5987" y="1063"/>
                  </a:cubicBezTo>
                  <a:lnTo>
                    <a:pt x="5771" y="1002"/>
                  </a:lnTo>
                  <a:cubicBezTo>
                    <a:pt x="5610" y="1063"/>
                    <a:pt x="5431" y="1125"/>
                    <a:pt x="5301" y="1125"/>
                  </a:cubicBezTo>
                  <a:cubicBezTo>
                    <a:pt x="5011" y="1125"/>
                    <a:pt x="4857" y="1063"/>
                    <a:pt x="4579" y="841"/>
                  </a:cubicBezTo>
                  <a:cubicBezTo>
                    <a:pt x="4294" y="625"/>
                    <a:pt x="3701" y="841"/>
                    <a:pt x="3361" y="687"/>
                  </a:cubicBezTo>
                  <a:cubicBezTo>
                    <a:pt x="3015" y="532"/>
                    <a:pt x="2385" y="186"/>
                    <a:pt x="2385" y="186"/>
                  </a:cubicBezTo>
                  <a:lnTo>
                    <a:pt x="1354" y="1"/>
                  </a:lnTo>
                  <a:lnTo>
                    <a:pt x="668" y="63"/>
                  </a:lnTo>
                  <a:lnTo>
                    <a:pt x="1" y="199"/>
                  </a:lnTo>
                  <a:lnTo>
                    <a:pt x="223" y="1187"/>
                  </a:lnTo>
                  <a:lnTo>
                    <a:pt x="174" y="136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6"/>
            <p:cNvSpPr/>
            <p:nvPr/>
          </p:nvSpPr>
          <p:spPr>
            <a:xfrm flipH="1">
              <a:off x="8197510" y="2787487"/>
              <a:ext cx="1013479" cy="1687907"/>
            </a:xfrm>
            <a:custGeom>
              <a:avLst/>
              <a:gdLst/>
              <a:ahLst/>
              <a:cxnLst/>
              <a:rect l="l" t="t" r="r" b="b"/>
              <a:pathLst>
                <a:path w="14958" h="24911" extrusionOk="0">
                  <a:moveTo>
                    <a:pt x="14822" y="2991"/>
                  </a:moveTo>
                  <a:cubicBezTo>
                    <a:pt x="14822" y="2991"/>
                    <a:pt x="14346" y="2898"/>
                    <a:pt x="14161" y="2855"/>
                  </a:cubicBezTo>
                  <a:cubicBezTo>
                    <a:pt x="13975" y="2805"/>
                    <a:pt x="13932" y="2058"/>
                    <a:pt x="13932" y="2058"/>
                  </a:cubicBezTo>
                  <a:lnTo>
                    <a:pt x="11813" y="1965"/>
                  </a:lnTo>
                  <a:lnTo>
                    <a:pt x="11813" y="8922"/>
                  </a:lnTo>
                  <a:lnTo>
                    <a:pt x="10825" y="9064"/>
                  </a:lnTo>
                  <a:lnTo>
                    <a:pt x="10689" y="8594"/>
                  </a:lnTo>
                  <a:lnTo>
                    <a:pt x="10126" y="8637"/>
                  </a:lnTo>
                  <a:lnTo>
                    <a:pt x="10034" y="8304"/>
                  </a:lnTo>
                  <a:lnTo>
                    <a:pt x="9515" y="7556"/>
                  </a:lnTo>
                  <a:lnTo>
                    <a:pt x="9138" y="6339"/>
                  </a:lnTo>
                  <a:lnTo>
                    <a:pt x="8347" y="6104"/>
                  </a:lnTo>
                  <a:cubicBezTo>
                    <a:pt x="8372" y="6111"/>
                    <a:pt x="8304" y="6148"/>
                    <a:pt x="6778" y="6148"/>
                  </a:cubicBezTo>
                  <a:lnTo>
                    <a:pt x="6358" y="5771"/>
                  </a:lnTo>
                  <a:lnTo>
                    <a:pt x="4480" y="5394"/>
                  </a:lnTo>
                  <a:lnTo>
                    <a:pt x="3961" y="4690"/>
                  </a:lnTo>
                  <a:lnTo>
                    <a:pt x="3114" y="4690"/>
                  </a:lnTo>
                  <a:lnTo>
                    <a:pt x="2731" y="4171"/>
                  </a:lnTo>
                  <a:lnTo>
                    <a:pt x="2447" y="2997"/>
                  </a:lnTo>
                  <a:lnTo>
                    <a:pt x="1817" y="2960"/>
                  </a:lnTo>
                  <a:cubicBezTo>
                    <a:pt x="1737" y="2645"/>
                    <a:pt x="1675" y="2330"/>
                    <a:pt x="1619" y="2002"/>
                  </a:cubicBezTo>
                  <a:cubicBezTo>
                    <a:pt x="1681" y="2002"/>
                    <a:pt x="1737" y="2008"/>
                    <a:pt x="1798" y="2008"/>
                  </a:cubicBezTo>
                  <a:cubicBezTo>
                    <a:pt x="1910" y="2021"/>
                    <a:pt x="2076" y="2002"/>
                    <a:pt x="2132" y="1885"/>
                  </a:cubicBezTo>
                  <a:cubicBezTo>
                    <a:pt x="2144" y="1866"/>
                    <a:pt x="2113" y="1823"/>
                    <a:pt x="2095" y="1848"/>
                  </a:cubicBezTo>
                  <a:cubicBezTo>
                    <a:pt x="2033" y="1885"/>
                    <a:pt x="1984" y="1928"/>
                    <a:pt x="1910" y="1934"/>
                  </a:cubicBezTo>
                  <a:cubicBezTo>
                    <a:pt x="1835" y="1940"/>
                    <a:pt x="1774" y="1934"/>
                    <a:pt x="1706" y="1928"/>
                  </a:cubicBezTo>
                  <a:lnTo>
                    <a:pt x="1607" y="1928"/>
                  </a:lnTo>
                  <a:cubicBezTo>
                    <a:pt x="1576" y="1712"/>
                    <a:pt x="1545" y="1483"/>
                    <a:pt x="1520" y="1267"/>
                  </a:cubicBezTo>
                  <a:cubicBezTo>
                    <a:pt x="1619" y="1267"/>
                    <a:pt x="1724" y="1279"/>
                    <a:pt x="1823" y="1279"/>
                  </a:cubicBezTo>
                  <a:cubicBezTo>
                    <a:pt x="1959" y="1279"/>
                    <a:pt x="2107" y="1298"/>
                    <a:pt x="2237" y="1267"/>
                  </a:cubicBezTo>
                  <a:cubicBezTo>
                    <a:pt x="2262" y="1261"/>
                    <a:pt x="2262" y="1230"/>
                    <a:pt x="2237" y="1230"/>
                  </a:cubicBezTo>
                  <a:cubicBezTo>
                    <a:pt x="2107" y="1193"/>
                    <a:pt x="1953" y="1205"/>
                    <a:pt x="1823" y="1205"/>
                  </a:cubicBezTo>
                  <a:cubicBezTo>
                    <a:pt x="1724" y="1205"/>
                    <a:pt x="1613" y="1205"/>
                    <a:pt x="1514" y="1199"/>
                  </a:cubicBezTo>
                  <a:cubicBezTo>
                    <a:pt x="1477" y="816"/>
                    <a:pt x="1452" y="427"/>
                    <a:pt x="1446" y="31"/>
                  </a:cubicBezTo>
                  <a:cubicBezTo>
                    <a:pt x="1446" y="0"/>
                    <a:pt x="1397" y="0"/>
                    <a:pt x="1397" y="31"/>
                  </a:cubicBezTo>
                  <a:cubicBezTo>
                    <a:pt x="1384" y="421"/>
                    <a:pt x="1397" y="816"/>
                    <a:pt x="1434" y="1199"/>
                  </a:cubicBezTo>
                  <a:lnTo>
                    <a:pt x="1384" y="1199"/>
                  </a:lnTo>
                  <a:lnTo>
                    <a:pt x="1076" y="1199"/>
                  </a:lnTo>
                  <a:cubicBezTo>
                    <a:pt x="1076" y="1075"/>
                    <a:pt x="1063" y="958"/>
                    <a:pt x="1063" y="834"/>
                  </a:cubicBezTo>
                  <a:cubicBezTo>
                    <a:pt x="1063" y="637"/>
                    <a:pt x="1088" y="427"/>
                    <a:pt x="1063" y="229"/>
                  </a:cubicBezTo>
                  <a:cubicBezTo>
                    <a:pt x="1063" y="217"/>
                    <a:pt x="1045" y="210"/>
                    <a:pt x="1045" y="229"/>
                  </a:cubicBezTo>
                  <a:cubicBezTo>
                    <a:pt x="1001" y="414"/>
                    <a:pt x="1020" y="606"/>
                    <a:pt x="1020" y="791"/>
                  </a:cubicBezTo>
                  <a:cubicBezTo>
                    <a:pt x="1020" y="927"/>
                    <a:pt x="1026" y="1063"/>
                    <a:pt x="1026" y="1199"/>
                  </a:cubicBezTo>
                  <a:lnTo>
                    <a:pt x="495" y="1199"/>
                  </a:lnTo>
                  <a:cubicBezTo>
                    <a:pt x="489" y="859"/>
                    <a:pt x="470" y="513"/>
                    <a:pt x="439" y="180"/>
                  </a:cubicBezTo>
                  <a:cubicBezTo>
                    <a:pt x="439" y="155"/>
                    <a:pt x="402" y="155"/>
                    <a:pt x="402" y="180"/>
                  </a:cubicBezTo>
                  <a:cubicBezTo>
                    <a:pt x="371" y="742"/>
                    <a:pt x="427" y="1323"/>
                    <a:pt x="458" y="1897"/>
                  </a:cubicBezTo>
                  <a:cubicBezTo>
                    <a:pt x="470" y="2225"/>
                    <a:pt x="501" y="2558"/>
                    <a:pt x="526" y="2892"/>
                  </a:cubicBezTo>
                  <a:lnTo>
                    <a:pt x="1" y="2861"/>
                  </a:lnTo>
                  <a:lnTo>
                    <a:pt x="44" y="24910"/>
                  </a:lnTo>
                  <a:lnTo>
                    <a:pt x="14803" y="24818"/>
                  </a:lnTo>
                  <a:cubicBezTo>
                    <a:pt x="14822" y="24799"/>
                    <a:pt x="14958" y="3176"/>
                    <a:pt x="14822" y="2991"/>
                  </a:cubicBezTo>
                  <a:close/>
                  <a:moveTo>
                    <a:pt x="1391" y="1261"/>
                  </a:moveTo>
                  <a:lnTo>
                    <a:pt x="1452" y="1261"/>
                  </a:lnTo>
                  <a:cubicBezTo>
                    <a:pt x="1477" y="1489"/>
                    <a:pt x="1508" y="1712"/>
                    <a:pt x="1545" y="1928"/>
                  </a:cubicBezTo>
                  <a:cubicBezTo>
                    <a:pt x="1465" y="1934"/>
                    <a:pt x="1397" y="1959"/>
                    <a:pt x="1329" y="1984"/>
                  </a:cubicBezTo>
                  <a:cubicBezTo>
                    <a:pt x="1267" y="2002"/>
                    <a:pt x="1199" y="2045"/>
                    <a:pt x="1125" y="2076"/>
                  </a:cubicBezTo>
                  <a:cubicBezTo>
                    <a:pt x="1100" y="1848"/>
                    <a:pt x="1088" y="1625"/>
                    <a:pt x="1082" y="1403"/>
                  </a:cubicBezTo>
                  <a:lnTo>
                    <a:pt x="1082" y="1248"/>
                  </a:lnTo>
                  <a:cubicBezTo>
                    <a:pt x="1187" y="1255"/>
                    <a:pt x="1292" y="1261"/>
                    <a:pt x="1391" y="1261"/>
                  </a:cubicBezTo>
                  <a:close/>
                  <a:moveTo>
                    <a:pt x="532" y="1879"/>
                  </a:moveTo>
                  <a:cubicBezTo>
                    <a:pt x="519" y="1662"/>
                    <a:pt x="519" y="1446"/>
                    <a:pt x="507" y="1224"/>
                  </a:cubicBezTo>
                  <a:cubicBezTo>
                    <a:pt x="686" y="1230"/>
                    <a:pt x="865" y="1242"/>
                    <a:pt x="1051" y="1248"/>
                  </a:cubicBezTo>
                  <a:lnTo>
                    <a:pt x="1051" y="1384"/>
                  </a:lnTo>
                  <a:cubicBezTo>
                    <a:pt x="1057" y="1625"/>
                    <a:pt x="1082" y="1854"/>
                    <a:pt x="1100" y="2095"/>
                  </a:cubicBezTo>
                  <a:cubicBezTo>
                    <a:pt x="927" y="2181"/>
                    <a:pt x="736" y="2243"/>
                    <a:pt x="557" y="2150"/>
                  </a:cubicBezTo>
                  <a:cubicBezTo>
                    <a:pt x="538" y="2058"/>
                    <a:pt x="532" y="1971"/>
                    <a:pt x="532" y="1879"/>
                  </a:cubicBezTo>
                  <a:close/>
                  <a:moveTo>
                    <a:pt x="594" y="2886"/>
                  </a:moveTo>
                  <a:cubicBezTo>
                    <a:pt x="581" y="2651"/>
                    <a:pt x="563" y="2428"/>
                    <a:pt x="550" y="2194"/>
                  </a:cubicBezTo>
                  <a:cubicBezTo>
                    <a:pt x="736" y="2286"/>
                    <a:pt x="921" y="2237"/>
                    <a:pt x="1100" y="2157"/>
                  </a:cubicBezTo>
                  <a:cubicBezTo>
                    <a:pt x="1119" y="2305"/>
                    <a:pt x="1137" y="2453"/>
                    <a:pt x="1150" y="2589"/>
                  </a:cubicBezTo>
                  <a:cubicBezTo>
                    <a:pt x="1150" y="2614"/>
                    <a:pt x="1187" y="2614"/>
                    <a:pt x="1181" y="2589"/>
                  </a:cubicBezTo>
                  <a:cubicBezTo>
                    <a:pt x="1168" y="2441"/>
                    <a:pt x="1150" y="2286"/>
                    <a:pt x="1137" y="2144"/>
                  </a:cubicBezTo>
                  <a:cubicBezTo>
                    <a:pt x="1199" y="2120"/>
                    <a:pt x="1249" y="2089"/>
                    <a:pt x="1304" y="2064"/>
                  </a:cubicBezTo>
                  <a:cubicBezTo>
                    <a:pt x="1378" y="2033"/>
                    <a:pt x="1459" y="2002"/>
                    <a:pt x="1545" y="1996"/>
                  </a:cubicBezTo>
                  <a:lnTo>
                    <a:pt x="1557" y="1996"/>
                  </a:lnTo>
                  <a:cubicBezTo>
                    <a:pt x="1619" y="2317"/>
                    <a:pt x="1687" y="2638"/>
                    <a:pt x="1780" y="2947"/>
                  </a:cubicBezTo>
                  <a:close/>
                  <a:moveTo>
                    <a:pt x="8347" y="6098"/>
                  </a:moveTo>
                  <a:lnTo>
                    <a:pt x="8335" y="6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6"/>
            <p:cNvSpPr/>
            <p:nvPr/>
          </p:nvSpPr>
          <p:spPr>
            <a:xfrm flipH="1">
              <a:off x="8263230" y="3060410"/>
              <a:ext cx="840162" cy="418267"/>
            </a:xfrm>
            <a:custGeom>
              <a:avLst/>
              <a:gdLst/>
              <a:ahLst/>
              <a:cxnLst/>
              <a:rect l="l" t="t" r="r" b="b"/>
              <a:pathLst>
                <a:path w="12400" h="6173" extrusionOk="0">
                  <a:moveTo>
                    <a:pt x="0" y="3473"/>
                  </a:moveTo>
                  <a:lnTo>
                    <a:pt x="1162" y="3473"/>
                  </a:lnTo>
                  <a:lnTo>
                    <a:pt x="1162" y="2972"/>
                  </a:lnTo>
                  <a:lnTo>
                    <a:pt x="0" y="2972"/>
                  </a:lnTo>
                  <a:close/>
                  <a:moveTo>
                    <a:pt x="2546" y="3473"/>
                  </a:moveTo>
                  <a:lnTo>
                    <a:pt x="3701" y="3473"/>
                  </a:lnTo>
                  <a:lnTo>
                    <a:pt x="3701" y="2972"/>
                  </a:lnTo>
                  <a:lnTo>
                    <a:pt x="2546" y="2972"/>
                  </a:lnTo>
                  <a:close/>
                  <a:moveTo>
                    <a:pt x="5085" y="3473"/>
                  </a:moveTo>
                  <a:lnTo>
                    <a:pt x="6240" y="3473"/>
                  </a:lnTo>
                  <a:lnTo>
                    <a:pt x="6240" y="2972"/>
                  </a:lnTo>
                  <a:lnTo>
                    <a:pt x="5085" y="2972"/>
                  </a:lnTo>
                  <a:close/>
                  <a:moveTo>
                    <a:pt x="11238" y="1"/>
                  </a:moveTo>
                  <a:lnTo>
                    <a:pt x="11238" y="501"/>
                  </a:lnTo>
                  <a:lnTo>
                    <a:pt x="12400" y="501"/>
                  </a:lnTo>
                  <a:lnTo>
                    <a:pt x="12400" y="1"/>
                  </a:lnTo>
                  <a:close/>
                  <a:moveTo>
                    <a:pt x="11238" y="2317"/>
                  </a:moveTo>
                  <a:lnTo>
                    <a:pt x="12400" y="2317"/>
                  </a:lnTo>
                  <a:lnTo>
                    <a:pt x="12400" y="1817"/>
                  </a:lnTo>
                  <a:lnTo>
                    <a:pt x="11238" y="1817"/>
                  </a:lnTo>
                  <a:close/>
                  <a:moveTo>
                    <a:pt x="2546" y="4826"/>
                  </a:moveTo>
                  <a:lnTo>
                    <a:pt x="3701" y="4826"/>
                  </a:lnTo>
                  <a:lnTo>
                    <a:pt x="3701" y="4325"/>
                  </a:lnTo>
                  <a:lnTo>
                    <a:pt x="2546" y="4325"/>
                  </a:lnTo>
                  <a:close/>
                  <a:moveTo>
                    <a:pt x="5085" y="4826"/>
                  </a:moveTo>
                  <a:lnTo>
                    <a:pt x="6240" y="4826"/>
                  </a:lnTo>
                  <a:lnTo>
                    <a:pt x="6240" y="4325"/>
                  </a:lnTo>
                  <a:lnTo>
                    <a:pt x="5085" y="4325"/>
                  </a:lnTo>
                  <a:close/>
                  <a:moveTo>
                    <a:pt x="2546" y="6172"/>
                  </a:moveTo>
                  <a:lnTo>
                    <a:pt x="3701" y="6172"/>
                  </a:lnTo>
                  <a:lnTo>
                    <a:pt x="3701" y="5666"/>
                  </a:lnTo>
                  <a:lnTo>
                    <a:pt x="2546" y="5666"/>
                  </a:lnTo>
                  <a:close/>
                  <a:moveTo>
                    <a:pt x="5085" y="6172"/>
                  </a:moveTo>
                  <a:lnTo>
                    <a:pt x="6240" y="6172"/>
                  </a:lnTo>
                  <a:lnTo>
                    <a:pt x="6240" y="5666"/>
                  </a:lnTo>
                  <a:lnTo>
                    <a:pt x="5085" y="566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6"/>
            <p:cNvSpPr/>
            <p:nvPr/>
          </p:nvSpPr>
          <p:spPr>
            <a:xfrm flipH="1">
              <a:off x="7047137" y="3728893"/>
              <a:ext cx="535468" cy="767828"/>
            </a:xfrm>
            <a:custGeom>
              <a:avLst/>
              <a:gdLst/>
              <a:ahLst/>
              <a:cxnLst/>
              <a:rect l="l" t="t" r="r" b="b"/>
              <a:pathLst>
                <a:path w="7903" h="11332" extrusionOk="0">
                  <a:moveTo>
                    <a:pt x="0" y="11239"/>
                  </a:moveTo>
                  <a:lnTo>
                    <a:pt x="0" y="1"/>
                  </a:lnTo>
                  <a:lnTo>
                    <a:pt x="4659" y="1"/>
                  </a:lnTo>
                  <a:lnTo>
                    <a:pt x="4887" y="1175"/>
                  </a:lnTo>
                  <a:cubicBezTo>
                    <a:pt x="4887" y="1175"/>
                    <a:pt x="5314" y="1786"/>
                    <a:pt x="5542" y="1786"/>
                  </a:cubicBezTo>
                  <a:cubicBezTo>
                    <a:pt x="5777" y="1786"/>
                    <a:pt x="6438" y="2682"/>
                    <a:pt x="6438" y="2682"/>
                  </a:cubicBezTo>
                  <a:lnTo>
                    <a:pt x="7902" y="2546"/>
                  </a:lnTo>
                  <a:lnTo>
                    <a:pt x="7853" y="113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6"/>
            <p:cNvSpPr/>
            <p:nvPr/>
          </p:nvSpPr>
          <p:spPr>
            <a:xfrm flipH="1">
              <a:off x="7410506" y="3994294"/>
              <a:ext cx="110576" cy="55764"/>
            </a:xfrm>
            <a:custGeom>
              <a:avLst/>
              <a:gdLst/>
              <a:ahLst/>
              <a:cxnLst/>
              <a:rect l="l" t="t" r="r" b="b"/>
              <a:pathLst>
                <a:path w="1632" h="823" extrusionOk="0">
                  <a:moveTo>
                    <a:pt x="1" y="1"/>
                  </a:moveTo>
                  <a:lnTo>
                    <a:pt x="1632" y="1"/>
                  </a:lnTo>
                  <a:lnTo>
                    <a:pt x="1632" y="823"/>
                  </a:lnTo>
                  <a:lnTo>
                    <a:pt x="1" y="823"/>
                  </a:lnTo>
                  <a:close/>
                </a:path>
              </a:pathLst>
            </a:custGeom>
            <a:solidFill>
              <a:srgbClr val="E459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6"/>
            <p:cNvSpPr/>
            <p:nvPr/>
          </p:nvSpPr>
          <p:spPr>
            <a:xfrm flipH="1">
              <a:off x="7257716" y="3994294"/>
              <a:ext cx="110576" cy="55764"/>
            </a:xfrm>
            <a:custGeom>
              <a:avLst/>
              <a:gdLst/>
              <a:ahLst/>
              <a:cxnLst/>
              <a:rect l="l" t="t" r="r" b="b"/>
              <a:pathLst>
                <a:path w="1632" h="823" extrusionOk="0">
                  <a:moveTo>
                    <a:pt x="1" y="1"/>
                  </a:moveTo>
                  <a:lnTo>
                    <a:pt x="1632" y="1"/>
                  </a:lnTo>
                  <a:lnTo>
                    <a:pt x="1632" y="823"/>
                  </a:lnTo>
                  <a:lnTo>
                    <a:pt x="1" y="82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6"/>
            <p:cNvSpPr/>
            <p:nvPr/>
          </p:nvSpPr>
          <p:spPr>
            <a:xfrm flipH="1">
              <a:off x="7104926" y="3994294"/>
              <a:ext cx="110576" cy="55764"/>
            </a:xfrm>
            <a:custGeom>
              <a:avLst/>
              <a:gdLst/>
              <a:ahLst/>
              <a:cxnLst/>
              <a:rect l="l" t="t" r="r" b="b"/>
              <a:pathLst>
                <a:path w="1632" h="823" extrusionOk="0">
                  <a:moveTo>
                    <a:pt x="1" y="1"/>
                  </a:moveTo>
                  <a:lnTo>
                    <a:pt x="1632" y="1"/>
                  </a:lnTo>
                  <a:lnTo>
                    <a:pt x="1632" y="823"/>
                  </a:lnTo>
                  <a:lnTo>
                    <a:pt x="1" y="82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6"/>
            <p:cNvSpPr/>
            <p:nvPr/>
          </p:nvSpPr>
          <p:spPr>
            <a:xfrm flipH="1">
              <a:off x="7257716" y="4149185"/>
              <a:ext cx="110576" cy="55764"/>
            </a:xfrm>
            <a:custGeom>
              <a:avLst/>
              <a:gdLst/>
              <a:ahLst/>
              <a:cxnLst/>
              <a:rect l="l" t="t" r="r" b="b"/>
              <a:pathLst>
                <a:path w="1632" h="823" extrusionOk="0">
                  <a:moveTo>
                    <a:pt x="1" y="1"/>
                  </a:moveTo>
                  <a:lnTo>
                    <a:pt x="1632" y="1"/>
                  </a:lnTo>
                  <a:lnTo>
                    <a:pt x="1632" y="822"/>
                  </a:lnTo>
                  <a:lnTo>
                    <a:pt x="1" y="82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6"/>
            <p:cNvSpPr/>
            <p:nvPr/>
          </p:nvSpPr>
          <p:spPr>
            <a:xfrm flipH="1">
              <a:off x="5255140" y="3445536"/>
              <a:ext cx="1607894" cy="1038655"/>
            </a:xfrm>
            <a:custGeom>
              <a:avLst/>
              <a:gdLst/>
              <a:ahLst/>
              <a:cxnLst/>
              <a:rect l="l" t="t" r="r" b="b"/>
              <a:pathLst>
                <a:path w="23731" h="15329" extrusionOk="0">
                  <a:moveTo>
                    <a:pt x="896" y="15328"/>
                  </a:moveTo>
                  <a:lnTo>
                    <a:pt x="896" y="3621"/>
                  </a:lnTo>
                  <a:lnTo>
                    <a:pt x="896" y="2818"/>
                  </a:lnTo>
                  <a:cubicBezTo>
                    <a:pt x="896" y="2818"/>
                    <a:pt x="1" y="2725"/>
                    <a:pt x="44" y="2441"/>
                  </a:cubicBezTo>
                  <a:cubicBezTo>
                    <a:pt x="93" y="2150"/>
                    <a:pt x="186" y="44"/>
                    <a:pt x="186" y="44"/>
                  </a:cubicBezTo>
                  <a:lnTo>
                    <a:pt x="563" y="186"/>
                  </a:lnTo>
                  <a:cubicBezTo>
                    <a:pt x="940" y="322"/>
                    <a:pt x="2021" y="0"/>
                    <a:pt x="2021" y="0"/>
                  </a:cubicBezTo>
                  <a:lnTo>
                    <a:pt x="6574" y="513"/>
                  </a:lnTo>
                  <a:lnTo>
                    <a:pt x="7563" y="655"/>
                  </a:lnTo>
                  <a:lnTo>
                    <a:pt x="9305" y="699"/>
                  </a:lnTo>
                  <a:cubicBezTo>
                    <a:pt x="9305" y="699"/>
                    <a:pt x="9119" y="1829"/>
                    <a:pt x="9255" y="1922"/>
                  </a:cubicBezTo>
                  <a:cubicBezTo>
                    <a:pt x="9397" y="2014"/>
                    <a:pt x="9960" y="2533"/>
                    <a:pt x="9960" y="2533"/>
                  </a:cubicBezTo>
                  <a:cubicBezTo>
                    <a:pt x="9960" y="2533"/>
                    <a:pt x="10991" y="2391"/>
                    <a:pt x="11418" y="2441"/>
                  </a:cubicBezTo>
                  <a:cubicBezTo>
                    <a:pt x="11844" y="2484"/>
                    <a:pt x="13487" y="2818"/>
                    <a:pt x="13487" y="2818"/>
                  </a:cubicBezTo>
                  <a:lnTo>
                    <a:pt x="14192" y="1922"/>
                  </a:lnTo>
                  <a:lnTo>
                    <a:pt x="14847" y="1638"/>
                  </a:lnTo>
                  <a:lnTo>
                    <a:pt x="15032" y="933"/>
                  </a:lnTo>
                  <a:lnTo>
                    <a:pt x="16348" y="841"/>
                  </a:lnTo>
                  <a:lnTo>
                    <a:pt x="23731" y="841"/>
                  </a:lnTo>
                  <a:lnTo>
                    <a:pt x="23731" y="1526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6"/>
            <p:cNvSpPr/>
            <p:nvPr/>
          </p:nvSpPr>
          <p:spPr>
            <a:xfrm flipH="1">
              <a:off x="5392409" y="3569462"/>
              <a:ext cx="1311127" cy="648033"/>
            </a:xfrm>
            <a:custGeom>
              <a:avLst/>
              <a:gdLst/>
              <a:ahLst/>
              <a:cxnLst/>
              <a:rect l="l" t="t" r="r" b="b"/>
              <a:pathLst>
                <a:path w="19351" h="9564" extrusionOk="0">
                  <a:moveTo>
                    <a:pt x="0" y="470"/>
                  </a:moveTo>
                  <a:lnTo>
                    <a:pt x="1415" y="470"/>
                  </a:lnTo>
                  <a:lnTo>
                    <a:pt x="1415" y="0"/>
                  </a:lnTo>
                  <a:lnTo>
                    <a:pt x="0" y="0"/>
                  </a:lnTo>
                  <a:close/>
                  <a:moveTo>
                    <a:pt x="3578" y="470"/>
                  </a:moveTo>
                  <a:lnTo>
                    <a:pt x="4986" y="470"/>
                  </a:lnTo>
                  <a:lnTo>
                    <a:pt x="4986" y="0"/>
                  </a:lnTo>
                  <a:lnTo>
                    <a:pt x="3578" y="0"/>
                  </a:lnTo>
                  <a:close/>
                  <a:moveTo>
                    <a:pt x="0" y="4547"/>
                  </a:moveTo>
                  <a:lnTo>
                    <a:pt x="1415" y="4547"/>
                  </a:lnTo>
                  <a:lnTo>
                    <a:pt x="1415" y="4078"/>
                  </a:lnTo>
                  <a:lnTo>
                    <a:pt x="0" y="4078"/>
                  </a:lnTo>
                  <a:close/>
                  <a:moveTo>
                    <a:pt x="3578" y="4547"/>
                  </a:moveTo>
                  <a:lnTo>
                    <a:pt x="4986" y="4547"/>
                  </a:lnTo>
                  <a:lnTo>
                    <a:pt x="4986" y="4078"/>
                  </a:lnTo>
                  <a:lnTo>
                    <a:pt x="3578" y="4078"/>
                  </a:lnTo>
                  <a:close/>
                  <a:moveTo>
                    <a:pt x="3578" y="9564"/>
                  </a:moveTo>
                  <a:lnTo>
                    <a:pt x="4986" y="9564"/>
                  </a:lnTo>
                  <a:lnTo>
                    <a:pt x="4986" y="9088"/>
                  </a:lnTo>
                  <a:lnTo>
                    <a:pt x="3578" y="9088"/>
                  </a:lnTo>
                  <a:close/>
                  <a:moveTo>
                    <a:pt x="13660" y="470"/>
                  </a:moveTo>
                  <a:lnTo>
                    <a:pt x="16156" y="470"/>
                  </a:lnTo>
                  <a:lnTo>
                    <a:pt x="16156" y="0"/>
                  </a:lnTo>
                  <a:lnTo>
                    <a:pt x="13660" y="0"/>
                  </a:lnTo>
                  <a:close/>
                  <a:moveTo>
                    <a:pt x="16860" y="6"/>
                  </a:moveTo>
                  <a:lnTo>
                    <a:pt x="16860" y="476"/>
                  </a:lnTo>
                  <a:lnTo>
                    <a:pt x="19350" y="476"/>
                  </a:lnTo>
                  <a:lnTo>
                    <a:pt x="19350" y="6"/>
                  </a:lnTo>
                  <a:close/>
                  <a:moveTo>
                    <a:pt x="13660" y="1841"/>
                  </a:moveTo>
                  <a:lnTo>
                    <a:pt x="16156" y="1841"/>
                  </a:lnTo>
                  <a:lnTo>
                    <a:pt x="16156" y="1365"/>
                  </a:lnTo>
                  <a:lnTo>
                    <a:pt x="13660" y="1365"/>
                  </a:lnTo>
                  <a:close/>
                  <a:moveTo>
                    <a:pt x="16860" y="1841"/>
                  </a:moveTo>
                  <a:lnTo>
                    <a:pt x="19350" y="1841"/>
                  </a:lnTo>
                  <a:lnTo>
                    <a:pt x="19350" y="1365"/>
                  </a:lnTo>
                  <a:lnTo>
                    <a:pt x="16860" y="1365"/>
                  </a:lnTo>
                  <a:close/>
                  <a:moveTo>
                    <a:pt x="13660" y="3207"/>
                  </a:moveTo>
                  <a:lnTo>
                    <a:pt x="16156" y="3207"/>
                  </a:lnTo>
                  <a:lnTo>
                    <a:pt x="16156" y="2737"/>
                  </a:lnTo>
                  <a:lnTo>
                    <a:pt x="13660" y="2737"/>
                  </a:lnTo>
                  <a:close/>
                  <a:moveTo>
                    <a:pt x="16860" y="3207"/>
                  </a:moveTo>
                  <a:lnTo>
                    <a:pt x="19350" y="3207"/>
                  </a:lnTo>
                  <a:lnTo>
                    <a:pt x="19350" y="2737"/>
                  </a:lnTo>
                  <a:lnTo>
                    <a:pt x="16860" y="2737"/>
                  </a:lnTo>
                  <a:close/>
                  <a:moveTo>
                    <a:pt x="13660" y="7636"/>
                  </a:moveTo>
                  <a:lnTo>
                    <a:pt x="16156" y="7636"/>
                  </a:lnTo>
                  <a:lnTo>
                    <a:pt x="16156" y="7167"/>
                  </a:lnTo>
                  <a:lnTo>
                    <a:pt x="13660" y="7167"/>
                  </a:lnTo>
                  <a:close/>
                  <a:moveTo>
                    <a:pt x="16860" y="7636"/>
                  </a:moveTo>
                  <a:lnTo>
                    <a:pt x="19350" y="7636"/>
                  </a:lnTo>
                  <a:lnTo>
                    <a:pt x="19350" y="7167"/>
                  </a:lnTo>
                  <a:lnTo>
                    <a:pt x="16860" y="7167"/>
                  </a:lnTo>
                  <a:close/>
                  <a:moveTo>
                    <a:pt x="13660" y="9422"/>
                  </a:moveTo>
                  <a:lnTo>
                    <a:pt x="16156" y="9422"/>
                  </a:lnTo>
                  <a:lnTo>
                    <a:pt x="16156" y="8952"/>
                  </a:lnTo>
                  <a:lnTo>
                    <a:pt x="13660" y="8952"/>
                  </a:lnTo>
                  <a:close/>
                  <a:moveTo>
                    <a:pt x="16860" y="9422"/>
                  </a:moveTo>
                  <a:lnTo>
                    <a:pt x="19350" y="9422"/>
                  </a:lnTo>
                  <a:lnTo>
                    <a:pt x="19350" y="8952"/>
                  </a:lnTo>
                  <a:lnTo>
                    <a:pt x="16860" y="895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6"/>
            <p:cNvSpPr/>
            <p:nvPr/>
          </p:nvSpPr>
          <p:spPr>
            <a:xfrm flipH="1">
              <a:off x="7821586" y="3093881"/>
              <a:ext cx="305643" cy="1392823"/>
            </a:xfrm>
            <a:custGeom>
              <a:avLst/>
              <a:gdLst/>
              <a:ahLst/>
              <a:cxnLst/>
              <a:rect l="l" t="t" r="r" b="b"/>
              <a:pathLst>
                <a:path w="4511" h="20556" extrusionOk="0">
                  <a:moveTo>
                    <a:pt x="3942" y="4109"/>
                  </a:moveTo>
                  <a:cubicBezTo>
                    <a:pt x="3757" y="4017"/>
                    <a:pt x="3615" y="3498"/>
                    <a:pt x="3615" y="3498"/>
                  </a:cubicBezTo>
                  <a:lnTo>
                    <a:pt x="2490" y="3516"/>
                  </a:lnTo>
                  <a:cubicBezTo>
                    <a:pt x="2484" y="3250"/>
                    <a:pt x="2472" y="2991"/>
                    <a:pt x="2460" y="2732"/>
                  </a:cubicBezTo>
                  <a:cubicBezTo>
                    <a:pt x="2509" y="2732"/>
                    <a:pt x="2565" y="2725"/>
                    <a:pt x="2608" y="2725"/>
                  </a:cubicBezTo>
                  <a:cubicBezTo>
                    <a:pt x="2670" y="2719"/>
                    <a:pt x="2738" y="2725"/>
                    <a:pt x="2793" y="2694"/>
                  </a:cubicBezTo>
                  <a:cubicBezTo>
                    <a:pt x="2812" y="2688"/>
                    <a:pt x="2812" y="2657"/>
                    <a:pt x="2793" y="2651"/>
                  </a:cubicBezTo>
                  <a:cubicBezTo>
                    <a:pt x="2731" y="2620"/>
                    <a:pt x="2670" y="2633"/>
                    <a:pt x="2608" y="2633"/>
                  </a:cubicBezTo>
                  <a:cubicBezTo>
                    <a:pt x="2565" y="2633"/>
                    <a:pt x="2509" y="2639"/>
                    <a:pt x="2460" y="2639"/>
                  </a:cubicBezTo>
                  <a:cubicBezTo>
                    <a:pt x="2453" y="2379"/>
                    <a:pt x="2453" y="2114"/>
                    <a:pt x="2441" y="1848"/>
                  </a:cubicBezTo>
                  <a:cubicBezTo>
                    <a:pt x="2503" y="1836"/>
                    <a:pt x="2565" y="1836"/>
                    <a:pt x="2614" y="1830"/>
                  </a:cubicBezTo>
                  <a:cubicBezTo>
                    <a:pt x="2762" y="1817"/>
                    <a:pt x="2923" y="1805"/>
                    <a:pt x="3059" y="1743"/>
                  </a:cubicBezTo>
                  <a:cubicBezTo>
                    <a:pt x="3090" y="1731"/>
                    <a:pt x="3065" y="1694"/>
                    <a:pt x="3040" y="1694"/>
                  </a:cubicBezTo>
                  <a:cubicBezTo>
                    <a:pt x="2880" y="1675"/>
                    <a:pt x="2719" y="1724"/>
                    <a:pt x="2552" y="1737"/>
                  </a:cubicBezTo>
                  <a:cubicBezTo>
                    <a:pt x="2509" y="1743"/>
                    <a:pt x="2472" y="1743"/>
                    <a:pt x="2422" y="1755"/>
                  </a:cubicBezTo>
                  <a:cubicBezTo>
                    <a:pt x="2416" y="1632"/>
                    <a:pt x="2410" y="1508"/>
                    <a:pt x="2385" y="1385"/>
                  </a:cubicBezTo>
                  <a:cubicBezTo>
                    <a:pt x="2379" y="1354"/>
                    <a:pt x="2330" y="1360"/>
                    <a:pt x="2330" y="1391"/>
                  </a:cubicBezTo>
                  <a:cubicBezTo>
                    <a:pt x="2324" y="1514"/>
                    <a:pt x="2324" y="1638"/>
                    <a:pt x="2324" y="1762"/>
                  </a:cubicBezTo>
                  <a:cubicBezTo>
                    <a:pt x="2243" y="1768"/>
                    <a:pt x="2163" y="1774"/>
                    <a:pt x="2083" y="1780"/>
                  </a:cubicBezTo>
                  <a:cubicBezTo>
                    <a:pt x="1978" y="1792"/>
                    <a:pt x="1873" y="1799"/>
                    <a:pt x="1768" y="1805"/>
                  </a:cubicBezTo>
                  <a:cubicBezTo>
                    <a:pt x="1768" y="1619"/>
                    <a:pt x="1774" y="1428"/>
                    <a:pt x="1737" y="1255"/>
                  </a:cubicBezTo>
                  <a:cubicBezTo>
                    <a:pt x="1731" y="1236"/>
                    <a:pt x="1700" y="1236"/>
                    <a:pt x="1687" y="1255"/>
                  </a:cubicBezTo>
                  <a:cubicBezTo>
                    <a:pt x="1650" y="1434"/>
                    <a:pt x="1675" y="1626"/>
                    <a:pt x="1681" y="1805"/>
                  </a:cubicBezTo>
                  <a:cubicBezTo>
                    <a:pt x="1582" y="1811"/>
                    <a:pt x="1477" y="1811"/>
                    <a:pt x="1385" y="1823"/>
                  </a:cubicBezTo>
                  <a:cubicBezTo>
                    <a:pt x="1366" y="1564"/>
                    <a:pt x="1347" y="1311"/>
                    <a:pt x="1317" y="1057"/>
                  </a:cubicBezTo>
                  <a:cubicBezTo>
                    <a:pt x="1292" y="884"/>
                    <a:pt x="1273" y="711"/>
                    <a:pt x="1249" y="538"/>
                  </a:cubicBezTo>
                  <a:cubicBezTo>
                    <a:pt x="1224" y="371"/>
                    <a:pt x="1218" y="168"/>
                    <a:pt x="1144" y="13"/>
                  </a:cubicBezTo>
                  <a:cubicBezTo>
                    <a:pt x="1131" y="1"/>
                    <a:pt x="1100" y="1"/>
                    <a:pt x="1100" y="19"/>
                  </a:cubicBezTo>
                  <a:cubicBezTo>
                    <a:pt x="1069" y="186"/>
                    <a:pt x="1119" y="371"/>
                    <a:pt x="1144" y="532"/>
                  </a:cubicBezTo>
                  <a:lnTo>
                    <a:pt x="1212" y="1063"/>
                  </a:lnTo>
                  <a:cubicBezTo>
                    <a:pt x="1242" y="1317"/>
                    <a:pt x="1267" y="1576"/>
                    <a:pt x="1298" y="1830"/>
                  </a:cubicBezTo>
                  <a:cubicBezTo>
                    <a:pt x="1242" y="1830"/>
                    <a:pt x="1187" y="1836"/>
                    <a:pt x="1131" y="1836"/>
                  </a:cubicBezTo>
                  <a:cubicBezTo>
                    <a:pt x="1094" y="1836"/>
                    <a:pt x="1094" y="1897"/>
                    <a:pt x="1131" y="1897"/>
                  </a:cubicBezTo>
                  <a:lnTo>
                    <a:pt x="1298" y="1897"/>
                  </a:lnTo>
                  <a:cubicBezTo>
                    <a:pt x="1304" y="1996"/>
                    <a:pt x="1317" y="2089"/>
                    <a:pt x="1329" y="2194"/>
                  </a:cubicBezTo>
                  <a:lnTo>
                    <a:pt x="1372" y="2725"/>
                  </a:lnTo>
                  <a:cubicBezTo>
                    <a:pt x="1255" y="2732"/>
                    <a:pt x="1144" y="2750"/>
                    <a:pt x="1026" y="2756"/>
                  </a:cubicBezTo>
                  <a:cubicBezTo>
                    <a:pt x="995" y="2756"/>
                    <a:pt x="995" y="2812"/>
                    <a:pt x="1026" y="2812"/>
                  </a:cubicBezTo>
                  <a:cubicBezTo>
                    <a:pt x="1144" y="2799"/>
                    <a:pt x="1255" y="2799"/>
                    <a:pt x="1378" y="2793"/>
                  </a:cubicBezTo>
                  <a:cubicBezTo>
                    <a:pt x="1397" y="3040"/>
                    <a:pt x="1409" y="3288"/>
                    <a:pt x="1422" y="3535"/>
                  </a:cubicBezTo>
                  <a:lnTo>
                    <a:pt x="606" y="3553"/>
                  </a:lnTo>
                  <a:cubicBezTo>
                    <a:pt x="606" y="3553"/>
                    <a:pt x="563" y="4115"/>
                    <a:pt x="563" y="4344"/>
                  </a:cubicBezTo>
                  <a:cubicBezTo>
                    <a:pt x="563" y="4579"/>
                    <a:pt x="1" y="5048"/>
                    <a:pt x="1" y="5048"/>
                  </a:cubicBezTo>
                  <a:lnTo>
                    <a:pt x="1" y="20419"/>
                  </a:lnTo>
                  <a:lnTo>
                    <a:pt x="4511" y="20555"/>
                  </a:lnTo>
                  <a:lnTo>
                    <a:pt x="4511" y="4338"/>
                  </a:lnTo>
                  <a:cubicBezTo>
                    <a:pt x="4511" y="4344"/>
                    <a:pt x="4140" y="4202"/>
                    <a:pt x="3942" y="4109"/>
                  </a:cubicBezTo>
                  <a:close/>
                  <a:moveTo>
                    <a:pt x="2441" y="3516"/>
                  </a:moveTo>
                  <a:lnTo>
                    <a:pt x="1805" y="3522"/>
                  </a:lnTo>
                  <a:cubicBezTo>
                    <a:pt x="1805" y="3263"/>
                    <a:pt x="1798" y="3016"/>
                    <a:pt x="1798" y="2762"/>
                  </a:cubicBezTo>
                  <a:cubicBezTo>
                    <a:pt x="1842" y="2762"/>
                    <a:pt x="1897" y="2756"/>
                    <a:pt x="1947" y="2756"/>
                  </a:cubicBezTo>
                  <a:cubicBezTo>
                    <a:pt x="2089" y="2750"/>
                    <a:pt x="2243" y="2744"/>
                    <a:pt x="2392" y="2725"/>
                  </a:cubicBezTo>
                  <a:lnTo>
                    <a:pt x="2398" y="2725"/>
                  </a:lnTo>
                  <a:cubicBezTo>
                    <a:pt x="2416" y="2997"/>
                    <a:pt x="2429" y="3257"/>
                    <a:pt x="2441" y="3516"/>
                  </a:cubicBezTo>
                  <a:close/>
                  <a:moveTo>
                    <a:pt x="2138" y="1885"/>
                  </a:moveTo>
                  <a:lnTo>
                    <a:pt x="2348" y="1860"/>
                  </a:lnTo>
                  <a:cubicBezTo>
                    <a:pt x="2355" y="2126"/>
                    <a:pt x="2385" y="2386"/>
                    <a:pt x="2392" y="2651"/>
                  </a:cubicBezTo>
                  <a:cubicBezTo>
                    <a:pt x="2243" y="2657"/>
                    <a:pt x="2089" y="2664"/>
                    <a:pt x="1947" y="2682"/>
                  </a:cubicBezTo>
                  <a:cubicBezTo>
                    <a:pt x="1897" y="2688"/>
                    <a:pt x="1842" y="2688"/>
                    <a:pt x="1798" y="2694"/>
                  </a:cubicBezTo>
                  <a:lnTo>
                    <a:pt x="1798" y="2633"/>
                  </a:lnTo>
                  <a:cubicBezTo>
                    <a:pt x="1798" y="2392"/>
                    <a:pt x="1792" y="2163"/>
                    <a:pt x="1780" y="1922"/>
                  </a:cubicBezTo>
                  <a:lnTo>
                    <a:pt x="1780" y="1897"/>
                  </a:lnTo>
                  <a:cubicBezTo>
                    <a:pt x="1904" y="1897"/>
                    <a:pt x="2021" y="1891"/>
                    <a:pt x="2138" y="1885"/>
                  </a:cubicBezTo>
                  <a:close/>
                  <a:moveTo>
                    <a:pt x="1428" y="2163"/>
                  </a:moveTo>
                  <a:cubicBezTo>
                    <a:pt x="1422" y="2077"/>
                    <a:pt x="1409" y="1990"/>
                    <a:pt x="1403" y="1897"/>
                  </a:cubicBezTo>
                  <a:lnTo>
                    <a:pt x="1700" y="1897"/>
                  </a:lnTo>
                  <a:lnTo>
                    <a:pt x="1700" y="1922"/>
                  </a:lnTo>
                  <a:cubicBezTo>
                    <a:pt x="1706" y="2163"/>
                    <a:pt x="1712" y="2392"/>
                    <a:pt x="1718" y="2633"/>
                  </a:cubicBezTo>
                  <a:lnTo>
                    <a:pt x="1718" y="2701"/>
                  </a:lnTo>
                  <a:cubicBezTo>
                    <a:pt x="1626" y="2707"/>
                    <a:pt x="1545" y="2719"/>
                    <a:pt x="1453" y="2725"/>
                  </a:cubicBezTo>
                  <a:cubicBezTo>
                    <a:pt x="1453" y="2534"/>
                    <a:pt x="1440" y="2348"/>
                    <a:pt x="1428" y="2163"/>
                  </a:cubicBezTo>
                  <a:close/>
                  <a:moveTo>
                    <a:pt x="1459" y="2787"/>
                  </a:moveTo>
                  <a:cubicBezTo>
                    <a:pt x="1551" y="2781"/>
                    <a:pt x="1638" y="2781"/>
                    <a:pt x="1731" y="2775"/>
                  </a:cubicBezTo>
                  <a:cubicBezTo>
                    <a:pt x="1737" y="3022"/>
                    <a:pt x="1743" y="3275"/>
                    <a:pt x="1755" y="3522"/>
                  </a:cubicBezTo>
                  <a:lnTo>
                    <a:pt x="1477" y="3528"/>
                  </a:lnTo>
                  <a:cubicBezTo>
                    <a:pt x="1483" y="3281"/>
                    <a:pt x="1471" y="3034"/>
                    <a:pt x="1459" y="27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6"/>
            <p:cNvSpPr/>
            <p:nvPr/>
          </p:nvSpPr>
          <p:spPr>
            <a:xfrm flipH="1">
              <a:off x="7100332" y="2964941"/>
              <a:ext cx="921807" cy="1528474"/>
            </a:xfrm>
            <a:custGeom>
              <a:avLst/>
              <a:gdLst/>
              <a:ahLst/>
              <a:cxnLst/>
              <a:rect l="l" t="t" r="r" b="b"/>
              <a:pathLst>
                <a:path w="13605" h="22558" extrusionOk="0">
                  <a:moveTo>
                    <a:pt x="797" y="20660"/>
                  </a:moveTo>
                  <a:cubicBezTo>
                    <a:pt x="377" y="20012"/>
                    <a:pt x="0" y="18455"/>
                    <a:pt x="229" y="17083"/>
                  </a:cubicBezTo>
                  <a:cubicBezTo>
                    <a:pt x="464" y="15718"/>
                    <a:pt x="1668" y="15218"/>
                    <a:pt x="1631" y="14198"/>
                  </a:cubicBezTo>
                  <a:cubicBezTo>
                    <a:pt x="1588" y="13179"/>
                    <a:pt x="1168" y="12944"/>
                    <a:pt x="1075" y="11956"/>
                  </a:cubicBezTo>
                  <a:cubicBezTo>
                    <a:pt x="983" y="10967"/>
                    <a:pt x="983" y="10498"/>
                    <a:pt x="1588" y="9701"/>
                  </a:cubicBezTo>
                  <a:cubicBezTo>
                    <a:pt x="2200" y="8910"/>
                    <a:pt x="3423" y="6173"/>
                    <a:pt x="3423" y="6173"/>
                  </a:cubicBezTo>
                  <a:cubicBezTo>
                    <a:pt x="3423" y="6173"/>
                    <a:pt x="3652" y="6784"/>
                    <a:pt x="3423" y="7390"/>
                  </a:cubicBezTo>
                  <a:cubicBezTo>
                    <a:pt x="3188" y="8002"/>
                    <a:pt x="3040" y="9039"/>
                    <a:pt x="3466" y="9039"/>
                  </a:cubicBezTo>
                  <a:cubicBezTo>
                    <a:pt x="3893" y="9039"/>
                    <a:pt x="4974" y="8805"/>
                    <a:pt x="5017" y="7958"/>
                  </a:cubicBezTo>
                  <a:cubicBezTo>
                    <a:pt x="5066" y="7106"/>
                    <a:pt x="4640" y="6642"/>
                    <a:pt x="4881" y="5932"/>
                  </a:cubicBezTo>
                  <a:cubicBezTo>
                    <a:pt x="5110" y="5228"/>
                    <a:pt x="4832" y="4239"/>
                    <a:pt x="4832" y="4239"/>
                  </a:cubicBezTo>
                  <a:cubicBezTo>
                    <a:pt x="4832" y="4239"/>
                    <a:pt x="5443" y="4715"/>
                    <a:pt x="5536" y="5184"/>
                  </a:cubicBezTo>
                  <a:cubicBezTo>
                    <a:pt x="5629" y="5654"/>
                    <a:pt x="5493" y="6216"/>
                    <a:pt x="5585" y="7063"/>
                  </a:cubicBezTo>
                  <a:cubicBezTo>
                    <a:pt x="5678" y="7903"/>
                    <a:pt x="6055" y="8934"/>
                    <a:pt x="6574" y="8799"/>
                  </a:cubicBezTo>
                  <a:cubicBezTo>
                    <a:pt x="7087" y="8656"/>
                    <a:pt x="7698" y="7761"/>
                    <a:pt x="7655" y="7198"/>
                  </a:cubicBezTo>
                  <a:cubicBezTo>
                    <a:pt x="7606" y="6636"/>
                    <a:pt x="7013" y="5833"/>
                    <a:pt x="7272" y="5178"/>
                  </a:cubicBezTo>
                  <a:cubicBezTo>
                    <a:pt x="7538" y="4517"/>
                    <a:pt x="7884" y="4109"/>
                    <a:pt x="7884" y="3232"/>
                  </a:cubicBezTo>
                  <a:cubicBezTo>
                    <a:pt x="7884" y="2349"/>
                    <a:pt x="7136" y="1"/>
                    <a:pt x="7136" y="1"/>
                  </a:cubicBezTo>
                  <a:cubicBezTo>
                    <a:pt x="7136" y="1"/>
                    <a:pt x="8199" y="1224"/>
                    <a:pt x="8261" y="2027"/>
                  </a:cubicBezTo>
                  <a:cubicBezTo>
                    <a:pt x="8322" y="2818"/>
                    <a:pt x="8594" y="4004"/>
                    <a:pt x="8403" y="4702"/>
                  </a:cubicBezTo>
                  <a:cubicBezTo>
                    <a:pt x="8217" y="5407"/>
                    <a:pt x="7748" y="6259"/>
                    <a:pt x="8261" y="6488"/>
                  </a:cubicBezTo>
                  <a:cubicBezTo>
                    <a:pt x="8779" y="6723"/>
                    <a:pt x="9298" y="6581"/>
                    <a:pt x="9391" y="6018"/>
                  </a:cubicBezTo>
                  <a:cubicBezTo>
                    <a:pt x="9484" y="5456"/>
                    <a:pt x="9342" y="3714"/>
                    <a:pt x="9342" y="3714"/>
                  </a:cubicBezTo>
                  <a:lnTo>
                    <a:pt x="10139" y="5314"/>
                  </a:lnTo>
                  <a:lnTo>
                    <a:pt x="9805" y="8181"/>
                  </a:lnTo>
                  <a:cubicBezTo>
                    <a:pt x="9805" y="8181"/>
                    <a:pt x="8724" y="9262"/>
                    <a:pt x="8631" y="10479"/>
                  </a:cubicBezTo>
                  <a:cubicBezTo>
                    <a:pt x="8539" y="11702"/>
                    <a:pt x="8965" y="12456"/>
                    <a:pt x="8817" y="13160"/>
                  </a:cubicBezTo>
                  <a:cubicBezTo>
                    <a:pt x="8681" y="13865"/>
                    <a:pt x="7451" y="14804"/>
                    <a:pt x="7550" y="15842"/>
                  </a:cubicBezTo>
                  <a:cubicBezTo>
                    <a:pt x="7643" y="16873"/>
                    <a:pt x="8026" y="18751"/>
                    <a:pt x="8724" y="18751"/>
                  </a:cubicBezTo>
                  <a:cubicBezTo>
                    <a:pt x="9428" y="18751"/>
                    <a:pt x="10281" y="18751"/>
                    <a:pt x="10324" y="17534"/>
                  </a:cubicBezTo>
                  <a:cubicBezTo>
                    <a:pt x="10373" y="16311"/>
                    <a:pt x="9762" y="14668"/>
                    <a:pt x="9762" y="14668"/>
                  </a:cubicBezTo>
                  <a:lnTo>
                    <a:pt x="10750" y="15372"/>
                  </a:lnTo>
                  <a:lnTo>
                    <a:pt x="11177" y="16966"/>
                  </a:lnTo>
                  <a:cubicBezTo>
                    <a:pt x="11177" y="16966"/>
                    <a:pt x="10516" y="18566"/>
                    <a:pt x="10843" y="18900"/>
                  </a:cubicBezTo>
                  <a:cubicBezTo>
                    <a:pt x="11177" y="19233"/>
                    <a:pt x="11875" y="19746"/>
                    <a:pt x="12017" y="18943"/>
                  </a:cubicBezTo>
                  <a:cubicBezTo>
                    <a:pt x="12153" y="18152"/>
                    <a:pt x="12017" y="16404"/>
                    <a:pt x="12017" y="16404"/>
                  </a:cubicBezTo>
                  <a:lnTo>
                    <a:pt x="12814" y="17256"/>
                  </a:lnTo>
                  <a:cubicBezTo>
                    <a:pt x="12814" y="17256"/>
                    <a:pt x="13605" y="18850"/>
                    <a:pt x="12906" y="20024"/>
                  </a:cubicBezTo>
                  <a:cubicBezTo>
                    <a:pt x="12202" y="21198"/>
                    <a:pt x="11164" y="22094"/>
                    <a:pt x="9663" y="22329"/>
                  </a:cubicBezTo>
                  <a:cubicBezTo>
                    <a:pt x="8155" y="22557"/>
                    <a:pt x="4486" y="22557"/>
                    <a:pt x="3553" y="22279"/>
                  </a:cubicBezTo>
                  <a:cubicBezTo>
                    <a:pt x="2632" y="22026"/>
                    <a:pt x="1743" y="22112"/>
                    <a:pt x="797" y="206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6"/>
            <p:cNvSpPr/>
            <p:nvPr/>
          </p:nvSpPr>
          <p:spPr>
            <a:xfrm flipH="1">
              <a:off x="7652869" y="2855718"/>
              <a:ext cx="59963" cy="267574"/>
            </a:xfrm>
            <a:custGeom>
              <a:avLst/>
              <a:gdLst/>
              <a:ahLst/>
              <a:cxnLst/>
              <a:rect l="l" t="t" r="r" b="b"/>
              <a:pathLst>
                <a:path w="885" h="3949" extrusionOk="0">
                  <a:moveTo>
                    <a:pt x="749" y="3948"/>
                  </a:moveTo>
                  <a:cubicBezTo>
                    <a:pt x="464" y="3522"/>
                    <a:pt x="1" y="3096"/>
                    <a:pt x="273" y="2398"/>
                  </a:cubicBezTo>
                  <a:cubicBezTo>
                    <a:pt x="563" y="1693"/>
                    <a:pt x="230" y="0"/>
                    <a:pt x="230" y="0"/>
                  </a:cubicBezTo>
                  <a:cubicBezTo>
                    <a:pt x="230" y="0"/>
                    <a:pt x="699" y="655"/>
                    <a:pt x="792" y="1224"/>
                  </a:cubicBezTo>
                  <a:cubicBezTo>
                    <a:pt x="884" y="1786"/>
                    <a:pt x="792" y="2774"/>
                    <a:pt x="792" y="2774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6"/>
            <p:cNvSpPr/>
            <p:nvPr/>
          </p:nvSpPr>
          <p:spPr>
            <a:xfrm flipH="1">
              <a:off x="7251413" y="3349254"/>
              <a:ext cx="44447" cy="188840"/>
            </a:xfrm>
            <a:custGeom>
              <a:avLst/>
              <a:gdLst/>
              <a:ahLst/>
              <a:cxnLst/>
              <a:rect l="l" t="t" r="r" b="b"/>
              <a:pathLst>
                <a:path w="656" h="2787" extrusionOk="0">
                  <a:moveTo>
                    <a:pt x="31" y="2787"/>
                  </a:moveTo>
                  <a:cubicBezTo>
                    <a:pt x="229" y="1885"/>
                    <a:pt x="186" y="1032"/>
                    <a:pt x="93" y="519"/>
                  </a:cubicBezTo>
                  <a:cubicBezTo>
                    <a:pt x="0" y="0"/>
                    <a:pt x="655" y="804"/>
                    <a:pt x="655" y="1366"/>
                  </a:cubicBezTo>
                  <a:cubicBezTo>
                    <a:pt x="655" y="1922"/>
                    <a:pt x="31" y="2787"/>
                    <a:pt x="31" y="278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6"/>
            <p:cNvSpPr/>
            <p:nvPr/>
          </p:nvSpPr>
          <p:spPr>
            <a:xfrm flipH="1">
              <a:off x="7200800" y="3667370"/>
              <a:ext cx="66197" cy="293119"/>
            </a:xfrm>
            <a:custGeom>
              <a:avLst/>
              <a:gdLst/>
              <a:ahLst/>
              <a:cxnLst/>
              <a:rect l="l" t="t" r="r" b="b"/>
              <a:pathLst>
                <a:path w="977" h="4326" extrusionOk="0">
                  <a:moveTo>
                    <a:pt x="606" y="4325"/>
                  </a:moveTo>
                  <a:cubicBezTo>
                    <a:pt x="279" y="3621"/>
                    <a:pt x="1" y="2960"/>
                    <a:pt x="322" y="2256"/>
                  </a:cubicBezTo>
                  <a:cubicBezTo>
                    <a:pt x="656" y="1551"/>
                    <a:pt x="322" y="1"/>
                    <a:pt x="322" y="1"/>
                  </a:cubicBezTo>
                  <a:cubicBezTo>
                    <a:pt x="322" y="1"/>
                    <a:pt x="977" y="897"/>
                    <a:pt x="977" y="1416"/>
                  </a:cubicBezTo>
                  <a:cubicBezTo>
                    <a:pt x="977" y="1928"/>
                    <a:pt x="693" y="2404"/>
                    <a:pt x="649" y="2824"/>
                  </a:cubicBezTo>
                  <a:cubicBezTo>
                    <a:pt x="606" y="3244"/>
                    <a:pt x="606" y="4325"/>
                    <a:pt x="606" y="43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6"/>
            <p:cNvSpPr/>
            <p:nvPr/>
          </p:nvSpPr>
          <p:spPr>
            <a:xfrm flipH="1">
              <a:off x="9267435" y="2725965"/>
              <a:ext cx="267564" cy="1738996"/>
            </a:xfrm>
            <a:custGeom>
              <a:avLst/>
              <a:gdLst/>
              <a:ahLst/>
              <a:cxnLst/>
              <a:rect l="l" t="t" r="r" b="b"/>
              <a:pathLst>
                <a:path w="3949" h="25665" extrusionOk="0">
                  <a:moveTo>
                    <a:pt x="93" y="797"/>
                  </a:moveTo>
                  <a:lnTo>
                    <a:pt x="2725" y="933"/>
                  </a:lnTo>
                  <a:lnTo>
                    <a:pt x="2960" y="1502"/>
                  </a:lnTo>
                  <a:lnTo>
                    <a:pt x="3763" y="1878"/>
                  </a:lnTo>
                  <a:lnTo>
                    <a:pt x="3763" y="0"/>
                  </a:lnTo>
                  <a:lnTo>
                    <a:pt x="3948" y="186"/>
                  </a:lnTo>
                  <a:lnTo>
                    <a:pt x="3948" y="25664"/>
                  </a:lnTo>
                  <a:lnTo>
                    <a:pt x="1" y="256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6"/>
            <p:cNvSpPr/>
            <p:nvPr/>
          </p:nvSpPr>
          <p:spPr>
            <a:xfrm flipH="1">
              <a:off x="9340676" y="2915140"/>
              <a:ext cx="99261" cy="47837"/>
            </a:xfrm>
            <a:custGeom>
              <a:avLst/>
              <a:gdLst/>
              <a:ahLst/>
              <a:cxnLst/>
              <a:rect l="l" t="t" r="r" b="b"/>
              <a:pathLst>
                <a:path w="1465" h="706" extrusionOk="0">
                  <a:moveTo>
                    <a:pt x="0" y="1"/>
                  </a:moveTo>
                  <a:lnTo>
                    <a:pt x="1464" y="1"/>
                  </a:lnTo>
                  <a:lnTo>
                    <a:pt x="1464" y="705"/>
                  </a:lnTo>
                  <a:lnTo>
                    <a:pt x="0" y="7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6"/>
            <p:cNvSpPr/>
            <p:nvPr/>
          </p:nvSpPr>
          <p:spPr>
            <a:xfrm flipH="1">
              <a:off x="9340676" y="3069624"/>
              <a:ext cx="99261" cy="47769"/>
            </a:xfrm>
            <a:custGeom>
              <a:avLst/>
              <a:gdLst/>
              <a:ahLst/>
              <a:cxnLst/>
              <a:rect l="l" t="t" r="r" b="b"/>
              <a:pathLst>
                <a:path w="1465" h="705" extrusionOk="0">
                  <a:moveTo>
                    <a:pt x="0" y="0"/>
                  </a:moveTo>
                  <a:lnTo>
                    <a:pt x="1464" y="0"/>
                  </a:lnTo>
                  <a:lnTo>
                    <a:pt x="1464" y="705"/>
                  </a:lnTo>
                  <a:lnTo>
                    <a:pt x="0" y="7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6"/>
            <p:cNvSpPr/>
            <p:nvPr/>
          </p:nvSpPr>
          <p:spPr>
            <a:xfrm flipH="1">
              <a:off x="8192485" y="3970850"/>
              <a:ext cx="390201" cy="543009"/>
            </a:xfrm>
            <a:custGeom>
              <a:avLst/>
              <a:gdLst/>
              <a:ahLst/>
              <a:cxnLst/>
              <a:rect l="l" t="t" r="r" b="b"/>
              <a:pathLst>
                <a:path w="5759" h="8014" extrusionOk="0">
                  <a:moveTo>
                    <a:pt x="1" y="7458"/>
                  </a:moveTo>
                  <a:cubicBezTo>
                    <a:pt x="63" y="7211"/>
                    <a:pt x="2256" y="1"/>
                    <a:pt x="2256" y="1"/>
                  </a:cubicBezTo>
                  <a:lnTo>
                    <a:pt x="3386" y="248"/>
                  </a:lnTo>
                  <a:lnTo>
                    <a:pt x="3634" y="1125"/>
                  </a:lnTo>
                  <a:lnTo>
                    <a:pt x="4882" y="810"/>
                  </a:lnTo>
                  <a:lnTo>
                    <a:pt x="5759" y="996"/>
                  </a:lnTo>
                  <a:lnTo>
                    <a:pt x="3627" y="801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6"/>
            <p:cNvSpPr/>
            <p:nvPr/>
          </p:nvSpPr>
          <p:spPr>
            <a:xfrm flipH="1">
              <a:off x="8722816" y="3541411"/>
              <a:ext cx="592382" cy="936070"/>
            </a:xfrm>
            <a:custGeom>
              <a:avLst/>
              <a:gdLst/>
              <a:ahLst/>
              <a:cxnLst/>
              <a:rect l="l" t="t" r="r" b="b"/>
              <a:pathLst>
                <a:path w="8743" h="13815" extrusionOk="0">
                  <a:moveTo>
                    <a:pt x="0" y="13814"/>
                  </a:moveTo>
                  <a:lnTo>
                    <a:pt x="50" y="278"/>
                  </a:lnTo>
                  <a:lnTo>
                    <a:pt x="2064" y="229"/>
                  </a:lnTo>
                  <a:lnTo>
                    <a:pt x="2484" y="6716"/>
                  </a:lnTo>
                  <a:lnTo>
                    <a:pt x="3200" y="6957"/>
                  </a:lnTo>
                  <a:lnTo>
                    <a:pt x="3386" y="4368"/>
                  </a:lnTo>
                  <a:lnTo>
                    <a:pt x="4646" y="3806"/>
                  </a:lnTo>
                  <a:lnTo>
                    <a:pt x="6246" y="186"/>
                  </a:lnTo>
                  <a:lnTo>
                    <a:pt x="8551" y="0"/>
                  </a:lnTo>
                  <a:lnTo>
                    <a:pt x="8742" y="1362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6"/>
            <p:cNvSpPr/>
            <p:nvPr/>
          </p:nvSpPr>
          <p:spPr>
            <a:xfrm flipH="1">
              <a:off x="4883038" y="-187406"/>
              <a:ext cx="2779562" cy="4674101"/>
            </a:xfrm>
            <a:custGeom>
              <a:avLst/>
              <a:gdLst/>
              <a:ahLst/>
              <a:cxnLst/>
              <a:rect l="l" t="t" r="r" b="b"/>
              <a:pathLst>
                <a:path w="34148" h="36272" extrusionOk="0">
                  <a:moveTo>
                    <a:pt x="192" y="35036"/>
                  </a:moveTo>
                  <a:cubicBezTo>
                    <a:pt x="13" y="34968"/>
                    <a:pt x="1" y="34703"/>
                    <a:pt x="118" y="34554"/>
                  </a:cubicBezTo>
                  <a:cubicBezTo>
                    <a:pt x="229" y="34412"/>
                    <a:pt x="427" y="34351"/>
                    <a:pt x="600" y="34295"/>
                  </a:cubicBezTo>
                  <a:cubicBezTo>
                    <a:pt x="1168" y="34122"/>
                    <a:pt x="1737" y="33955"/>
                    <a:pt x="2299" y="33782"/>
                  </a:cubicBezTo>
                  <a:cubicBezTo>
                    <a:pt x="3473" y="33430"/>
                    <a:pt x="4739" y="33010"/>
                    <a:pt x="5444" y="32003"/>
                  </a:cubicBezTo>
                  <a:cubicBezTo>
                    <a:pt x="5833" y="31441"/>
                    <a:pt x="6055" y="30693"/>
                    <a:pt x="6661" y="30397"/>
                  </a:cubicBezTo>
                  <a:cubicBezTo>
                    <a:pt x="7044" y="30211"/>
                    <a:pt x="7600" y="30143"/>
                    <a:pt x="7661" y="29723"/>
                  </a:cubicBezTo>
                  <a:cubicBezTo>
                    <a:pt x="7692" y="29513"/>
                    <a:pt x="7569" y="29322"/>
                    <a:pt x="7451" y="29149"/>
                  </a:cubicBezTo>
                  <a:cubicBezTo>
                    <a:pt x="7328" y="28982"/>
                    <a:pt x="7198" y="28797"/>
                    <a:pt x="7204" y="28593"/>
                  </a:cubicBezTo>
                  <a:cubicBezTo>
                    <a:pt x="7210" y="28389"/>
                    <a:pt x="7445" y="28185"/>
                    <a:pt x="7618" y="28284"/>
                  </a:cubicBezTo>
                  <a:cubicBezTo>
                    <a:pt x="8298" y="27549"/>
                    <a:pt x="8051" y="26208"/>
                    <a:pt x="7513" y="25362"/>
                  </a:cubicBezTo>
                  <a:cubicBezTo>
                    <a:pt x="6970" y="24509"/>
                    <a:pt x="6210" y="23774"/>
                    <a:pt x="5919" y="22810"/>
                  </a:cubicBezTo>
                  <a:cubicBezTo>
                    <a:pt x="5505" y="21395"/>
                    <a:pt x="6413" y="19721"/>
                    <a:pt x="7828" y="19313"/>
                  </a:cubicBezTo>
                  <a:cubicBezTo>
                    <a:pt x="8804" y="19029"/>
                    <a:pt x="10040" y="19196"/>
                    <a:pt x="10646" y="18393"/>
                  </a:cubicBezTo>
                  <a:cubicBezTo>
                    <a:pt x="11041" y="17874"/>
                    <a:pt x="10998" y="17157"/>
                    <a:pt x="10924" y="16514"/>
                  </a:cubicBezTo>
                  <a:cubicBezTo>
                    <a:pt x="10911" y="16323"/>
                    <a:pt x="11121" y="16039"/>
                    <a:pt x="11164" y="15853"/>
                  </a:cubicBezTo>
                  <a:cubicBezTo>
                    <a:pt x="10843" y="15909"/>
                    <a:pt x="10460" y="15890"/>
                    <a:pt x="10232" y="15656"/>
                  </a:cubicBezTo>
                  <a:cubicBezTo>
                    <a:pt x="9997" y="15421"/>
                    <a:pt x="10059" y="14921"/>
                    <a:pt x="10386" y="14859"/>
                  </a:cubicBezTo>
                  <a:cubicBezTo>
                    <a:pt x="10287" y="14686"/>
                    <a:pt x="10454" y="14488"/>
                    <a:pt x="10646" y="14439"/>
                  </a:cubicBezTo>
                  <a:cubicBezTo>
                    <a:pt x="10843" y="14395"/>
                    <a:pt x="11041" y="14432"/>
                    <a:pt x="11232" y="14383"/>
                  </a:cubicBezTo>
                  <a:cubicBezTo>
                    <a:pt x="11430" y="14340"/>
                    <a:pt x="11615" y="14136"/>
                    <a:pt x="11529" y="13963"/>
                  </a:cubicBezTo>
                  <a:cubicBezTo>
                    <a:pt x="11449" y="13802"/>
                    <a:pt x="11226" y="13790"/>
                    <a:pt x="11078" y="13691"/>
                  </a:cubicBezTo>
                  <a:cubicBezTo>
                    <a:pt x="10843" y="13518"/>
                    <a:pt x="10880" y="13147"/>
                    <a:pt x="10726" y="12894"/>
                  </a:cubicBezTo>
                  <a:cubicBezTo>
                    <a:pt x="10398" y="12357"/>
                    <a:pt x="9435" y="12585"/>
                    <a:pt x="9089" y="12060"/>
                  </a:cubicBezTo>
                  <a:cubicBezTo>
                    <a:pt x="8817" y="12054"/>
                    <a:pt x="8440" y="11850"/>
                    <a:pt x="8193" y="11745"/>
                  </a:cubicBezTo>
                  <a:cubicBezTo>
                    <a:pt x="7946" y="11640"/>
                    <a:pt x="7729" y="11405"/>
                    <a:pt x="7729" y="11146"/>
                  </a:cubicBezTo>
                  <a:cubicBezTo>
                    <a:pt x="7723" y="10818"/>
                    <a:pt x="8007" y="10559"/>
                    <a:pt x="8310" y="10466"/>
                  </a:cubicBezTo>
                  <a:cubicBezTo>
                    <a:pt x="8619" y="10361"/>
                    <a:pt x="8940" y="10386"/>
                    <a:pt x="9268" y="10361"/>
                  </a:cubicBezTo>
                  <a:cubicBezTo>
                    <a:pt x="9688" y="10330"/>
                    <a:pt x="10195" y="10133"/>
                    <a:pt x="10244" y="9706"/>
                  </a:cubicBezTo>
                  <a:cubicBezTo>
                    <a:pt x="10262" y="9601"/>
                    <a:pt x="10238" y="9484"/>
                    <a:pt x="10269" y="9373"/>
                  </a:cubicBezTo>
                  <a:cubicBezTo>
                    <a:pt x="10293" y="9268"/>
                    <a:pt x="10392" y="9169"/>
                    <a:pt x="10503" y="9187"/>
                  </a:cubicBezTo>
                  <a:cubicBezTo>
                    <a:pt x="10707" y="8526"/>
                    <a:pt x="11683" y="8168"/>
                    <a:pt x="12369" y="8026"/>
                  </a:cubicBezTo>
                  <a:cubicBezTo>
                    <a:pt x="13055" y="7878"/>
                    <a:pt x="13809" y="7791"/>
                    <a:pt x="14309" y="7315"/>
                  </a:cubicBezTo>
                  <a:cubicBezTo>
                    <a:pt x="14599" y="7025"/>
                    <a:pt x="14871" y="6592"/>
                    <a:pt x="15279" y="6642"/>
                  </a:cubicBezTo>
                  <a:cubicBezTo>
                    <a:pt x="15495" y="6673"/>
                    <a:pt x="15835" y="6518"/>
                    <a:pt x="16051" y="6469"/>
                  </a:cubicBezTo>
                  <a:cubicBezTo>
                    <a:pt x="16268" y="6419"/>
                    <a:pt x="16484" y="6296"/>
                    <a:pt x="16558" y="6086"/>
                  </a:cubicBezTo>
                  <a:cubicBezTo>
                    <a:pt x="16626" y="5876"/>
                    <a:pt x="16465" y="5604"/>
                    <a:pt x="16249" y="5629"/>
                  </a:cubicBezTo>
                  <a:cubicBezTo>
                    <a:pt x="16422" y="5585"/>
                    <a:pt x="16620" y="5530"/>
                    <a:pt x="16756" y="5406"/>
                  </a:cubicBezTo>
                  <a:cubicBezTo>
                    <a:pt x="16898" y="5283"/>
                    <a:pt x="16966" y="5060"/>
                    <a:pt x="16855" y="4906"/>
                  </a:cubicBezTo>
                  <a:cubicBezTo>
                    <a:pt x="16774" y="4788"/>
                    <a:pt x="16626" y="4751"/>
                    <a:pt x="16478" y="4721"/>
                  </a:cubicBezTo>
                  <a:lnTo>
                    <a:pt x="15668" y="4535"/>
                  </a:lnTo>
                  <a:cubicBezTo>
                    <a:pt x="15434" y="4480"/>
                    <a:pt x="15156" y="4387"/>
                    <a:pt x="15112" y="4146"/>
                  </a:cubicBezTo>
                  <a:cubicBezTo>
                    <a:pt x="15088" y="4010"/>
                    <a:pt x="15149" y="3868"/>
                    <a:pt x="15217" y="3751"/>
                  </a:cubicBezTo>
                  <a:cubicBezTo>
                    <a:pt x="15458" y="3337"/>
                    <a:pt x="15755" y="2960"/>
                    <a:pt x="16101" y="2626"/>
                  </a:cubicBezTo>
                  <a:cubicBezTo>
                    <a:pt x="17441" y="1323"/>
                    <a:pt x="19635" y="1150"/>
                    <a:pt x="21488" y="902"/>
                  </a:cubicBezTo>
                  <a:cubicBezTo>
                    <a:pt x="25065" y="427"/>
                    <a:pt x="28667" y="130"/>
                    <a:pt x="32281" y="25"/>
                  </a:cubicBezTo>
                  <a:cubicBezTo>
                    <a:pt x="32930" y="0"/>
                    <a:pt x="33733" y="87"/>
                    <a:pt x="33980" y="680"/>
                  </a:cubicBezTo>
                  <a:cubicBezTo>
                    <a:pt x="34147" y="1082"/>
                    <a:pt x="33962" y="1545"/>
                    <a:pt x="33721" y="1909"/>
                  </a:cubicBezTo>
                  <a:cubicBezTo>
                    <a:pt x="32967" y="3034"/>
                    <a:pt x="31558" y="3689"/>
                    <a:pt x="30212" y="3547"/>
                  </a:cubicBezTo>
                  <a:cubicBezTo>
                    <a:pt x="30032" y="3528"/>
                    <a:pt x="29724" y="3720"/>
                    <a:pt x="29705" y="3893"/>
                  </a:cubicBezTo>
                  <a:cubicBezTo>
                    <a:pt x="29693" y="4072"/>
                    <a:pt x="29767" y="4232"/>
                    <a:pt x="29798" y="4412"/>
                  </a:cubicBezTo>
                  <a:cubicBezTo>
                    <a:pt x="29853" y="4770"/>
                    <a:pt x="29674" y="5128"/>
                    <a:pt x="29513" y="5462"/>
                  </a:cubicBezTo>
                  <a:cubicBezTo>
                    <a:pt x="29303" y="5894"/>
                    <a:pt x="29112" y="6376"/>
                    <a:pt x="29242" y="6833"/>
                  </a:cubicBezTo>
                  <a:cubicBezTo>
                    <a:pt x="29384" y="7328"/>
                    <a:pt x="29878" y="7717"/>
                    <a:pt x="29853" y="8223"/>
                  </a:cubicBezTo>
                  <a:cubicBezTo>
                    <a:pt x="29829" y="8755"/>
                    <a:pt x="29266" y="9095"/>
                    <a:pt x="28747" y="9206"/>
                  </a:cubicBezTo>
                  <a:cubicBezTo>
                    <a:pt x="28587" y="9187"/>
                    <a:pt x="28432" y="9521"/>
                    <a:pt x="28494" y="9669"/>
                  </a:cubicBezTo>
                  <a:cubicBezTo>
                    <a:pt x="28556" y="9817"/>
                    <a:pt x="28710" y="9898"/>
                    <a:pt x="28852" y="9984"/>
                  </a:cubicBezTo>
                  <a:cubicBezTo>
                    <a:pt x="28988" y="10071"/>
                    <a:pt x="29137" y="10176"/>
                    <a:pt x="29167" y="10330"/>
                  </a:cubicBezTo>
                  <a:cubicBezTo>
                    <a:pt x="29223" y="10621"/>
                    <a:pt x="28908" y="10812"/>
                    <a:pt x="28636" y="10917"/>
                  </a:cubicBezTo>
                  <a:cubicBezTo>
                    <a:pt x="28111" y="11127"/>
                    <a:pt x="27586" y="11343"/>
                    <a:pt x="27061" y="11553"/>
                  </a:cubicBezTo>
                  <a:cubicBezTo>
                    <a:pt x="26455" y="11794"/>
                    <a:pt x="25856" y="12042"/>
                    <a:pt x="25232" y="12196"/>
                  </a:cubicBezTo>
                  <a:cubicBezTo>
                    <a:pt x="25022" y="12239"/>
                    <a:pt x="24812" y="12289"/>
                    <a:pt x="24639" y="12412"/>
                  </a:cubicBezTo>
                  <a:cubicBezTo>
                    <a:pt x="24472" y="12536"/>
                    <a:pt x="24355" y="12764"/>
                    <a:pt x="24441" y="12956"/>
                  </a:cubicBezTo>
                  <a:cubicBezTo>
                    <a:pt x="24639" y="13419"/>
                    <a:pt x="25559" y="13129"/>
                    <a:pt x="25708" y="13605"/>
                  </a:cubicBezTo>
                  <a:cubicBezTo>
                    <a:pt x="25776" y="13833"/>
                    <a:pt x="25609" y="14037"/>
                    <a:pt x="25522" y="14266"/>
                  </a:cubicBezTo>
                  <a:cubicBezTo>
                    <a:pt x="25442" y="14482"/>
                    <a:pt x="25566" y="14822"/>
                    <a:pt x="25794" y="14748"/>
                  </a:cubicBezTo>
                  <a:cubicBezTo>
                    <a:pt x="26054" y="14921"/>
                    <a:pt x="26115" y="15470"/>
                    <a:pt x="25887" y="15687"/>
                  </a:cubicBezTo>
                  <a:cubicBezTo>
                    <a:pt x="25652" y="15903"/>
                    <a:pt x="25325" y="15946"/>
                    <a:pt x="25003" y="15946"/>
                  </a:cubicBezTo>
                  <a:cubicBezTo>
                    <a:pt x="24688" y="15946"/>
                    <a:pt x="24367" y="15915"/>
                    <a:pt x="24071" y="16014"/>
                  </a:cubicBezTo>
                  <a:cubicBezTo>
                    <a:pt x="23552" y="16193"/>
                    <a:pt x="23236" y="16718"/>
                    <a:pt x="23113" y="17250"/>
                  </a:cubicBezTo>
                  <a:cubicBezTo>
                    <a:pt x="22989" y="17787"/>
                    <a:pt x="23020" y="18331"/>
                    <a:pt x="22952" y="18875"/>
                  </a:cubicBezTo>
                  <a:cubicBezTo>
                    <a:pt x="22897" y="19307"/>
                    <a:pt x="22761" y="19764"/>
                    <a:pt x="22396" y="20011"/>
                  </a:cubicBezTo>
                  <a:cubicBezTo>
                    <a:pt x="22217" y="20122"/>
                    <a:pt x="22007" y="20178"/>
                    <a:pt x="21809" y="20228"/>
                  </a:cubicBezTo>
                  <a:cubicBezTo>
                    <a:pt x="20450" y="20536"/>
                    <a:pt x="19017" y="20580"/>
                    <a:pt x="17645" y="20363"/>
                  </a:cubicBezTo>
                  <a:cubicBezTo>
                    <a:pt x="17491" y="20425"/>
                    <a:pt x="17380" y="20604"/>
                    <a:pt x="17441" y="20753"/>
                  </a:cubicBezTo>
                  <a:cubicBezTo>
                    <a:pt x="17806" y="20765"/>
                    <a:pt x="18275" y="20864"/>
                    <a:pt x="18331" y="21228"/>
                  </a:cubicBezTo>
                  <a:cubicBezTo>
                    <a:pt x="18356" y="21389"/>
                    <a:pt x="18275" y="21543"/>
                    <a:pt x="18208" y="21692"/>
                  </a:cubicBezTo>
                  <a:cubicBezTo>
                    <a:pt x="17929" y="22254"/>
                    <a:pt x="17645" y="22828"/>
                    <a:pt x="17367" y="23391"/>
                  </a:cubicBezTo>
                  <a:cubicBezTo>
                    <a:pt x="17287" y="23551"/>
                    <a:pt x="17207" y="23724"/>
                    <a:pt x="17058" y="23829"/>
                  </a:cubicBezTo>
                  <a:cubicBezTo>
                    <a:pt x="16817" y="24009"/>
                    <a:pt x="16484" y="23978"/>
                    <a:pt x="16175" y="23971"/>
                  </a:cubicBezTo>
                  <a:cubicBezTo>
                    <a:pt x="15489" y="23965"/>
                    <a:pt x="14810" y="24163"/>
                    <a:pt x="14155" y="24354"/>
                  </a:cubicBezTo>
                  <a:lnTo>
                    <a:pt x="12740" y="24775"/>
                  </a:lnTo>
                  <a:cubicBezTo>
                    <a:pt x="12542" y="24836"/>
                    <a:pt x="12623" y="25114"/>
                    <a:pt x="12802" y="25219"/>
                  </a:cubicBezTo>
                  <a:cubicBezTo>
                    <a:pt x="12981" y="25331"/>
                    <a:pt x="13203" y="25324"/>
                    <a:pt x="13419" y="25343"/>
                  </a:cubicBezTo>
                  <a:cubicBezTo>
                    <a:pt x="13630" y="25368"/>
                    <a:pt x="13858" y="25429"/>
                    <a:pt x="13963" y="25615"/>
                  </a:cubicBezTo>
                  <a:cubicBezTo>
                    <a:pt x="14043" y="25769"/>
                    <a:pt x="14013" y="25961"/>
                    <a:pt x="13976" y="26140"/>
                  </a:cubicBezTo>
                  <a:cubicBezTo>
                    <a:pt x="13790" y="27054"/>
                    <a:pt x="13599" y="27956"/>
                    <a:pt x="13413" y="28864"/>
                  </a:cubicBezTo>
                  <a:cubicBezTo>
                    <a:pt x="13364" y="29075"/>
                    <a:pt x="13321" y="29297"/>
                    <a:pt x="13179" y="29464"/>
                  </a:cubicBezTo>
                  <a:cubicBezTo>
                    <a:pt x="12777" y="29915"/>
                    <a:pt x="11955" y="29631"/>
                    <a:pt x="11492" y="30026"/>
                  </a:cubicBezTo>
                  <a:cubicBezTo>
                    <a:pt x="11220" y="30255"/>
                    <a:pt x="11158" y="30644"/>
                    <a:pt x="10917" y="30903"/>
                  </a:cubicBezTo>
                  <a:cubicBezTo>
                    <a:pt x="10195" y="31694"/>
                    <a:pt x="8619" y="30699"/>
                    <a:pt x="7896" y="31484"/>
                  </a:cubicBezTo>
                  <a:cubicBezTo>
                    <a:pt x="8137" y="31842"/>
                    <a:pt x="7872" y="32584"/>
                    <a:pt x="7575" y="32899"/>
                  </a:cubicBezTo>
                  <a:cubicBezTo>
                    <a:pt x="7371" y="33115"/>
                    <a:pt x="7087" y="33232"/>
                    <a:pt x="6871" y="33430"/>
                  </a:cubicBezTo>
                  <a:cubicBezTo>
                    <a:pt x="6531" y="33745"/>
                    <a:pt x="6413" y="34283"/>
                    <a:pt x="6586" y="34703"/>
                  </a:cubicBezTo>
                  <a:cubicBezTo>
                    <a:pt x="5190" y="35796"/>
                    <a:pt x="3324" y="36272"/>
                    <a:pt x="1576" y="36000"/>
                  </a:cubicBezTo>
                  <a:cubicBezTo>
                    <a:pt x="964" y="35926"/>
                    <a:pt x="316" y="35611"/>
                    <a:pt x="192" y="35036"/>
                  </a:cubicBez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6"/>
            <p:cNvSpPr/>
            <p:nvPr/>
          </p:nvSpPr>
          <p:spPr>
            <a:xfrm flipH="1">
              <a:off x="6737424" y="4308683"/>
              <a:ext cx="564738" cy="166277"/>
            </a:xfrm>
            <a:custGeom>
              <a:avLst/>
              <a:gdLst/>
              <a:ahLst/>
              <a:cxnLst/>
              <a:rect l="l" t="t" r="r" b="b"/>
              <a:pathLst>
                <a:path w="8335" h="2454" extrusionOk="0">
                  <a:moveTo>
                    <a:pt x="1" y="2336"/>
                  </a:moveTo>
                  <a:lnTo>
                    <a:pt x="1483" y="1156"/>
                  </a:lnTo>
                  <a:lnTo>
                    <a:pt x="1990" y="186"/>
                  </a:lnTo>
                  <a:lnTo>
                    <a:pt x="4616" y="1"/>
                  </a:lnTo>
                  <a:lnTo>
                    <a:pt x="6296" y="211"/>
                  </a:lnTo>
                  <a:lnTo>
                    <a:pt x="7297" y="359"/>
                  </a:lnTo>
                  <a:lnTo>
                    <a:pt x="8335" y="2188"/>
                  </a:lnTo>
                  <a:lnTo>
                    <a:pt x="6488" y="2453"/>
                  </a:lnTo>
                  <a:lnTo>
                    <a:pt x="2577" y="24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6"/>
            <p:cNvSpPr/>
            <p:nvPr/>
          </p:nvSpPr>
          <p:spPr>
            <a:xfrm flipH="1">
              <a:off x="6737424" y="4343848"/>
              <a:ext cx="564738" cy="131111"/>
            </a:xfrm>
            <a:custGeom>
              <a:avLst/>
              <a:gdLst/>
              <a:ahLst/>
              <a:cxnLst/>
              <a:rect l="l" t="t" r="r" b="b"/>
              <a:pathLst>
                <a:path w="8335" h="1935" extrusionOk="0">
                  <a:moveTo>
                    <a:pt x="6364" y="93"/>
                  </a:moveTo>
                  <a:lnTo>
                    <a:pt x="5332" y="495"/>
                  </a:lnTo>
                  <a:lnTo>
                    <a:pt x="4844" y="915"/>
                  </a:lnTo>
                  <a:lnTo>
                    <a:pt x="4647" y="1718"/>
                  </a:lnTo>
                  <a:lnTo>
                    <a:pt x="4276" y="798"/>
                  </a:lnTo>
                  <a:lnTo>
                    <a:pt x="3498" y="495"/>
                  </a:lnTo>
                  <a:lnTo>
                    <a:pt x="2935" y="303"/>
                  </a:lnTo>
                  <a:lnTo>
                    <a:pt x="2373" y="1"/>
                  </a:lnTo>
                  <a:lnTo>
                    <a:pt x="1799" y="38"/>
                  </a:lnTo>
                  <a:lnTo>
                    <a:pt x="1483" y="637"/>
                  </a:lnTo>
                  <a:lnTo>
                    <a:pt x="1" y="1817"/>
                  </a:lnTo>
                  <a:lnTo>
                    <a:pt x="2577" y="1934"/>
                  </a:lnTo>
                  <a:lnTo>
                    <a:pt x="6488" y="1934"/>
                  </a:lnTo>
                  <a:lnTo>
                    <a:pt x="8335" y="1669"/>
                  </a:lnTo>
                  <a:lnTo>
                    <a:pt x="7489" y="17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6"/>
            <p:cNvSpPr/>
            <p:nvPr/>
          </p:nvSpPr>
          <p:spPr>
            <a:xfrm flipH="1">
              <a:off x="5226260" y="3580303"/>
              <a:ext cx="674840" cy="1012297"/>
            </a:xfrm>
            <a:custGeom>
              <a:avLst/>
              <a:gdLst/>
              <a:ahLst/>
              <a:cxnLst/>
              <a:rect l="l" t="t" r="r" b="b"/>
              <a:pathLst>
                <a:path w="9960" h="14940" extrusionOk="0">
                  <a:moveTo>
                    <a:pt x="1292" y="13481"/>
                  </a:moveTo>
                  <a:cubicBezTo>
                    <a:pt x="267" y="12820"/>
                    <a:pt x="1" y="12165"/>
                    <a:pt x="1" y="11646"/>
                  </a:cubicBezTo>
                  <a:cubicBezTo>
                    <a:pt x="1" y="11127"/>
                    <a:pt x="143" y="10948"/>
                    <a:pt x="520" y="10429"/>
                  </a:cubicBezTo>
                  <a:cubicBezTo>
                    <a:pt x="897" y="9910"/>
                    <a:pt x="1224" y="9113"/>
                    <a:pt x="1224" y="9113"/>
                  </a:cubicBezTo>
                  <a:lnTo>
                    <a:pt x="1039" y="7705"/>
                  </a:lnTo>
                  <a:lnTo>
                    <a:pt x="1650" y="6716"/>
                  </a:lnTo>
                  <a:cubicBezTo>
                    <a:pt x="1650" y="6716"/>
                    <a:pt x="1465" y="7322"/>
                    <a:pt x="1650" y="7705"/>
                  </a:cubicBezTo>
                  <a:cubicBezTo>
                    <a:pt x="1836" y="8082"/>
                    <a:pt x="1663" y="8922"/>
                    <a:pt x="2256" y="9163"/>
                  </a:cubicBezTo>
                  <a:cubicBezTo>
                    <a:pt x="2861" y="9404"/>
                    <a:pt x="3856" y="9348"/>
                    <a:pt x="3905" y="8459"/>
                  </a:cubicBezTo>
                  <a:cubicBezTo>
                    <a:pt x="3949" y="7563"/>
                    <a:pt x="3905" y="7241"/>
                    <a:pt x="3572" y="6253"/>
                  </a:cubicBezTo>
                  <a:cubicBezTo>
                    <a:pt x="3238" y="5264"/>
                    <a:pt x="3430" y="4986"/>
                    <a:pt x="3664" y="4375"/>
                  </a:cubicBezTo>
                  <a:cubicBezTo>
                    <a:pt x="3893" y="3763"/>
                    <a:pt x="4091" y="2589"/>
                    <a:pt x="4091" y="2589"/>
                  </a:cubicBezTo>
                  <a:lnTo>
                    <a:pt x="3522" y="1"/>
                  </a:lnTo>
                  <a:lnTo>
                    <a:pt x="4560" y="1558"/>
                  </a:lnTo>
                  <a:lnTo>
                    <a:pt x="5123" y="3485"/>
                  </a:lnTo>
                  <a:cubicBezTo>
                    <a:pt x="5123" y="3485"/>
                    <a:pt x="4511" y="4752"/>
                    <a:pt x="4894" y="5271"/>
                  </a:cubicBezTo>
                  <a:cubicBezTo>
                    <a:pt x="5271" y="5790"/>
                    <a:pt x="5456" y="6537"/>
                    <a:pt x="5882" y="5790"/>
                  </a:cubicBezTo>
                  <a:cubicBezTo>
                    <a:pt x="6303" y="5036"/>
                    <a:pt x="6111" y="3813"/>
                    <a:pt x="6111" y="3813"/>
                  </a:cubicBezTo>
                  <a:cubicBezTo>
                    <a:pt x="6111" y="3813"/>
                    <a:pt x="6537" y="3905"/>
                    <a:pt x="6673" y="4467"/>
                  </a:cubicBezTo>
                  <a:cubicBezTo>
                    <a:pt x="6815" y="5030"/>
                    <a:pt x="7192" y="5215"/>
                    <a:pt x="6766" y="6068"/>
                  </a:cubicBezTo>
                  <a:cubicBezTo>
                    <a:pt x="6346" y="6914"/>
                    <a:pt x="6018" y="7192"/>
                    <a:pt x="6068" y="7940"/>
                  </a:cubicBezTo>
                  <a:cubicBezTo>
                    <a:pt x="6111" y="8693"/>
                    <a:pt x="5975" y="9632"/>
                    <a:pt x="6766" y="9682"/>
                  </a:cubicBezTo>
                  <a:cubicBezTo>
                    <a:pt x="7563" y="9725"/>
                    <a:pt x="7804" y="8829"/>
                    <a:pt x="7804" y="8829"/>
                  </a:cubicBezTo>
                  <a:cubicBezTo>
                    <a:pt x="7804" y="8829"/>
                    <a:pt x="7254" y="8113"/>
                    <a:pt x="7501" y="7489"/>
                  </a:cubicBezTo>
                  <a:cubicBezTo>
                    <a:pt x="7748" y="6858"/>
                    <a:pt x="8218" y="5586"/>
                    <a:pt x="8218" y="5586"/>
                  </a:cubicBezTo>
                  <a:cubicBezTo>
                    <a:pt x="8218" y="5586"/>
                    <a:pt x="8175" y="4319"/>
                    <a:pt x="8218" y="4461"/>
                  </a:cubicBezTo>
                  <a:cubicBezTo>
                    <a:pt x="8267" y="4597"/>
                    <a:pt x="8693" y="5586"/>
                    <a:pt x="8693" y="5586"/>
                  </a:cubicBezTo>
                  <a:cubicBezTo>
                    <a:pt x="8693" y="5586"/>
                    <a:pt x="8267" y="6531"/>
                    <a:pt x="8360" y="7229"/>
                  </a:cubicBezTo>
                  <a:cubicBezTo>
                    <a:pt x="8453" y="7933"/>
                    <a:pt x="8496" y="8218"/>
                    <a:pt x="9015" y="8452"/>
                  </a:cubicBezTo>
                  <a:cubicBezTo>
                    <a:pt x="9534" y="8681"/>
                    <a:pt x="9762" y="8545"/>
                    <a:pt x="9867" y="9534"/>
                  </a:cubicBezTo>
                  <a:cubicBezTo>
                    <a:pt x="9960" y="10522"/>
                    <a:pt x="9960" y="11492"/>
                    <a:pt x="9348" y="12215"/>
                  </a:cubicBezTo>
                  <a:cubicBezTo>
                    <a:pt x="8737" y="12931"/>
                    <a:pt x="7748" y="13525"/>
                    <a:pt x="7044" y="13858"/>
                  </a:cubicBezTo>
                  <a:cubicBezTo>
                    <a:pt x="6352" y="14179"/>
                    <a:pt x="3566" y="14939"/>
                    <a:pt x="1292" y="1348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6"/>
            <p:cNvSpPr/>
            <p:nvPr/>
          </p:nvSpPr>
          <p:spPr>
            <a:xfrm flipH="1">
              <a:off x="9149808" y="4059204"/>
              <a:ext cx="157463" cy="339126"/>
            </a:xfrm>
            <a:custGeom>
              <a:avLst/>
              <a:gdLst/>
              <a:ahLst/>
              <a:cxnLst/>
              <a:rect l="l" t="t" r="r" b="b"/>
              <a:pathLst>
                <a:path w="2324" h="5005" extrusionOk="0">
                  <a:moveTo>
                    <a:pt x="1" y="0"/>
                  </a:moveTo>
                  <a:lnTo>
                    <a:pt x="2324" y="0"/>
                  </a:lnTo>
                  <a:lnTo>
                    <a:pt x="2324" y="5005"/>
                  </a:lnTo>
                  <a:lnTo>
                    <a:pt x="1" y="50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6"/>
            <p:cNvSpPr/>
            <p:nvPr/>
          </p:nvSpPr>
          <p:spPr>
            <a:xfrm flipH="1">
              <a:off x="9112542" y="4059204"/>
              <a:ext cx="157869" cy="339126"/>
            </a:xfrm>
            <a:custGeom>
              <a:avLst/>
              <a:gdLst/>
              <a:ahLst/>
              <a:cxnLst/>
              <a:rect l="l" t="t" r="r" b="b"/>
              <a:pathLst>
                <a:path w="2330" h="5005" extrusionOk="0">
                  <a:moveTo>
                    <a:pt x="0" y="0"/>
                  </a:moveTo>
                  <a:lnTo>
                    <a:pt x="2329" y="0"/>
                  </a:lnTo>
                  <a:lnTo>
                    <a:pt x="2329" y="5005"/>
                  </a:lnTo>
                  <a:lnTo>
                    <a:pt x="0" y="50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6"/>
            <p:cNvSpPr/>
            <p:nvPr/>
          </p:nvSpPr>
          <p:spPr>
            <a:xfrm flipH="1">
              <a:off x="8724502" y="4059204"/>
              <a:ext cx="157463" cy="339126"/>
            </a:xfrm>
            <a:custGeom>
              <a:avLst/>
              <a:gdLst/>
              <a:ahLst/>
              <a:cxnLst/>
              <a:rect l="l" t="t" r="r" b="b"/>
              <a:pathLst>
                <a:path w="2324" h="5005" extrusionOk="0">
                  <a:moveTo>
                    <a:pt x="1" y="0"/>
                  </a:moveTo>
                  <a:lnTo>
                    <a:pt x="2324" y="0"/>
                  </a:lnTo>
                  <a:lnTo>
                    <a:pt x="2324" y="5005"/>
                  </a:lnTo>
                  <a:lnTo>
                    <a:pt x="1" y="50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6"/>
            <p:cNvSpPr/>
            <p:nvPr/>
          </p:nvSpPr>
          <p:spPr>
            <a:xfrm flipH="1">
              <a:off x="8687236" y="4059204"/>
              <a:ext cx="157463" cy="339126"/>
            </a:xfrm>
            <a:custGeom>
              <a:avLst/>
              <a:gdLst/>
              <a:ahLst/>
              <a:cxnLst/>
              <a:rect l="l" t="t" r="r" b="b"/>
              <a:pathLst>
                <a:path w="2324" h="5005" extrusionOk="0">
                  <a:moveTo>
                    <a:pt x="0" y="0"/>
                  </a:moveTo>
                  <a:lnTo>
                    <a:pt x="2323" y="0"/>
                  </a:lnTo>
                  <a:lnTo>
                    <a:pt x="2323" y="5005"/>
                  </a:lnTo>
                  <a:lnTo>
                    <a:pt x="0" y="50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6"/>
            <p:cNvSpPr/>
            <p:nvPr/>
          </p:nvSpPr>
          <p:spPr>
            <a:xfrm flipH="1">
              <a:off x="8636635" y="4332940"/>
              <a:ext cx="898364" cy="160856"/>
            </a:xfrm>
            <a:custGeom>
              <a:avLst/>
              <a:gdLst/>
              <a:ahLst/>
              <a:cxnLst/>
              <a:rect l="l" t="t" r="r" b="b"/>
              <a:pathLst>
                <a:path w="13259" h="2374" extrusionOk="0">
                  <a:moveTo>
                    <a:pt x="12691" y="1"/>
                  </a:moveTo>
                  <a:lnTo>
                    <a:pt x="964" y="1"/>
                  </a:lnTo>
                  <a:lnTo>
                    <a:pt x="1" y="2373"/>
                  </a:lnTo>
                  <a:lnTo>
                    <a:pt x="13259" y="237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6"/>
            <p:cNvSpPr/>
            <p:nvPr/>
          </p:nvSpPr>
          <p:spPr>
            <a:xfrm flipH="1">
              <a:off x="8508915" y="4332940"/>
              <a:ext cx="898364" cy="160856"/>
            </a:xfrm>
            <a:custGeom>
              <a:avLst/>
              <a:gdLst/>
              <a:ahLst/>
              <a:cxnLst/>
              <a:rect l="l" t="t" r="r" b="b"/>
              <a:pathLst>
                <a:path w="13259" h="2374" extrusionOk="0">
                  <a:moveTo>
                    <a:pt x="12690" y="1"/>
                  </a:moveTo>
                  <a:lnTo>
                    <a:pt x="964" y="1"/>
                  </a:lnTo>
                  <a:lnTo>
                    <a:pt x="0" y="2373"/>
                  </a:lnTo>
                  <a:lnTo>
                    <a:pt x="13258" y="237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6"/>
            <p:cNvSpPr/>
            <p:nvPr/>
          </p:nvSpPr>
          <p:spPr>
            <a:xfrm flipH="1">
              <a:off x="8636635" y="3952014"/>
              <a:ext cx="898364" cy="160856"/>
            </a:xfrm>
            <a:custGeom>
              <a:avLst/>
              <a:gdLst/>
              <a:ahLst/>
              <a:cxnLst/>
              <a:rect l="l" t="t" r="r" b="b"/>
              <a:pathLst>
                <a:path w="13259" h="2374" extrusionOk="0">
                  <a:moveTo>
                    <a:pt x="12691" y="2373"/>
                  </a:moveTo>
                  <a:lnTo>
                    <a:pt x="964" y="2373"/>
                  </a:lnTo>
                  <a:lnTo>
                    <a:pt x="1" y="1"/>
                  </a:lnTo>
                  <a:lnTo>
                    <a:pt x="132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6"/>
            <p:cNvSpPr/>
            <p:nvPr/>
          </p:nvSpPr>
          <p:spPr>
            <a:xfrm flipH="1">
              <a:off x="8508915" y="3952014"/>
              <a:ext cx="898364" cy="160856"/>
            </a:xfrm>
            <a:custGeom>
              <a:avLst/>
              <a:gdLst/>
              <a:ahLst/>
              <a:cxnLst/>
              <a:rect l="l" t="t" r="r" b="b"/>
              <a:pathLst>
                <a:path w="13259" h="2374" extrusionOk="0">
                  <a:moveTo>
                    <a:pt x="12690" y="2373"/>
                  </a:moveTo>
                  <a:lnTo>
                    <a:pt x="964" y="2373"/>
                  </a:lnTo>
                  <a:lnTo>
                    <a:pt x="0" y="1"/>
                  </a:lnTo>
                  <a:lnTo>
                    <a:pt x="132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6"/>
            <p:cNvSpPr/>
            <p:nvPr/>
          </p:nvSpPr>
          <p:spPr>
            <a:xfrm flipH="1">
              <a:off x="8508917" y="3952014"/>
              <a:ext cx="1026082" cy="86323"/>
            </a:xfrm>
            <a:custGeom>
              <a:avLst/>
              <a:gdLst/>
              <a:ahLst/>
              <a:cxnLst/>
              <a:rect l="l" t="t" r="r" b="b"/>
              <a:pathLst>
                <a:path w="15144" h="1274" extrusionOk="0">
                  <a:moveTo>
                    <a:pt x="1" y="1"/>
                  </a:moveTo>
                  <a:lnTo>
                    <a:pt x="520" y="1274"/>
                  </a:lnTo>
                  <a:lnTo>
                    <a:pt x="14847" y="1274"/>
                  </a:lnTo>
                  <a:lnTo>
                    <a:pt x="15143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6"/>
            <p:cNvSpPr/>
            <p:nvPr/>
          </p:nvSpPr>
          <p:spPr>
            <a:xfrm flipH="1">
              <a:off x="8781832" y="4268097"/>
              <a:ext cx="625446" cy="225700"/>
            </a:xfrm>
            <a:custGeom>
              <a:avLst/>
              <a:gdLst/>
              <a:ahLst/>
              <a:cxnLst/>
              <a:rect l="l" t="t" r="r" b="b"/>
              <a:pathLst>
                <a:path w="9231" h="3331" extrusionOk="0">
                  <a:moveTo>
                    <a:pt x="8563" y="1922"/>
                  </a:moveTo>
                  <a:lnTo>
                    <a:pt x="8513" y="1798"/>
                  </a:lnTo>
                  <a:lnTo>
                    <a:pt x="8112" y="958"/>
                  </a:lnTo>
                  <a:lnTo>
                    <a:pt x="4349" y="958"/>
                  </a:lnTo>
                  <a:lnTo>
                    <a:pt x="4349" y="155"/>
                  </a:lnTo>
                  <a:lnTo>
                    <a:pt x="2026" y="0"/>
                  </a:lnTo>
                  <a:lnTo>
                    <a:pt x="2026" y="958"/>
                  </a:lnTo>
                  <a:lnTo>
                    <a:pt x="964" y="958"/>
                  </a:lnTo>
                  <a:lnTo>
                    <a:pt x="0" y="3330"/>
                  </a:lnTo>
                  <a:lnTo>
                    <a:pt x="9230" y="333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6"/>
            <p:cNvSpPr/>
            <p:nvPr/>
          </p:nvSpPr>
          <p:spPr>
            <a:xfrm flipH="1">
              <a:off x="8512475" y="4244247"/>
              <a:ext cx="337081" cy="248670"/>
            </a:xfrm>
            <a:custGeom>
              <a:avLst/>
              <a:gdLst/>
              <a:ahLst/>
              <a:cxnLst/>
              <a:rect l="l" t="t" r="r" b="b"/>
              <a:pathLst>
                <a:path w="4975" h="3670" extrusionOk="0">
                  <a:moveTo>
                    <a:pt x="4412" y="1310"/>
                  </a:moveTo>
                  <a:lnTo>
                    <a:pt x="2348" y="1310"/>
                  </a:lnTo>
                  <a:lnTo>
                    <a:pt x="2348" y="0"/>
                  </a:lnTo>
                  <a:cubicBezTo>
                    <a:pt x="1453" y="303"/>
                    <a:pt x="1" y="803"/>
                    <a:pt x="32" y="896"/>
                  </a:cubicBezTo>
                  <a:cubicBezTo>
                    <a:pt x="38" y="927"/>
                    <a:pt x="93" y="1075"/>
                    <a:pt x="180" y="1298"/>
                  </a:cubicBezTo>
                  <a:lnTo>
                    <a:pt x="180" y="1298"/>
                  </a:lnTo>
                  <a:lnTo>
                    <a:pt x="180" y="1310"/>
                  </a:lnTo>
                  <a:cubicBezTo>
                    <a:pt x="217" y="1409"/>
                    <a:pt x="254" y="1526"/>
                    <a:pt x="303" y="1656"/>
                  </a:cubicBezTo>
                  <a:cubicBezTo>
                    <a:pt x="310" y="1668"/>
                    <a:pt x="316" y="1693"/>
                    <a:pt x="328" y="1712"/>
                  </a:cubicBezTo>
                  <a:cubicBezTo>
                    <a:pt x="359" y="1786"/>
                    <a:pt x="378" y="1866"/>
                    <a:pt x="408" y="1940"/>
                  </a:cubicBezTo>
                  <a:cubicBezTo>
                    <a:pt x="408" y="1946"/>
                    <a:pt x="421" y="1959"/>
                    <a:pt x="421" y="1959"/>
                  </a:cubicBezTo>
                  <a:cubicBezTo>
                    <a:pt x="458" y="2057"/>
                    <a:pt x="489" y="2156"/>
                    <a:pt x="526" y="2268"/>
                  </a:cubicBezTo>
                  <a:lnTo>
                    <a:pt x="526" y="2268"/>
                  </a:lnTo>
                  <a:cubicBezTo>
                    <a:pt x="699" y="2737"/>
                    <a:pt x="890" y="3256"/>
                    <a:pt x="1039" y="3670"/>
                  </a:cubicBezTo>
                  <a:lnTo>
                    <a:pt x="4974" y="367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6"/>
            <p:cNvSpPr/>
            <p:nvPr/>
          </p:nvSpPr>
          <p:spPr>
            <a:xfrm flipH="1">
              <a:off x="7937108" y="4059204"/>
              <a:ext cx="157463" cy="339126"/>
            </a:xfrm>
            <a:custGeom>
              <a:avLst/>
              <a:gdLst/>
              <a:ahLst/>
              <a:cxnLst/>
              <a:rect l="l" t="t" r="r" b="b"/>
              <a:pathLst>
                <a:path w="2324" h="5005" extrusionOk="0">
                  <a:moveTo>
                    <a:pt x="1" y="0"/>
                  </a:moveTo>
                  <a:lnTo>
                    <a:pt x="2324" y="0"/>
                  </a:lnTo>
                  <a:lnTo>
                    <a:pt x="2324" y="5005"/>
                  </a:lnTo>
                  <a:lnTo>
                    <a:pt x="1" y="50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6"/>
            <p:cNvSpPr/>
            <p:nvPr/>
          </p:nvSpPr>
          <p:spPr>
            <a:xfrm flipH="1">
              <a:off x="7899842" y="4059204"/>
              <a:ext cx="157463" cy="339126"/>
            </a:xfrm>
            <a:custGeom>
              <a:avLst/>
              <a:gdLst/>
              <a:ahLst/>
              <a:cxnLst/>
              <a:rect l="l" t="t" r="r" b="b"/>
              <a:pathLst>
                <a:path w="2324" h="5005" extrusionOk="0">
                  <a:moveTo>
                    <a:pt x="0" y="0"/>
                  </a:moveTo>
                  <a:lnTo>
                    <a:pt x="2323" y="0"/>
                  </a:lnTo>
                  <a:lnTo>
                    <a:pt x="2323" y="5005"/>
                  </a:lnTo>
                  <a:lnTo>
                    <a:pt x="0" y="50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6"/>
            <p:cNvSpPr/>
            <p:nvPr/>
          </p:nvSpPr>
          <p:spPr>
            <a:xfrm flipH="1">
              <a:off x="7511396" y="4059204"/>
              <a:ext cx="157463" cy="339126"/>
            </a:xfrm>
            <a:custGeom>
              <a:avLst/>
              <a:gdLst/>
              <a:ahLst/>
              <a:cxnLst/>
              <a:rect l="l" t="t" r="r" b="b"/>
              <a:pathLst>
                <a:path w="2324" h="5005" extrusionOk="0">
                  <a:moveTo>
                    <a:pt x="1" y="0"/>
                  </a:moveTo>
                  <a:lnTo>
                    <a:pt x="2324" y="0"/>
                  </a:lnTo>
                  <a:lnTo>
                    <a:pt x="2324" y="5005"/>
                  </a:lnTo>
                  <a:lnTo>
                    <a:pt x="1" y="50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6"/>
            <p:cNvSpPr/>
            <p:nvPr/>
          </p:nvSpPr>
          <p:spPr>
            <a:xfrm flipH="1">
              <a:off x="7474130" y="4059204"/>
              <a:ext cx="157869" cy="339126"/>
            </a:xfrm>
            <a:custGeom>
              <a:avLst/>
              <a:gdLst/>
              <a:ahLst/>
              <a:cxnLst/>
              <a:rect l="l" t="t" r="r" b="b"/>
              <a:pathLst>
                <a:path w="2330" h="5005" extrusionOk="0">
                  <a:moveTo>
                    <a:pt x="0" y="0"/>
                  </a:moveTo>
                  <a:lnTo>
                    <a:pt x="2330" y="0"/>
                  </a:lnTo>
                  <a:lnTo>
                    <a:pt x="2330" y="5005"/>
                  </a:lnTo>
                  <a:lnTo>
                    <a:pt x="0" y="50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6"/>
            <p:cNvSpPr/>
            <p:nvPr/>
          </p:nvSpPr>
          <p:spPr>
            <a:xfrm flipH="1">
              <a:off x="7423461" y="4332940"/>
              <a:ext cx="898431" cy="160856"/>
            </a:xfrm>
            <a:custGeom>
              <a:avLst/>
              <a:gdLst/>
              <a:ahLst/>
              <a:cxnLst/>
              <a:rect l="l" t="t" r="r" b="b"/>
              <a:pathLst>
                <a:path w="13260" h="2374" extrusionOk="0">
                  <a:moveTo>
                    <a:pt x="12685" y="1"/>
                  </a:moveTo>
                  <a:lnTo>
                    <a:pt x="965" y="1"/>
                  </a:lnTo>
                  <a:lnTo>
                    <a:pt x="1" y="2373"/>
                  </a:lnTo>
                  <a:lnTo>
                    <a:pt x="13259" y="237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6"/>
            <p:cNvSpPr/>
            <p:nvPr/>
          </p:nvSpPr>
          <p:spPr>
            <a:xfrm flipH="1">
              <a:off x="7295809" y="4332940"/>
              <a:ext cx="898364" cy="160856"/>
            </a:xfrm>
            <a:custGeom>
              <a:avLst/>
              <a:gdLst/>
              <a:ahLst/>
              <a:cxnLst/>
              <a:rect l="l" t="t" r="r" b="b"/>
              <a:pathLst>
                <a:path w="13259" h="2374" extrusionOk="0">
                  <a:moveTo>
                    <a:pt x="12684" y="1"/>
                  </a:moveTo>
                  <a:lnTo>
                    <a:pt x="964" y="1"/>
                  </a:lnTo>
                  <a:lnTo>
                    <a:pt x="0" y="2373"/>
                  </a:lnTo>
                  <a:lnTo>
                    <a:pt x="13258" y="237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6"/>
            <p:cNvSpPr/>
            <p:nvPr/>
          </p:nvSpPr>
          <p:spPr>
            <a:xfrm flipH="1">
              <a:off x="7423461" y="3952014"/>
              <a:ext cx="898431" cy="160856"/>
            </a:xfrm>
            <a:custGeom>
              <a:avLst/>
              <a:gdLst/>
              <a:ahLst/>
              <a:cxnLst/>
              <a:rect l="l" t="t" r="r" b="b"/>
              <a:pathLst>
                <a:path w="13260" h="2374" extrusionOk="0">
                  <a:moveTo>
                    <a:pt x="12685" y="2373"/>
                  </a:moveTo>
                  <a:lnTo>
                    <a:pt x="965" y="2373"/>
                  </a:lnTo>
                  <a:lnTo>
                    <a:pt x="1" y="1"/>
                  </a:lnTo>
                  <a:lnTo>
                    <a:pt x="132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6"/>
            <p:cNvSpPr/>
            <p:nvPr/>
          </p:nvSpPr>
          <p:spPr>
            <a:xfrm flipH="1">
              <a:off x="7295809" y="3952014"/>
              <a:ext cx="898364" cy="160856"/>
            </a:xfrm>
            <a:custGeom>
              <a:avLst/>
              <a:gdLst/>
              <a:ahLst/>
              <a:cxnLst/>
              <a:rect l="l" t="t" r="r" b="b"/>
              <a:pathLst>
                <a:path w="13259" h="2374" extrusionOk="0">
                  <a:moveTo>
                    <a:pt x="12684" y="2373"/>
                  </a:moveTo>
                  <a:lnTo>
                    <a:pt x="964" y="2373"/>
                  </a:lnTo>
                  <a:lnTo>
                    <a:pt x="0" y="1"/>
                  </a:lnTo>
                  <a:lnTo>
                    <a:pt x="132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6"/>
            <p:cNvSpPr/>
            <p:nvPr/>
          </p:nvSpPr>
          <p:spPr>
            <a:xfrm flipH="1">
              <a:off x="7295811" y="3952014"/>
              <a:ext cx="1026082" cy="86323"/>
            </a:xfrm>
            <a:custGeom>
              <a:avLst/>
              <a:gdLst/>
              <a:ahLst/>
              <a:cxnLst/>
              <a:rect l="l" t="t" r="r" b="b"/>
              <a:pathLst>
                <a:path w="15144" h="1274" extrusionOk="0">
                  <a:moveTo>
                    <a:pt x="1" y="1"/>
                  </a:moveTo>
                  <a:lnTo>
                    <a:pt x="514" y="1274"/>
                  </a:lnTo>
                  <a:lnTo>
                    <a:pt x="14841" y="1274"/>
                  </a:lnTo>
                  <a:lnTo>
                    <a:pt x="15143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6"/>
            <p:cNvSpPr/>
            <p:nvPr/>
          </p:nvSpPr>
          <p:spPr>
            <a:xfrm flipH="1">
              <a:off x="7368239" y="4332940"/>
              <a:ext cx="825933" cy="160856"/>
            </a:xfrm>
            <a:custGeom>
              <a:avLst/>
              <a:gdLst/>
              <a:ahLst/>
              <a:cxnLst/>
              <a:rect l="l" t="t" r="r" b="b"/>
              <a:pathLst>
                <a:path w="12190" h="2374" extrusionOk="0">
                  <a:moveTo>
                    <a:pt x="12190" y="2373"/>
                  </a:moveTo>
                  <a:lnTo>
                    <a:pt x="12060" y="1"/>
                  </a:lnTo>
                  <a:lnTo>
                    <a:pt x="11522" y="1"/>
                  </a:lnTo>
                  <a:lnTo>
                    <a:pt x="10905" y="532"/>
                  </a:lnTo>
                  <a:lnTo>
                    <a:pt x="7754" y="965"/>
                  </a:lnTo>
                  <a:lnTo>
                    <a:pt x="5499" y="1243"/>
                  </a:lnTo>
                  <a:lnTo>
                    <a:pt x="2966" y="816"/>
                  </a:lnTo>
                  <a:lnTo>
                    <a:pt x="1514" y="1"/>
                  </a:lnTo>
                  <a:lnTo>
                    <a:pt x="964" y="1"/>
                  </a:lnTo>
                  <a:lnTo>
                    <a:pt x="0" y="237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6"/>
            <p:cNvSpPr/>
            <p:nvPr/>
          </p:nvSpPr>
          <p:spPr>
            <a:xfrm flipH="1">
              <a:off x="7011600" y="3641013"/>
              <a:ext cx="2520012" cy="151641"/>
            </a:xfrm>
            <a:custGeom>
              <a:avLst/>
              <a:gdLst/>
              <a:ahLst/>
              <a:cxnLst/>
              <a:rect l="l" t="t" r="r" b="b"/>
              <a:pathLst>
                <a:path w="37193" h="2238" extrusionOk="0">
                  <a:moveTo>
                    <a:pt x="36624" y="631"/>
                  </a:moveTo>
                  <a:lnTo>
                    <a:pt x="35635" y="297"/>
                  </a:lnTo>
                  <a:lnTo>
                    <a:pt x="11386" y="297"/>
                  </a:lnTo>
                  <a:lnTo>
                    <a:pt x="11386" y="1"/>
                  </a:lnTo>
                  <a:lnTo>
                    <a:pt x="11263" y="1"/>
                  </a:lnTo>
                  <a:lnTo>
                    <a:pt x="11263" y="297"/>
                  </a:lnTo>
                  <a:lnTo>
                    <a:pt x="5474" y="297"/>
                  </a:lnTo>
                  <a:cubicBezTo>
                    <a:pt x="5449" y="167"/>
                    <a:pt x="5437" y="62"/>
                    <a:pt x="5437" y="62"/>
                  </a:cubicBezTo>
                  <a:lnTo>
                    <a:pt x="5313" y="81"/>
                  </a:lnTo>
                  <a:cubicBezTo>
                    <a:pt x="5313" y="81"/>
                    <a:pt x="5326" y="174"/>
                    <a:pt x="5344" y="291"/>
                  </a:cubicBezTo>
                  <a:lnTo>
                    <a:pt x="0" y="291"/>
                  </a:lnTo>
                  <a:lnTo>
                    <a:pt x="0" y="414"/>
                  </a:lnTo>
                  <a:lnTo>
                    <a:pt x="5369" y="414"/>
                  </a:lnTo>
                  <a:cubicBezTo>
                    <a:pt x="5412" y="643"/>
                    <a:pt x="5449" y="927"/>
                    <a:pt x="5468" y="1014"/>
                  </a:cubicBezTo>
                  <a:cubicBezTo>
                    <a:pt x="5486" y="1187"/>
                    <a:pt x="5826" y="2181"/>
                    <a:pt x="5845" y="2225"/>
                  </a:cubicBezTo>
                  <a:lnTo>
                    <a:pt x="5956" y="2188"/>
                  </a:lnTo>
                  <a:cubicBezTo>
                    <a:pt x="5857" y="1903"/>
                    <a:pt x="5604" y="1131"/>
                    <a:pt x="5585" y="1001"/>
                  </a:cubicBezTo>
                  <a:cubicBezTo>
                    <a:pt x="5573" y="903"/>
                    <a:pt x="5536" y="637"/>
                    <a:pt x="5505" y="414"/>
                  </a:cubicBezTo>
                  <a:lnTo>
                    <a:pt x="11269" y="414"/>
                  </a:lnTo>
                  <a:lnTo>
                    <a:pt x="11269" y="2237"/>
                  </a:lnTo>
                  <a:lnTo>
                    <a:pt x="11393" y="2237"/>
                  </a:lnTo>
                  <a:lnTo>
                    <a:pt x="11393" y="414"/>
                  </a:lnTo>
                  <a:lnTo>
                    <a:pt x="13110" y="414"/>
                  </a:lnTo>
                  <a:lnTo>
                    <a:pt x="13110" y="2212"/>
                  </a:lnTo>
                  <a:lnTo>
                    <a:pt x="13234" y="2212"/>
                  </a:lnTo>
                  <a:lnTo>
                    <a:pt x="13234" y="414"/>
                  </a:lnTo>
                  <a:lnTo>
                    <a:pt x="14618" y="414"/>
                  </a:lnTo>
                  <a:lnTo>
                    <a:pt x="14618" y="2212"/>
                  </a:lnTo>
                  <a:lnTo>
                    <a:pt x="14741" y="2212"/>
                  </a:lnTo>
                  <a:lnTo>
                    <a:pt x="14741" y="414"/>
                  </a:lnTo>
                  <a:lnTo>
                    <a:pt x="16119" y="414"/>
                  </a:lnTo>
                  <a:lnTo>
                    <a:pt x="16119" y="2212"/>
                  </a:lnTo>
                  <a:lnTo>
                    <a:pt x="16242" y="2212"/>
                  </a:lnTo>
                  <a:lnTo>
                    <a:pt x="16242" y="414"/>
                  </a:lnTo>
                  <a:lnTo>
                    <a:pt x="17626" y="414"/>
                  </a:lnTo>
                  <a:lnTo>
                    <a:pt x="17626" y="2212"/>
                  </a:lnTo>
                  <a:lnTo>
                    <a:pt x="17750" y="2212"/>
                  </a:lnTo>
                  <a:lnTo>
                    <a:pt x="17750" y="414"/>
                  </a:lnTo>
                  <a:lnTo>
                    <a:pt x="19134" y="414"/>
                  </a:lnTo>
                  <a:lnTo>
                    <a:pt x="19134" y="2212"/>
                  </a:lnTo>
                  <a:lnTo>
                    <a:pt x="19257" y="2212"/>
                  </a:lnTo>
                  <a:lnTo>
                    <a:pt x="19257" y="414"/>
                  </a:lnTo>
                  <a:lnTo>
                    <a:pt x="20641" y="414"/>
                  </a:lnTo>
                  <a:lnTo>
                    <a:pt x="20641" y="2212"/>
                  </a:lnTo>
                  <a:lnTo>
                    <a:pt x="20765" y="2212"/>
                  </a:lnTo>
                  <a:lnTo>
                    <a:pt x="20765" y="414"/>
                  </a:lnTo>
                  <a:lnTo>
                    <a:pt x="23650" y="414"/>
                  </a:lnTo>
                  <a:lnTo>
                    <a:pt x="23650" y="2212"/>
                  </a:lnTo>
                  <a:lnTo>
                    <a:pt x="23773" y="2212"/>
                  </a:lnTo>
                  <a:lnTo>
                    <a:pt x="23773" y="414"/>
                  </a:lnTo>
                  <a:lnTo>
                    <a:pt x="25157" y="414"/>
                  </a:lnTo>
                  <a:lnTo>
                    <a:pt x="25157" y="2212"/>
                  </a:lnTo>
                  <a:lnTo>
                    <a:pt x="25281" y="2212"/>
                  </a:lnTo>
                  <a:lnTo>
                    <a:pt x="25281" y="414"/>
                  </a:lnTo>
                  <a:lnTo>
                    <a:pt x="29674" y="414"/>
                  </a:lnTo>
                  <a:lnTo>
                    <a:pt x="29674" y="2212"/>
                  </a:lnTo>
                  <a:lnTo>
                    <a:pt x="29797" y="2212"/>
                  </a:lnTo>
                  <a:lnTo>
                    <a:pt x="29797" y="414"/>
                  </a:lnTo>
                  <a:lnTo>
                    <a:pt x="31150" y="414"/>
                  </a:lnTo>
                  <a:lnTo>
                    <a:pt x="31150" y="2212"/>
                  </a:lnTo>
                  <a:lnTo>
                    <a:pt x="31274" y="2212"/>
                  </a:lnTo>
                  <a:lnTo>
                    <a:pt x="31274" y="414"/>
                  </a:lnTo>
                  <a:lnTo>
                    <a:pt x="32658" y="414"/>
                  </a:lnTo>
                  <a:lnTo>
                    <a:pt x="32658" y="2212"/>
                  </a:lnTo>
                  <a:lnTo>
                    <a:pt x="32781" y="2212"/>
                  </a:lnTo>
                  <a:lnTo>
                    <a:pt x="32781" y="414"/>
                  </a:lnTo>
                  <a:lnTo>
                    <a:pt x="34165" y="414"/>
                  </a:lnTo>
                  <a:lnTo>
                    <a:pt x="34165" y="2212"/>
                  </a:lnTo>
                  <a:lnTo>
                    <a:pt x="34289" y="2212"/>
                  </a:lnTo>
                  <a:lnTo>
                    <a:pt x="34289" y="414"/>
                  </a:lnTo>
                  <a:lnTo>
                    <a:pt x="35623" y="414"/>
                  </a:lnTo>
                  <a:lnTo>
                    <a:pt x="36605" y="736"/>
                  </a:lnTo>
                  <a:lnTo>
                    <a:pt x="37180" y="785"/>
                  </a:lnTo>
                  <a:lnTo>
                    <a:pt x="37192" y="662"/>
                  </a:lnTo>
                  <a:close/>
                  <a:moveTo>
                    <a:pt x="22445" y="878"/>
                  </a:moveTo>
                  <a:lnTo>
                    <a:pt x="22124" y="1249"/>
                  </a:lnTo>
                  <a:lnTo>
                    <a:pt x="22124" y="2218"/>
                  </a:lnTo>
                  <a:lnTo>
                    <a:pt x="22247" y="2218"/>
                  </a:lnTo>
                  <a:lnTo>
                    <a:pt x="22247" y="1292"/>
                  </a:lnTo>
                  <a:lnTo>
                    <a:pt x="22525" y="964"/>
                  </a:lnTo>
                  <a:lnTo>
                    <a:pt x="22847" y="748"/>
                  </a:lnTo>
                  <a:lnTo>
                    <a:pt x="22779" y="6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6"/>
            <p:cNvSpPr/>
            <p:nvPr/>
          </p:nvSpPr>
          <p:spPr>
            <a:xfrm flipH="1">
              <a:off x="6852064" y="3784182"/>
              <a:ext cx="375972" cy="211065"/>
            </a:xfrm>
            <a:custGeom>
              <a:avLst/>
              <a:gdLst/>
              <a:ahLst/>
              <a:cxnLst/>
              <a:rect l="l" t="t" r="r" b="b"/>
              <a:pathLst>
                <a:path w="5549" h="3115" extrusionOk="0">
                  <a:moveTo>
                    <a:pt x="247" y="0"/>
                  </a:moveTo>
                  <a:lnTo>
                    <a:pt x="5011" y="0"/>
                  </a:lnTo>
                  <a:lnTo>
                    <a:pt x="5011" y="662"/>
                  </a:lnTo>
                  <a:lnTo>
                    <a:pt x="5202" y="1100"/>
                  </a:lnTo>
                  <a:lnTo>
                    <a:pt x="5011" y="1502"/>
                  </a:lnTo>
                  <a:lnTo>
                    <a:pt x="5548" y="1792"/>
                  </a:lnTo>
                  <a:lnTo>
                    <a:pt x="5295" y="2163"/>
                  </a:lnTo>
                  <a:lnTo>
                    <a:pt x="5363" y="2478"/>
                  </a:lnTo>
                  <a:lnTo>
                    <a:pt x="5011" y="3114"/>
                  </a:lnTo>
                  <a:lnTo>
                    <a:pt x="4103" y="2478"/>
                  </a:lnTo>
                  <a:lnTo>
                    <a:pt x="3355" y="2793"/>
                  </a:lnTo>
                  <a:lnTo>
                    <a:pt x="1483" y="3009"/>
                  </a:lnTo>
                  <a:lnTo>
                    <a:pt x="0" y="194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6"/>
            <p:cNvSpPr/>
            <p:nvPr/>
          </p:nvSpPr>
          <p:spPr>
            <a:xfrm flipH="1">
              <a:off x="6852063" y="3905601"/>
              <a:ext cx="306930" cy="51496"/>
            </a:xfrm>
            <a:custGeom>
              <a:avLst/>
              <a:gdLst/>
              <a:ahLst/>
              <a:cxnLst/>
              <a:rect l="l" t="t" r="r" b="b"/>
              <a:pathLst>
                <a:path w="4530" h="760" extrusionOk="0">
                  <a:moveTo>
                    <a:pt x="371" y="124"/>
                  </a:moveTo>
                  <a:lnTo>
                    <a:pt x="2225" y="31"/>
                  </a:lnTo>
                  <a:lnTo>
                    <a:pt x="3102" y="43"/>
                  </a:lnTo>
                  <a:lnTo>
                    <a:pt x="3708" y="124"/>
                  </a:lnTo>
                  <a:lnTo>
                    <a:pt x="4529" y="0"/>
                  </a:lnTo>
                  <a:lnTo>
                    <a:pt x="4276" y="371"/>
                  </a:lnTo>
                  <a:lnTo>
                    <a:pt x="3664" y="470"/>
                  </a:lnTo>
                  <a:lnTo>
                    <a:pt x="3084" y="562"/>
                  </a:lnTo>
                  <a:lnTo>
                    <a:pt x="2305" y="531"/>
                  </a:lnTo>
                  <a:lnTo>
                    <a:pt x="1100" y="760"/>
                  </a:lnTo>
                  <a:lnTo>
                    <a:pt x="1" y="30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6"/>
            <p:cNvSpPr/>
            <p:nvPr/>
          </p:nvSpPr>
          <p:spPr>
            <a:xfrm flipH="1">
              <a:off x="7119195" y="3784182"/>
              <a:ext cx="2427933" cy="203950"/>
            </a:xfrm>
            <a:custGeom>
              <a:avLst/>
              <a:gdLst/>
              <a:ahLst/>
              <a:cxnLst/>
              <a:rect l="l" t="t" r="r" b="b"/>
              <a:pathLst>
                <a:path w="35834" h="3010" extrusionOk="0">
                  <a:moveTo>
                    <a:pt x="35685" y="2923"/>
                  </a:moveTo>
                  <a:lnTo>
                    <a:pt x="35413" y="2410"/>
                  </a:lnTo>
                  <a:lnTo>
                    <a:pt x="35247" y="2101"/>
                  </a:lnTo>
                  <a:lnTo>
                    <a:pt x="35617" y="1916"/>
                  </a:lnTo>
                  <a:lnTo>
                    <a:pt x="35389" y="1533"/>
                  </a:lnTo>
                  <a:lnTo>
                    <a:pt x="35123" y="835"/>
                  </a:lnTo>
                  <a:lnTo>
                    <a:pt x="35667" y="643"/>
                  </a:lnTo>
                  <a:lnTo>
                    <a:pt x="35834" y="248"/>
                  </a:lnTo>
                  <a:lnTo>
                    <a:pt x="35766" y="0"/>
                  </a:lnTo>
                  <a:lnTo>
                    <a:pt x="1" y="0"/>
                  </a:lnTo>
                  <a:lnTo>
                    <a:pt x="1" y="3009"/>
                  </a:lnTo>
                  <a:lnTo>
                    <a:pt x="35710" y="300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6"/>
            <p:cNvSpPr/>
            <p:nvPr/>
          </p:nvSpPr>
          <p:spPr>
            <a:xfrm flipH="1">
              <a:off x="6989403" y="3827681"/>
              <a:ext cx="177925" cy="26493"/>
            </a:xfrm>
            <a:custGeom>
              <a:avLst/>
              <a:gdLst/>
              <a:ahLst/>
              <a:cxnLst/>
              <a:rect l="l" t="t" r="r" b="b"/>
              <a:pathLst>
                <a:path w="2626" h="391" extrusionOk="0">
                  <a:moveTo>
                    <a:pt x="544" y="1"/>
                  </a:moveTo>
                  <a:lnTo>
                    <a:pt x="1440" y="155"/>
                  </a:lnTo>
                  <a:lnTo>
                    <a:pt x="2626" y="223"/>
                  </a:lnTo>
                  <a:lnTo>
                    <a:pt x="2051" y="390"/>
                  </a:lnTo>
                  <a:lnTo>
                    <a:pt x="1026" y="267"/>
                  </a:lnTo>
                  <a:lnTo>
                    <a:pt x="0" y="19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6"/>
            <p:cNvSpPr/>
            <p:nvPr/>
          </p:nvSpPr>
          <p:spPr>
            <a:xfrm flipH="1">
              <a:off x="6875503" y="3828969"/>
              <a:ext cx="81713" cy="29813"/>
            </a:xfrm>
            <a:custGeom>
              <a:avLst/>
              <a:gdLst/>
              <a:ahLst/>
              <a:cxnLst/>
              <a:rect l="l" t="t" r="r" b="b"/>
              <a:pathLst>
                <a:path w="1206" h="440" extrusionOk="0">
                  <a:moveTo>
                    <a:pt x="1014" y="1"/>
                  </a:moveTo>
                  <a:lnTo>
                    <a:pt x="0" y="248"/>
                  </a:lnTo>
                  <a:lnTo>
                    <a:pt x="1205" y="43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6"/>
            <p:cNvSpPr/>
            <p:nvPr/>
          </p:nvSpPr>
          <p:spPr>
            <a:xfrm flipH="1">
              <a:off x="8117560" y="3831069"/>
              <a:ext cx="1189710" cy="157062"/>
            </a:xfrm>
            <a:custGeom>
              <a:avLst/>
              <a:gdLst/>
              <a:ahLst/>
              <a:cxnLst/>
              <a:rect l="l" t="t" r="r" b="b"/>
              <a:pathLst>
                <a:path w="17559" h="2318" extrusionOk="0">
                  <a:moveTo>
                    <a:pt x="1" y="0"/>
                  </a:moveTo>
                  <a:cubicBezTo>
                    <a:pt x="1" y="0"/>
                    <a:pt x="260" y="1261"/>
                    <a:pt x="291" y="1255"/>
                  </a:cubicBezTo>
                  <a:cubicBezTo>
                    <a:pt x="316" y="1255"/>
                    <a:pt x="594" y="1891"/>
                    <a:pt x="773" y="2317"/>
                  </a:cubicBezTo>
                  <a:lnTo>
                    <a:pt x="1144" y="2317"/>
                  </a:lnTo>
                  <a:lnTo>
                    <a:pt x="415" y="1193"/>
                  </a:lnTo>
                  <a:close/>
                  <a:moveTo>
                    <a:pt x="17275" y="1224"/>
                  </a:moveTo>
                  <a:lnTo>
                    <a:pt x="17058" y="501"/>
                  </a:lnTo>
                  <a:lnTo>
                    <a:pt x="16027" y="359"/>
                  </a:lnTo>
                  <a:cubicBezTo>
                    <a:pt x="16255" y="402"/>
                    <a:pt x="16873" y="655"/>
                    <a:pt x="16873" y="655"/>
                  </a:cubicBezTo>
                  <a:lnTo>
                    <a:pt x="17058" y="1316"/>
                  </a:lnTo>
                  <a:lnTo>
                    <a:pt x="17466" y="2317"/>
                  </a:lnTo>
                  <a:lnTo>
                    <a:pt x="17559" y="2317"/>
                  </a:lnTo>
                  <a:close/>
                  <a:moveTo>
                    <a:pt x="16014" y="359"/>
                  </a:moveTo>
                  <a:cubicBezTo>
                    <a:pt x="15990" y="346"/>
                    <a:pt x="15971" y="346"/>
                    <a:pt x="15952" y="34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6"/>
            <p:cNvSpPr/>
            <p:nvPr/>
          </p:nvSpPr>
          <p:spPr>
            <a:xfrm flipH="1">
              <a:off x="7269882" y="3783369"/>
              <a:ext cx="2277246" cy="162482"/>
            </a:xfrm>
            <a:custGeom>
              <a:avLst/>
              <a:gdLst/>
              <a:ahLst/>
              <a:cxnLst/>
              <a:rect l="l" t="t" r="r" b="b"/>
              <a:pathLst>
                <a:path w="33610" h="2398" extrusionOk="0">
                  <a:moveTo>
                    <a:pt x="31039" y="12"/>
                  </a:moveTo>
                  <a:lnTo>
                    <a:pt x="31490" y="698"/>
                  </a:lnTo>
                  <a:lnTo>
                    <a:pt x="33319" y="414"/>
                  </a:lnTo>
                  <a:lnTo>
                    <a:pt x="33609" y="0"/>
                  </a:lnTo>
                  <a:lnTo>
                    <a:pt x="31039" y="0"/>
                  </a:lnTo>
                  <a:close/>
                  <a:moveTo>
                    <a:pt x="13858" y="847"/>
                  </a:moveTo>
                  <a:lnTo>
                    <a:pt x="14797" y="2397"/>
                  </a:lnTo>
                  <a:lnTo>
                    <a:pt x="15032" y="562"/>
                  </a:lnTo>
                  <a:lnTo>
                    <a:pt x="15260" y="1223"/>
                  </a:lnTo>
                  <a:lnTo>
                    <a:pt x="15779" y="470"/>
                  </a:lnTo>
                  <a:lnTo>
                    <a:pt x="20339" y="185"/>
                  </a:lnTo>
                  <a:lnTo>
                    <a:pt x="20691" y="19"/>
                  </a:lnTo>
                  <a:lnTo>
                    <a:pt x="14229" y="19"/>
                  </a:lnTo>
                  <a:close/>
                  <a:moveTo>
                    <a:pt x="1" y="766"/>
                  </a:moveTo>
                  <a:lnTo>
                    <a:pt x="977" y="890"/>
                  </a:lnTo>
                  <a:lnTo>
                    <a:pt x="1872" y="513"/>
                  </a:lnTo>
                  <a:lnTo>
                    <a:pt x="4504" y="606"/>
                  </a:lnTo>
                  <a:lnTo>
                    <a:pt x="7563" y="606"/>
                  </a:lnTo>
                  <a:lnTo>
                    <a:pt x="10380" y="1637"/>
                  </a:lnTo>
                  <a:lnTo>
                    <a:pt x="11337" y="12"/>
                  </a:lnTo>
                  <a:lnTo>
                    <a:pt x="1" y="1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6"/>
            <p:cNvSpPr/>
            <p:nvPr/>
          </p:nvSpPr>
          <p:spPr>
            <a:xfrm flipH="1">
              <a:off x="6454806" y="4059204"/>
              <a:ext cx="157869" cy="339126"/>
            </a:xfrm>
            <a:custGeom>
              <a:avLst/>
              <a:gdLst/>
              <a:ahLst/>
              <a:cxnLst/>
              <a:rect l="l" t="t" r="r" b="b"/>
              <a:pathLst>
                <a:path w="2330" h="5005" extrusionOk="0">
                  <a:moveTo>
                    <a:pt x="0" y="0"/>
                  </a:moveTo>
                  <a:lnTo>
                    <a:pt x="2329" y="0"/>
                  </a:lnTo>
                  <a:lnTo>
                    <a:pt x="2329" y="5005"/>
                  </a:lnTo>
                  <a:lnTo>
                    <a:pt x="0" y="50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6"/>
            <p:cNvSpPr/>
            <p:nvPr/>
          </p:nvSpPr>
          <p:spPr>
            <a:xfrm flipH="1">
              <a:off x="6418014" y="4059204"/>
              <a:ext cx="157463" cy="339126"/>
            </a:xfrm>
            <a:custGeom>
              <a:avLst/>
              <a:gdLst/>
              <a:ahLst/>
              <a:cxnLst/>
              <a:rect l="l" t="t" r="r" b="b"/>
              <a:pathLst>
                <a:path w="2324" h="5005" extrusionOk="0">
                  <a:moveTo>
                    <a:pt x="1" y="0"/>
                  </a:moveTo>
                  <a:lnTo>
                    <a:pt x="2324" y="0"/>
                  </a:lnTo>
                  <a:lnTo>
                    <a:pt x="2324" y="5005"/>
                  </a:lnTo>
                  <a:lnTo>
                    <a:pt x="1" y="50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6"/>
            <p:cNvSpPr/>
            <p:nvPr/>
          </p:nvSpPr>
          <p:spPr>
            <a:xfrm flipH="1">
              <a:off x="6029500" y="4059204"/>
              <a:ext cx="157869" cy="339126"/>
            </a:xfrm>
            <a:custGeom>
              <a:avLst/>
              <a:gdLst/>
              <a:ahLst/>
              <a:cxnLst/>
              <a:rect l="l" t="t" r="r" b="b"/>
              <a:pathLst>
                <a:path w="2330" h="5005" extrusionOk="0">
                  <a:moveTo>
                    <a:pt x="0" y="0"/>
                  </a:moveTo>
                  <a:lnTo>
                    <a:pt x="2329" y="0"/>
                  </a:lnTo>
                  <a:lnTo>
                    <a:pt x="2329" y="5005"/>
                  </a:lnTo>
                  <a:lnTo>
                    <a:pt x="0" y="50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6"/>
            <p:cNvSpPr/>
            <p:nvPr/>
          </p:nvSpPr>
          <p:spPr>
            <a:xfrm flipH="1">
              <a:off x="5992235" y="4059204"/>
              <a:ext cx="157937" cy="339126"/>
            </a:xfrm>
            <a:custGeom>
              <a:avLst/>
              <a:gdLst/>
              <a:ahLst/>
              <a:cxnLst/>
              <a:rect l="l" t="t" r="r" b="b"/>
              <a:pathLst>
                <a:path w="2331" h="5005" extrusionOk="0">
                  <a:moveTo>
                    <a:pt x="1" y="0"/>
                  </a:moveTo>
                  <a:lnTo>
                    <a:pt x="2330" y="0"/>
                  </a:lnTo>
                  <a:lnTo>
                    <a:pt x="2330" y="5005"/>
                  </a:lnTo>
                  <a:lnTo>
                    <a:pt x="1" y="50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6"/>
            <p:cNvSpPr/>
            <p:nvPr/>
          </p:nvSpPr>
          <p:spPr>
            <a:xfrm flipH="1">
              <a:off x="5941634" y="4332940"/>
              <a:ext cx="898364" cy="160856"/>
            </a:xfrm>
            <a:custGeom>
              <a:avLst/>
              <a:gdLst/>
              <a:ahLst/>
              <a:cxnLst/>
              <a:rect l="l" t="t" r="r" b="b"/>
              <a:pathLst>
                <a:path w="13259" h="2374" extrusionOk="0">
                  <a:moveTo>
                    <a:pt x="12684" y="1"/>
                  </a:moveTo>
                  <a:lnTo>
                    <a:pt x="964" y="1"/>
                  </a:lnTo>
                  <a:lnTo>
                    <a:pt x="0" y="2373"/>
                  </a:lnTo>
                  <a:lnTo>
                    <a:pt x="13259" y="237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6"/>
            <p:cNvSpPr/>
            <p:nvPr/>
          </p:nvSpPr>
          <p:spPr>
            <a:xfrm flipH="1">
              <a:off x="5813507" y="4332940"/>
              <a:ext cx="898431" cy="160856"/>
            </a:xfrm>
            <a:custGeom>
              <a:avLst/>
              <a:gdLst/>
              <a:ahLst/>
              <a:cxnLst/>
              <a:rect l="l" t="t" r="r" b="b"/>
              <a:pathLst>
                <a:path w="13260" h="2374" extrusionOk="0">
                  <a:moveTo>
                    <a:pt x="12691" y="1"/>
                  </a:moveTo>
                  <a:lnTo>
                    <a:pt x="965" y="1"/>
                  </a:lnTo>
                  <a:lnTo>
                    <a:pt x="1" y="2373"/>
                  </a:lnTo>
                  <a:lnTo>
                    <a:pt x="13259" y="237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6"/>
            <p:cNvSpPr/>
            <p:nvPr/>
          </p:nvSpPr>
          <p:spPr>
            <a:xfrm flipH="1">
              <a:off x="6014873" y="4332940"/>
              <a:ext cx="598277" cy="161263"/>
            </a:xfrm>
            <a:custGeom>
              <a:avLst/>
              <a:gdLst/>
              <a:ahLst/>
              <a:cxnLst/>
              <a:rect l="l" t="t" r="r" b="b"/>
              <a:pathLst>
                <a:path w="8830" h="2380" extrusionOk="0">
                  <a:moveTo>
                    <a:pt x="2108" y="1762"/>
                  </a:moveTo>
                  <a:lnTo>
                    <a:pt x="1910" y="1230"/>
                  </a:lnTo>
                  <a:lnTo>
                    <a:pt x="1576" y="1026"/>
                  </a:lnTo>
                  <a:lnTo>
                    <a:pt x="1230" y="1088"/>
                  </a:lnTo>
                  <a:lnTo>
                    <a:pt x="915" y="1119"/>
                  </a:lnTo>
                  <a:lnTo>
                    <a:pt x="1490" y="1187"/>
                  </a:lnTo>
                  <a:lnTo>
                    <a:pt x="1854" y="1403"/>
                  </a:lnTo>
                  <a:lnTo>
                    <a:pt x="2058" y="1830"/>
                  </a:lnTo>
                  <a:lnTo>
                    <a:pt x="2466" y="2318"/>
                  </a:lnTo>
                  <a:lnTo>
                    <a:pt x="2503" y="2379"/>
                  </a:lnTo>
                  <a:lnTo>
                    <a:pt x="2633" y="2379"/>
                  </a:lnTo>
                  <a:lnTo>
                    <a:pt x="2404" y="2064"/>
                  </a:lnTo>
                  <a:close/>
                  <a:moveTo>
                    <a:pt x="8582" y="1793"/>
                  </a:moveTo>
                  <a:lnTo>
                    <a:pt x="8002" y="1774"/>
                  </a:lnTo>
                  <a:cubicBezTo>
                    <a:pt x="8002" y="1774"/>
                    <a:pt x="7235" y="1793"/>
                    <a:pt x="7186" y="1731"/>
                  </a:cubicBezTo>
                  <a:cubicBezTo>
                    <a:pt x="7137" y="1669"/>
                    <a:pt x="6865" y="1416"/>
                    <a:pt x="6865" y="1416"/>
                  </a:cubicBezTo>
                  <a:lnTo>
                    <a:pt x="6581" y="1261"/>
                  </a:lnTo>
                  <a:lnTo>
                    <a:pt x="6364" y="959"/>
                  </a:lnTo>
                  <a:lnTo>
                    <a:pt x="6167" y="440"/>
                  </a:lnTo>
                  <a:lnTo>
                    <a:pt x="5913" y="192"/>
                  </a:lnTo>
                  <a:lnTo>
                    <a:pt x="5351" y="1"/>
                  </a:lnTo>
                  <a:lnTo>
                    <a:pt x="5147" y="1"/>
                  </a:lnTo>
                  <a:lnTo>
                    <a:pt x="5499" y="211"/>
                  </a:lnTo>
                  <a:lnTo>
                    <a:pt x="5957" y="470"/>
                  </a:lnTo>
                  <a:lnTo>
                    <a:pt x="6296" y="965"/>
                  </a:lnTo>
                  <a:lnTo>
                    <a:pt x="6414" y="1292"/>
                  </a:lnTo>
                  <a:lnTo>
                    <a:pt x="6760" y="1477"/>
                  </a:lnTo>
                  <a:lnTo>
                    <a:pt x="7019" y="1793"/>
                  </a:lnTo>
                  <a:lnTo>
                    <a:pt x="7001" y="2373"/>
                  </a:lnTo>
                  <a:lnTo>
                    <a:pt x="7124" y="2373"/>
                  </a:lnTo>
                  <a:lnTo>
                    <a:pt x="7143" y="1854"/>
                  </a:lnTo>
                  <a:cubicBezTo>
                    <a:pt x="7143" y="1854"/>
                    <a:pt x="7174" y="1854"/>
                    <a:pt x="7316" y="1867"/>
                  </a:cubicBezTo>
                  <a:cubicBezTo>
                    <a:pt x="7452" y="1885"/>
                    <a:pt x="7847" y="1916"/>
                    <a:pt x="7847" y="1916"/>
                  </a:cubicBezTo>
                  <a:cubicBezTo>
                    <a:pt x="7847" y="1916"/>
                    <a:pt x="8286" y="1947"/>
                    <a:pt x="8378" y="2021"/>
                  </a:cubicBezTo>
                  <a:cubicBezTo>
                    <a:pt x="8428" y="2064"/>
                    <a:pt x="8514" y="2225"/>
                    <a:pt x="8576" y="2373"/>
                  </a:cubicBezTo>
                  <a:lnTo>
                    <a:pt x="8829" y="2373"/>
                  </a:lnTo>
                  <a:close/>
                  <a:moveTo>
                    <a:pt x="4474" y="1"/>
                  </a:moveTo>
                  <a:lnTo>
                    <a:pt x="4239" y="1"/>
                  </a:lnTo>
                  <a:cubicBezTo>
                    <a:pt x="4418" y="112"/>
                    <a:pt x="4702" y="304"/>
                    <a:pt x="4702" y="304"/>
                  </a:cubicBezTo>
                  <a:lnTo>
                    <a:pt x="4814" y="909"/>
                  </a:lnTo>
                  <a:lnTo>
                    <a:pt x="4875" y="1323"/>
                  </a:lnTo>
                  <a:lnTo>
                    <a:pt x="4764" y="192"/>
                  </a:lnTo>
                  <a:close/>
                  <a:moveTo>
                    <a:pt x="205" y="1823"/>
                  </a:moveTo>
                  <a:lnTo>
                    <a:pt x="186" y="2200"/>
                  </a:lnTo>
                  <a:lnTo>
                    <a:pt x="1" y="2373"/>
                  </a:lnTo>
                  <a:lnTo>
                    <a:pt x="335" y="2373"/>
                  </a:lnTo>
                  <a:lnTo>
                    <a:pt x="291" y="2071"/>
                  </a:lnTo>
                  <a:lnTo>
                    <a:pt x="402" y="158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6"/>
            <p:cNvSpPr/>
            <p:nvPr/>
          </p:nvSpPr>
          <p:spPr>
            <a:xfrm flipH="1">
              <a:off x="5880112" y="3952014"/>
              <a:ext cx="959885" cy="160856"/>
            </a:xfrm>
            <a:custGeom>
              <a:avLst/>
              <a:gdLst/>
              <a:ahLst/>
              <a:cxnLst/>
              <a:rect l="l" t="t" r="r" b="b"/>
              <a:pathLst>
                <a:path w="14167" h="2374" extrusionOk="0">
                  <a:moveTo>
                    <a:pt x="12684" y="2373"/>
                  </a:moveTo>
                  <a:lnTo>
                    <a:pt x="964" y="2373"/>
                  </a:lnTo>
                  <a:lnTo>
                    <a:pt x="0" y="1"/>
                  </a:lnTo>
                  <a:lnTo>
                    <a:pt x="141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6"/>
            <p:cNvSpPr/>
            <p:nvPr/>
          </p:nvSpPr>
          <p:spPr>
            <a:xfrm flipH="1">
              <a:off x="5813980" y="3951607"/>
              <a:ext cx="858185" cy="160382"/>
            </a:xfrm>
            <a:custGeom>
              <a:avLst/>
              <a:gdLst/>
              <a:ahLst/>
              <a:cxnLst/>
              <a:rect l="l" t="t" r="r" b="b"/>
              <a:pathLst>
                <a:path w="12666" h="2367" extrusionOk="0">
                  <a:moveTo>
                    <a:pt x="11313" y="7"/>
                  </a:moveTo>
                  <a:lnTo>
                    <a:pt x="10683" y="217"/>
                  </a:lnTo>
                  <a:lnTo>
                    <a:pt x="9830" y="421"/>
                  </a:lnTo>
                  <a:lnTo>
                    <a:pt x="8959" y="260"/>
                  </a:lnTo>
                  <a:lnTo>
                    <a:pt x="8039" y="260"/>
                  </a:lnTo>
                  <a:lnTo>
                    <a:pt x="6933" y="310"/>
                  </a:lnTo>
                  <a:lnTo>
                    <a:pt x="6327" y="847"/>
                  </a:lnTo>
                  <a:cubicBezTo>
                    <a:pt x="6327" y="847"/>
                    <a:pt x="5740" y="619"/>
                    <a:pt x="5573" y="495"/>
                  </a:cubicBezTo>
                  <a:cubicBezTo>
                    <a:pt x="5413" y="378"/>
                    <a:pt x="4826" y="137"/>
                    <a:pt x="4826" y="137"/>
                  </a:cubicBezTo>
                  <a:lnTo>
                    <a:pt x="4029" y="1"/>
                  </a:lnTo>
                  <a:lnTo>
                    <a:pt x="1774" y="1"/>
                  </a:lnTo>
                  <a:cubicBezTo>
                    <a:pt x="1743" y="44"/>
                    <a:pt x="1724" y="69"/>
                    <a:pt x="1724" y="69"/>
                  </a:cubicBezTo>
                  <a:cubicBezTo>
                    <a:pt x="1724" y="69"/>
                    <a:pt x="1724" y="470"/>
                    <a:pt x="1558" y="656"/>
                  </a:cubicBezTo>
                  <a:cubicBezTo>
                    <a:pt x="1397" y="841"/>
                    <a:pt x="730" y="1175"/>
                    <a:pt x="730" y="1175"/>
                  </a:cubicBezTo>
                  <a:lnTo>
                    <a:pt x="236" y="1242"/>
                  </a:lnTo>
                  <a:cubicBezTo>
                    <a:pt x="236" y="1242"/>
                    <a:pt x="100" y="1360"/>
                    <a:pt x="1" y="1459"/>
                  </a:cubicBezTo>
                  <a:lnTo>
                    <a:pt x="371" y="2367"/>
                  </a:lnTo>
                  <a:lnTo>
                    <a:pt x="12091" y="2367"/>
                  </a:lnTo>
                  <a:lnTo>
                    <a:pt x="12666" y="1"/>
                  </a:lnTo>
                  <a:lnTo>
                    <a:pt x="11313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6"/>
            <p:cNvSpPr/>
            <p:nvPr/>
          </p:nvSpPr>
          <p:spPr>
            <a:xfrm flipH="1">
              <a:off x="5932810" y="4013604"/>
              <a:ext cx="18497" cy="99265"/>
            </a:xfrm>
            <a:custGeom>
              <a:avLst/>
              <a:gdLst/>
              <a:ahLst/>
              <a:cxnLst/>
              <a:rect l="l" t="t" r="r" b="b"/>
              <a:pathLst>
                <a:path w="273" h="1465" extrusionOk="0">
                  <a:moveTo>
                    <a:pt x="217" y="1464"/>
                  </a:moveTo>
                  <a:lnTo>
                    <a:pt x="272" y="1205"/>
                  </a:lnTo>
                  <a:lnTo>
                    <a:pt x="241" y="735"/>
                  </a:lnTo>
                  <a:lnTo>
                    <a:pt x="25" y="0"/>
                  </a:lnTo>
                  <a:lnTo>
                    <a:pt x="106" y="612"/>
                  </a:lnTo>
                  <a:lnTo>
                    <a:pt x="149" y="1050"/>
                  </a:lnTo>
                  <a:cubicBezTo>
                    <a:pt x="149" y="1050"/>
                    <a:pt x="75" y="1279"/>
                    <a:pt x="0" y="1464"/>
                  </a:cubicBezTo>
                  <a:lnTo>
                    <a:pt x="217" y="1464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6"/>
            <p:cNvSpPr/>
            <p:nvPr/>
          </p:nvSpPr>
          <p:spPr>
            <a:xfrm flipH="1">
              <a:off x="6646557" y="3952014"/>
              <a:ext cx="193441" cy="160856"/>
            </a:xfrm>
            <a:custGeom>
              <a:avLst/>
              <a:gdLst/>
              <a:ahLst/>
              <a:cxnLst/>
              <a:rect l="l" t="t" r="r" b="b"/>
              <a:pathLst>
                <a:path w="2855" h="2374" extrusionOk="0">
                  <a:moveTo>
                    <a:pt x="2484" y="1459"/>
                  </a:moveTo>
                  <a:lnTo>
                    <a:pt x="2119" y="989"/>
                  </a:lnTo>
                  <a:lnTo>
                    <a:pt x="1953" y="520"/>
                  </a:lnTo>
                  <a:lnTo>
                    <a:pt x="1829" y="1"/>
                  </a:lnTo>
                  <a:lnTo>
                    <a:pt x="0" y="1"/>
                  </a:lnTo>
                  <a:lnTo>
                    <a:pt x="964" y="2373"/>
                  </a:lnTo>
                  <a:lnTo>
                    <a:pt x="2855" y="237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6"/>
            <p:cNvSpPr/>
            <p:nvPr/>
          </p:nvSpPr>
          <p:spPr>
            <a:xfrm flipH="1">
              <a:off x="5548100" y="3948694"/>
              <a:ext cx="591975" cy="546803"/>
            </a:xfrm>
            <a:custGeom>
              <a:avLst/>
              <a:gdLst/>
              <a:ahLst/>
              <a:cxnLst/>
              <a:rect l="l" t="t" r="r" b="b"/>
              <a:pathLst>
                <a:path w="8737" h="8070" extrusionOk="0">
                  <a:moveTo>
                    <a:pt x="8736" y="7772"/>
                  </a:moveTo>
                  <a:lnTo>
                    <a:pt x="7649" y="6914"/>
                  </a:lnTo>
                  <a:cubicBezTo>
                    <a:pt x="7667" y="6796"/>
                    <a:pt x="7853" y="6290"/>
                    <a:pt x="8038" y="5826"/>
                  </a:cubicBezTo>
                  <a:lnTo>
                    <a:pt x="8588" y="5419"/>
                  </a:lnTo>
                  <a:lnTo>
                    <a:pt x="8520" y="5314"/>
                  </a:lnTo>
                  <a:lnTo>
                    <a:pt x="7939" y="5746"/>
                  </a:lnTo>
                  <a:lnTo>
                    <a:pt x="7933" y="5765"/>
                  </a:lnTo>
                  <a:cubicBezTo>
                    <a:pt x="7680" y="6389"/>
                    <a:pt x="7575" y="6685"/>
                    <a:pt x="7537" y="6840"/>
                  </a:cubicBezTo>
                  <a:lnTo>
                    <a:pt x="6759" y="6222"/>
                  </a:lnTo>
                  <a:lnTo>
                    <a:pt x="6703" y="5771"/>
                  </a:lnTo>
                  <a:lnTo>
                    <a:pt x="7352" y="4986"/>
                  </a:lnTo>
                  <a:lnTo>
                    <a:pt x="7259" y="4906"/>
                  </a:lnTo>
                  <a:lnTo>
                    <a:pt x="6685" y="5610"/>
                  </a:lnTo>
                  <a:lnTo>
                    <a:pt x="6530" y="4263"/>
                  </a:lnTo>
                  <a:lnTo>
                    <a:pt x="7136" y="3701"/>
                  </a:lnTo>
                  <a:lnTo>
                    <a:pt x="7049" y="3615"/>
                  </a:lnTo>
                  <a:lnTo>
                    <a:pt x="6518" y="4121"/>
                  </a:lnTo>
                  <a:lnTo>
                    <a:pt x="6493" y="3942"/>
                  </a:lnTo>
                  <a:lnTo>
                    <a:pt x="5499" y="1977"/>
                  </a:lnTo>
                  <a:lnTo>
                    <a:pt x="4164" y="241"/>
                  </a:lnTo>
                  <a:lnTo>
                    <a:pt x="4146" y="217"/>
                  </a:lnTo>
                  <a:lnTo>
                    <a:pt x="2570" y="0"/>
                  </a:lnTo>
                  <a:lnTo>
                    <a:pt x="2558" y="124"/>
                  </a:lnTo>
                  <a:lnTo>
                    <a:pt x="2898" y="173"/>
                  </a:lnTo>
                  <a:lnTo>
                    <a:pt x="1693" y="631"/>
                  </a:lnTo>
                  <a:lnTo>
                    <a:pt x="1464" y="340"/>
                  </a:lnTo>
                  <a:lnTo>
                    <a:pt x="1452" y="328"/>
                  </a:lnTo>
                  <a:lnTo>
                    <a:pt x="25" y="0"/>
                  </a:lnTo>
                  <a:lnTo>
                    <a:pt x="0" y="118"/>
                  </a:lnTo>
                  <a:lnTo>
                    <a:pt x="1390" y="427"/>
                  </a:lnTo>
                  <a:lnTo>
                    <a:pt x="5091" y="5085"/>
                  </a:lnTo>
                  <a:lnTo>
                    <a:pt x="6283" y="5993"/>
                  </a:lnTo>
                  <a:lnTo>
                    <a:pt x="6648" y="6284"/>
                  </a:lnTo>
                  <a:lnTo>
                    <a:pt x="6716" y="6870"/>
                  </a:lnTo>
                  <a:lnTo>
                    <a:pt x="7266" y="8069"/>
                  </a:lnTo>
                  <a:lnTo>
                    <a:pt x="7377" y="8020"/>
                  </a:lnTo>
                  <a:lnTo>
                    <a:pt x="6839" y="6846"/>
                  </a:lnTo>
                  <a:lnTo>
                    <a:pt x="6790" y="6389"/>
                  </a:lnTo>
                  <a:lnTo>
                    <a:pt x="7562" y="7000"/>
                  </a:lnTo>
                  <a:lnTo>
                    <a:pt x="7562" y="7000"/>
                  </a:lnTo>
                  <a:lnTo>
                    <a:pt x="7562" y="7000"/>
                  </a:lnTo>
                  <a:lnTo>
                    <a:pt x="8674" y="7878"/>
                  </a:lnTo>
                  <a:close/>
                  <a:moveTo>
                    <a:pt x="2379" y="1477"/>
                  </a:moveTo>
                  <a:lnTo>
                    <a:pt x="4226" y="1014"/>
                  </a:lnTo>
                  <a:lnTo>
                    <a:pt x="4195" y="896"/>
                  </a:lnTo>
                  <a:lnTo>
                    <a:pt x="2292" y="1366"/>
                  </a:lnTo>
                  <a:lnTo>
                    <a:pt x="1767" y="705"/>
                  </a:lnTo>
                  <a:lnTo>
                    <a:pt x="3145" y="180"/>
                  </a:lnTo>
                  <a:lnTo>
                    <a:pt x="4078" y="309"/>
                  </a:lnTo>
                  <a:lnTo>
                    <a:pt x="5400" y="2021"/>
                  </a:lnTo>
                  <a:lnTo>
                    <a:pt x="5443" y="2101"/>
                  </a:lnTo>
                  <a:lnTo>
                    <a:pt x="4485" y="1903"/>
                  </a:lnTo>
                  <a:lnTo>
                    <a:pt x="3120" y="2348"/>
                  </a:lnTo>
                  <a:lnTo>
                    <a:pt x="3151" y="2435"/>
                  </a:lnTo>
                  <a:close/>
                  <a:moveTo>
                    <a:pt x="5165" y="4992"/>
                  </a:moveTo>
                  <a:lnTo>
                    <a:pt x="4498" y="4146"/>
                  </a:lnTo>
                  <a:lnTo>
                    <a:pt x="5579" y="3553"/>
                  </a:lnTo>
                  <a:lnTo>
                    <a:pt x="5517" y="3448"/>
                  </a:lnTo>
                  <a:lnTo>
                    <a:pt x="4411" y="4047"/>
                  </a:lnTo>
                  <a:lnTo>
                    <a:pt x="3151" y="2466"/>
                  </a:lnTo>
                  <a:lnTo>
                    <a:pt x="4479" y="2033"/>
                  </a:lnTo>
                  <a:lnTo>
                    <a:pt x="5499" y="2243"/>
                  </a:lnTo>
                  <a:lnTo>
                    <a:pt x="6370" y="3948"/>
                  </a:lnTo>
                  <a:lnTo>
                    <a:pt x="6401" y="4202"/>
                  </a:lnTo>
                  <a:lnTo>
                    <a:pt x="5381" y="5159"/>
                  </a:lnTo>
                  <a:close/>
                  <a:moveTo>
                    <a:pt x="6357" y="5894"/>
                  </a:moveTo>
                  <a:lnTo>
                    <a:pt x="5493" y="5239"/>
                  </a:lnTo>
                  <a:lnTo>
                    <a:pt x="6425" y="4356"/>
                  </a:lnTo>
                  <a:lnTo>
                    <a:pt x="6580" y="5734"/>
                  </a:lnTo>
                  <a:lnTo>
                    <a:pt x="6413" y="5938"/>
                  </a:lnTo>
                  <a:close/>
                  <a:moveTo>
                    <a:pt x="6512" y="6012"/>
                  </a:moveTo>
                  <a:lnTo>
                    <a:pt x="6605" y="5894"/>
                  </a:lnTo>
                  <a:lnTo>
                    <a:pt x="6629" y="61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6"/>
            <p:cNvSpPr/>
            <p:nvPr/>
          </p:nvSpPr>
          <p:spPr>
            <a:xfrm flipH="1">
              <a:off x="5643563" y="4505040"/>
              <a:ext cx="261670" cy="39841"/>
            </a:xfrm>
            <a:custGeom>
              <a:avLst/>
              <a:gdLst/>
              <a:ahLst/>
              <a:cxnLst/>
              <a:rect l="l" t="t" r="r" b="b"/>
              <a:pathLst>
                <a:path w="3862" h="588" extrusionOk="0">
                  <a:moveTo>
                    <a:pt x="1687" y="457"/>
                  </a:moveTo>
                  <a:cubicBezTo>
                    <a:pt x="93" y="0"/>
                    <a:pt x="31" y="37"/>
                    <a:pt x="0" y="62"/>
                  </a:cubicBezTo>
                  <a:lnTo>
                    <a:pt x="50" y="130"/>
                  </a:lnTo>
                  <a:lnTo>
                    <a:pt x="56" y="173"/>
                  </a:lnTo>
                  <a:cubicBezTo>
                    <a:pt x="148" y="161"/>
                    <a:pt x="952" y="371"/>
                    <a:pt x="1668" y="581"/>
                  </a:cubicBezTo>
                  <a:lnTo>
                    <a:pt x="1687" y="587"/>
                  </a:lnTo>
                  <a:lnTo>
                    <a:pt x="3861" y="179"/>
                  </a:lnTo>
                  <a:lnTo>
                    <a:pt x="3843" y="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6"/>
            <p:cNvSpPr/>
            <p:nvPr/>
          </p:nvSpPr>
          <p:spPr>
            <a:xfrm flipH="1">
              <a:off x="5773723" y="4474889"/>
              <a:ext cx="288501" cy="23105"/>
            </a:xfrm>
            <a:custGeom>
              <a:avLst/>
              <a:gdLst/>
              <a:ahLst/>
              <a:cxnLst/>
              <a:rect l="l" t="t" r="r" b="b"/>
              <a:pathLst>
                <a:path w="4258" h="341" extrusionOk="0">
                  <a:moveTo>
                    <a:pt x="4257" y="217"/>
                  </a:moveTo>
                  <a:lnTo>
                    <a:pt x="1650" y="0"/>
                  </a:lnTo>
                  <a:lnTo>
                    <a:pt x="1637" y="0"/>
                  </a:lnTo>
                  <a:lnTo>
                    <a:pt x="0" y="217"/>
                  </a:lnTo>
                  <a:lnTo>
                    <a:pt x="19" y="340"/>
                  </a:lnTo>
                  <a:lnTo>
                    <a:pt x="1650" y="112"/>
                  </a:lnTo>
                  <a:lnTo>
                    <a:pt x="4245" y="3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6"/>
            <p:cNvSpPr/>
            <p:nvPr/>
          </p:nvSpPr>
          <p:spPr>
            <a:xfrm flipH="1">
              <a:off x="6554012" y="4245873"/>
              <a:ext cx="771594" cy="135718"/>
            </a:xfrm>
            <a:custGeom>
              <a:avLst/>
              <a:gdLst/>
              <a:ahLst/>
              <a:cxnLst/>
              <a:rect l="l" t="t" r="r" b="b"/>
              <a:pathLst>
                <a:path w="11388" h="2003" extrusionOk="0">
                  <a:moveTo>
                    <a:pt x="10924" y="514"/>
                  </a:moveTo>
                  <a:lnTo>
                    <a:pt x="965" y="514"/>
                  </a:lnTo>
                  <a:lnTo>
                    <a:pt x="63" y="1"/>
                  </a:lnTo>
                  <a:lnTo>
                    <a:pt x="1" y="112"/>
                  </a:lnTo>
                  <a:lnTo>
                    <a:pt x="934" y="637"/>
                  </a:lnTo>
                  <a:lnTo>
                    <a:pt x="2985" y="637"/>
                  </a:lnTo>
                  <a:lnTo>
                    <a:pt x="2985" y="2003"/>
                  </a:lnTo>
                  <a:lnTo>
                    <a:pt x="3108" y="2003"/>
                  </a:lnTo>
                  <a:lnTo>
                    <a:pt x="3108" y="637"/>
                  </a:lnTo>
                  <a:lnTo>
                    <a:pt x="4233" y="637"/>
                  </a:lnTo>
                  <a:lnTo>
                    <a:pt x="4233" y="2003"/>
                  </a:lnTo>
                  <a:lnTo>
                    <a:pt x="4356" y="2003"/>
                  </a:lnTo>
                  <a:lnTo>
                    <a:pt x="4356" y="637"/>
                  </a:lnTo>
                  <a:lnTo>
                    <a:pt x="5475" y="637"/>
                  </a:lnTo>
                  <a:lnTo>
                    <a:pt x="5475" y="2003"/>
                  </a:lnTo>
                  <a:lnTo>
                    <a:pt x="5598" y="2003"/>
                  </a:lnTo>
                  <a:lnTo>
                    <a:pt x="5598" y="637"/>
                  </a:lnTo>
                  <a:lnTo>
                    <a:pt x="6716" y="637"/>
                  </a:lnTo>
                  <a:lnTo>
                    <a:pt x="6716" y="2003"/>
                  </a:lnTo>
                  <a:lnTo>
                    <a:pt x="6840" y="2003"/>
                  </a:lnTo>
                  <a:lnTo>
                    <a:pt x="6840" y="637"/>
                  </a:lnTo>
                  <a:lnTo>
                    <a:pt x="7940" y="637"/>
                  </a:lnTo>
                  <a:lnTo>
                    <a:pt x="7940" y="2003"/>
                  </a:lnTo>
                  <a:lnTo>
                    <a:pt x="8063" y="2003"/>
                  </a:lnTo>
                  <a:lnTo>
                    <a:pt x="8063" y="637"/>
                  </a:lnTo>
                  <a:lnTo>
                    <a:pt x="10905" y="637"/>
                  </a:lnTo>
                  <a:lnTo>
                    <a:pt x="11338" y="866"/>
                  </a:lnTo>
                  <a:lnTo>
                    <a:pt x="11387" y="761"/>
                  </a:lnTo>
                  <a:close/>
                  <a:moveTo>
                    <a:pt x="9398" y="1107"/>
                  </a:moveTo>
                  <a:lnTo>
                    <a:pt x="9175" y="1298"/>
                  </a:lnTo>
                  <a:lnTo>
                    <a:pt x="9175" y="2003"/>
                  </a:lnTo>
                  <a:lnTo>
                    <a:pt x="9299" y="2003"/>
                  </a:lnTo>
                  <a:lnTo>
                    <a:pt x="9299" y="1354"/>
                  </a:lnTo>
                  <a:lnTo>
                    <a:pt x="9484" y="1199"/>
                  </a:lnTo>
                  <a:lnTo>
                    <a:pt x="9651" y="1026"/>
                  </a:lnTo>
                  <a:lnTo>
                    <a:pt x="9564" y="9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6"/>
            <p:cNvSpPr/>
            <p:nvPr/>
          </p:nvSpPr>
          <p:spPr>
            <a:xfrm flipH="1">
              <a:off x="6581242" y="4378607"/>
              <a:ext cx="329493" cy="203950"/>
            </a:xfrm>
            <a:custGeom>
              <a:avLst/>
              <a:gdLst/>
              <a:ahLst/>
              <a:cxnLst/>
              <a:rect l="l" t="t" r="r" b="b"/>
              <a:pathLst>
                <a:path w="4863" h="3010" extrusionOk="0">
                  <a:moveTo>
                    <a:pt x="2607" y="0"/>
                  </a:moveTo>
                  <a:lnTo>
                    <a:pt x="4115" y="0"/>
                  </a:lnTo>
                  <a:lnTo>
                    <a:pt x="4115" y="476"/>
                  </a:lnTo>
                  <a:lnTo>
                    <a:pt x="4448" y="927"/>
                  </a:lnTo>
                  <a:cubicBezTo>
                    <a:pt x="4448" y="927"/>
                    <a:pt x="4584" y="976"/>
                    <a:pt x="4584" y="1143"/>
                  </a:cubicBezTo>
                  <a:cubicBezTo>
                    <a:pt x="4584" y="1304"/>
                    <a:pt x="4677" y="1687"/>
                    <a:pt x="4770" y="1804"/>
                  </a:cubicBezTo>
                  <a:cubicBezTo>
                    <a:pt x="4862" y="1916"/>
                    <a:pt x="4436" y="2459"/>
                    <a:pt x="4436" y="2459"/>
                  </a:cubicBezTo>
                  <a:lnTo>
                    <a:pt x="3738" y="2750"/>
                  </a:lnTo>
                  <a:lnTo>
                    <a:pt x="816" y="3009"/>
                  </a:lnTo>
                  <a:lnTo>
                    <a:pt x="0" y="1916"/>
                  </a:lnTo>
                  <a:lnTo>
                    <a:pt x="111" y="71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6"/>
            <p:cNvSpPr/>
            <p:nvPr/>
          </p:nvSpPr>
          <p:spPr>
            <a:xfrm flipH="1">
              <a:off x="6600889" y="4410859"/>
              <a:ext cx="187614" cy="69519"/>
            </a:xfrm>
            <a:custGeom>
              <a:avLst/>
              <a:gdLst/>
              <a:ahLst/>
              <a:cxnLst/>
              <a:rect l="l" t="t" r="r" b="b"/>
              <a:pathLst>
                <a:path w="2769" h="1026" extrusionOk="0">
                  <a:moveTo>
                    <a:pt x="2644" y="451"/>
                  </a:moveTo>
                  <a:lnTo>
                    <a:pt x="2311" y="0"/>
                  </a:lnTo>
                  <a:lnTo>
                    <a:pt x="488" y="667"/>
                  </a:lnTo>
                  <a:lnTo>
                    <a:pt x="0" y="976"/>
                  </a:lnTo>
                  <a:lnTo>
                    <a:pt x="1100" y="1026"/>
                  </a:lnTo>
                  <a:lnTo>
                    <a:pt x="2768" y="593"/>
                  </a:lnTo>
                  <a:cubicBezTo>
                    <a:pt x="2737" y="488"/>
                    <a:pt x="2644" y="451"/>
                    <a:pt x="2644" y="45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6"/>
            <p:cNvSpPr/>
            <p:nvPr/>
          </p:nvSpPr>
          <p:spPr>
            <a:xfrm flipH="1">
              <a:off x="6586254" y="4504160"/>
              <a:ext cx="231587" cy="74194"/>
            </a:xfrm>
            <a:custGeom>
              <a:avLst/>
              <a:gdLst/>
              <a:ahLst/>
              <a:cxnLst/>
              <a:rect l="l" t="t" r="r" b="b"/>
              <a:pathLst>
                <a:path w="3418" h="1095" extrusionOk="0">
                  <a:moveTo>
                    <a:pt x="3417" y="1"/>
                  </a:moveTo>
                  <a:lnTo>
                    <a:pt x="2398" y="371"/>
                  </a:lnTo>
                  <a:lnTo>
                    <a:pt x="1632" y="470"/>
                  </a:lnTo>
                  <a:lnTo>
                    <a:pt x="81" y="878"/>
                  </a:lnTo>
                  <a:lnTo>
                    <a:pt x="1" y="1094"/>
                  </a:lnTo>
                  <a:lnTo>
                    <a:pt x="2373" y="878"/>
                  </a:lnTo>
                  <a:lnTo>
                    <a:pt x="3077" y="594"/>
                  </a:lnTo>
                  <a:cubicBezTo>
                    <a:pt x="3077" y="600"/>
                    <a:pt x="3399" y="174"/>
                    <a:pt x="3417" y="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6"/>
            <p:cNvSpPr/>
            <p:nvPr/>
          </p:nvSpPr>
          <p:spPr>
            <a:xfrm flipH="1">
              <a:off x="6669126" y="4378607"/>
              <a:ext cx="567313" cy="203476"/>
            </a:xfrm>
            <a:custGeom>
              <a:avLst/>
              <a:gdLst/>
              <a:ahLst/>
              <a:cxnLst/>
              <a:rect l="l" t="t" r="r" b="b"/>
              <a:pathLst>
                <a:path w="8373" h="3003" extrusionOk="0">
                  <a:moveTo>
                    <a:pt x="8372" y="0"/>
                  </a:moveTo>
                  <a:lnTo>
                    <a:pt x="1156" y="0"/>
                  </a:lnTo>
                  <a:lnTo>
                    <a:pt x="736" y="377"/>
                  </a:lnTo>
                  <a:lnTo>
                    <a:pt x="612" y="1440"/>
                  </a:lnTo>
                  <a:lnTo>
                    <a:pt x="1" y="1668"/>
                  </a:lnTo>
                  <a:lnTo>
                    <a:pt x="1" y="3003"/>
                  </a:lnTo>
                  <a:lnTo>
                    <a:pt x="6580" y="3003"/>
                  </a:lnTo>
                  <a:lnTo>
                    <a:pt x="7526" y="2737"/>
                  </a:lnTo>
                  <a:lnTo>
                    <a:pt x="7810" y="2329"/>
                  </a:lnTo>
                  <a:lnTo>
                    <a:pt x="7711" y="1495"/>
                  </a:lnTo>
                  <a:lnTo>
                    <a:pt x="7099" y="1143"/>
                  </a:lnTo>
                  <a:lnTo>
                    <a:pt x="8088" y="4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6"/>
            <p:cNvSpPr/>
            <p:nvPr/>
          </p:nvSpPr>
          <p:spPr>
            <a:xfrm flipH="1">
              <a:off x="6891835" y="4378607"/>
              <a:ext cx="239920" cy="205170"/>
            </a:xfrm>
            <a:custGeom>
              <a:avLst/>
              <a:gdLst/>
              <a:ahLst/>
              <a:cxnLst/>
              <a:rect l="l" t="t" r="r" b="b"/>
              <a:pathLst>
                <a:path w="3541" h="3028" extrusionOk="0">
                  <a:moveTo>
                    <a:pt x="3083" y="155"/>
                  </a:moveTo>
                  <a:lnTo>
                    <a:pt x="3244" y="0"/>
                  </a:lnTo>
                  <a:lnTo>
                    <a:pt x="3071" y="0"/>
                  </a:lnTo>
                  <a:lnTo>
                    <a:pt x="2960" y="198"/>
                  </a:lnTo>
                  <a:lnTo>
                    <a:pt x="3540" y="933"/>
                  </a:lnTo>
                  <a:close/>
                  <a:moveTo>
                    <a:pt x="2935" y="2070"/>
                  </a:moveTo>
                  <a:lnTo>
                    <a:pt x="2768" y="1625"/>
                  </a:lnTo>
                  <a:lnTo>
                    <a:pt x="1885" y="1916"/>
                  </a:lnTo>
                  <a:lnTo>
                    <a:pt x="1841" y="1953"/>
                  </a:lnTo>
                  <a:lnTo>
                    <a:pt x="1458" y="2262"/>
                  </a:lnTo>
                  <a:lnTo>
                    <a:pt x="1069" y="2138"/>
                  </a:lnTo>
                  <a:lnTo>
                    <a:pt x="593" y="1730"/>
                  </a:lnTo>
                  <a:lnTo>
                    <a:pt x="0" y="1483"/>
                  </a:lnTo>
                  <a:cubicBezTo>
                    <a:pt x="0" y="1483"/>
                    <a:pt x="377" y="1743"/>
                    <a:pt x="501" y="1780"/>
                  </a:cubicBezTo>
                  <a:cubicBezTo>
                    <a:pt x="624" y="1811"/>
                    <a:pt x="945" y="2163"/>
                    <a:pt x="945" y="2163"/>
                  </a:cubicBezTo>
                  <a:lnTo>
                    <a:pt x="1539" y="2583"/>
                  </a:lnTo>
                  <a:lnTo>
                    <a:pt x="1810" y="3028"/>
                  </a:lnTo>
                  <a:lnTo>
                    <a:pt x="1878" y="3028"/>
                  </a:lnTo>
                  <a:lnTo>
                    <a:pt x="1823" y="2842"/>
                  </a:lnTo>
                  <a:lnTo>
                    <a:pt x="1637" y="2478"/>
                  </a:lnTo>
                  <a:lnTo>
                    <a:pt x="2521" y="2793"/>
                  </a:lnTo>
                  <a:lnTo>
                    <a:pt x="2583" y="3028"/>
                  </a:lnTo>
                  <a:lnTo>
                    <a:pt x="2749" y="3028"/>
                  </a:lnTo>
                  <a:lnTo>
                    <a:pt x="2626" y="2663"/>
                  </a:lnTo>
                  <a:lnTo>
                    <a:pt x="1983" y="2509"/>
                  </a:lnTo>
                  <a:lnTo>
                    <a:pt x="1656" y="2323"/>
                  </a:lnTo>
                  <a:lnTo>
                    <a:pt x="2644" y="178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6"/>
            <p:cNvSpPr/>
            <p:nvPr/>
          </p:nvSpPr>
          <p:spPr>
            <a:xfrm flipH="1">
              <a:off x="8531944" y="4714340"/>
              <a:ext cx="424959" cy="66199"/>
            </a:xfrm>
            <a:custGeom>
              <a:avLst/>
              <a:gdLst/>
              <a:ahLst/>
              <a:cxnLst/>
              <a:rect l="l" t="t" r="r" b="b"/>
              <a:pathLst>
                <a:path w="6272" h="977" extrusionOk="0">
                  <a:moveTo>
                    <a:pt x="1" y="0"/>
                  </a:moveTo>
                  <a:lnTo>
                    <a:pt x="75" y="278"/>
                  </a:lnTo>
                  <a:lnTo>
                    <a:pt x="4993" y="976"/>
                  </a:lnTo>
                  <a:lnTo>
                    <a:pt x="6148" y="439"/>
                  </a:lnTo>
                  <a:lnTo>
                    <a:pt x="6271" y="62"/>
                  </a:lnTo>
                  <a:lnTo>
                    <a:pt x="3454" y="6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6"/>
            <p:cNvSpPr/>
            <p:nvPr/>
          </p:nvSpPr>
          <p:spPr>
            <a:xfrm flipH="1">
              <a:off x="8531944" y="4678293"/>
              <a:ext cx="424959" cy="78395"/>
            </a:xfrm>
            <a:custGeom>
              <a:avLst/>
              <a:gdLst/>
              <a:ahLst/>
              <a:cxnLst/>
              <a:rect l="l" t="t" r="r" b="b"/>
              <a:pathLst>
                <a:path w="6272" h="1157" extrusionOk="0">
                  <a:moveTo>
                    <a:pt x="761" y="217"/>
                  </a:moveTo>
                  <a:cubicBezTo>
                    <a:pt x="761" y="217"/>
                    <a:pt x="5116" y="1"/>
                    <a:pt x="5240" y="94"/>
                  </a:cubicBezTo>
                  <a:cubicBezTo>
                    <a:pt x="5363" y="186"/>
                    <a:pt x="6271" y="594"/>
                    <a:pt x="6271" y="594"/>
                  </a:cubicBezTo>
                  <a:lnTo>
                    <a:pt x="4770" y="1156"/>
                  </a:lnTo>
                  <a:lnTo>
                    <a:pt x="3232" y="909"/>
                  </a:lnTo>
                  <a:lnTo>
                    <a:pt x="1" y="53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6"/>
            <p:cNvSpPr/>
            <p:nvPr/>
          </p:nvSpPr>
          <p:spPr>
            <a:xfrm flipH="1">
              <a:off x="9070261" y="4620565"/>
              <a:ext cx="93841" cy="14297"/>
            </a:xfrm>
            <a:custGeom>
              <a:avLst/>
              <a:gdLst/>
              <a:ahLst/>
              <a:cxnLst/>
              <a:rect l="l" t="t" r="r" b="b"/>
              <a:pathLst>
                <a:path w="1385" h="211" extrusionOk="0">
                  <a:moveTo>
                    <a:pt x="0" y="25"/>
                  </a:moveTo>
                  <a:lnTo>
                    <a:pt x="19" y="105"/>
                  </a:lnTo>
                  <a:lnTo>
                    <a:pt x="662" y="210"/>
                  </a:lnTo>
                  <a:lnTo>
                    <a:pt x="1372" y="118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6"/>
            <p:cNvSpPr/>
            <p:nvPr/>
          </p:nvSpPr>
          <p:spPr>
            <a:xfrm flipH="1">
              <a:off x="9070261" y="4614264"/>
              <a:ext cx="93841" cy="13484"/>
            </a:xfrm>
            <a:custGeom>
              <a:avLst/>
              <a:gdLst/>
              <a:ahLst/>
              <a:cxnLst/>
              <a:rect l="l" t="t" r="r" b="b"/>
              <a:pathLst>
                <a:path w="1385" h="199" extrusionOk="0">
                  <a:moveTo>
                    <a:pt x="0" y="118"/>
                  </a:moveTo>
                  <a:lnTo>
                    <a:pt x="797" y="1"/>
                  </a:lnTo>
                  <a:lnTo>
                    <a:pt x="1384" y="93"/>
                  </a:lnTo>
                  <a:lnTo>
                    <a:pt x="637" y="19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6"/>
            <p:cNvSpPr/>
            <p:nvPr/>
          </p:nvSpPr>
          <p:spPr>
            <a:xfrm flipH="1">
              <a:off x="6302018" y="4512561"/>
              <a:ext cx="309844" cy="107667"/>
            </a:xfrm>
            <a:custGeom>
              <a:avLst/>
              <a:gdLst/>
              <a:ahLst/>
              <a:cxnLst/>
              <a:rect l="l" t="t" r="r" b="b"/>
              <a:pathLst>
                <a:path w="4573" h="1589" extrusionOk="0">
                  <a:moveTo>
                    <a:pt x="0" y="1532"/>
                  </a:moveTo>
                  <a:cubicBezTo>
                    <a:pt x="0" y="1532"/>
                    <a:pt x="655" y="655"/>
                    <a:pt x="909" y="501"/>
                  </a:cubicBezTo>
                  <a:cubicBezTo>
                    <a:pt x="1156" y="346"/>
                    <a:pt x="2163" y="0"/>
                    <a:pt x="2163" y="0"/>
                  </a:cubicBezTo>
                  <a:lnTo>
                    <a:pt x="2725" y="118"/>
                  </a:lnTo>
                  <a:lnTo>
                    <a:pt x="3256" y="624"/>
                  </a:lnTo>
                  <a:lnTo>
                    <a:pt x="3911" y="655"/>
                  </a:lnTo>
                  <a:lnTo>
                    <a:pt x="4572" y="1403"/>
                  </a:lnTo>
                  <a:lnTo>
                    <a:pt x="3380" y="158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6"/>
            <p:cNvSpPr/>
            <p:nvPr/>
          </p:nvSpPr>
          <p:spPr>
            <a:xfrm flipH="1">
              <a:off x="5910250" y="4536412"/>
              <a:ext cx="151161" cy="24325"/>
            </a:xfrm>
            <a:custGeom>
              <a:avLst/>
              <a:gdLst/>
              <a:ahLst/>
              <a:cxnLst/>
              <a:rect l="l" t="t" r="r" b="b"/>
              <a:pathLst>
                <a:path w="2231" h="359" extrusionOk="0">
                  <a:moveTo>
                    <a:pt x="1" y="68"/>
                  </a:moveTo>
                  <a:lnTo>
                    <a:pt x="19" y="266"/>
                  </a:lnTo>
                  <a:lnTo>
                    <a:pt x="1317" y="359"/>
                  </a:lnTo>
                  <a:lnTo>
                    <a:pt x="2200" y="192"/>
                  </a:lnTo>
                  <a:lnTo>
                    <a:pt x="2231" y="0"/>
                  </a:lnTo>
                  <a:lnTo>
                    <a:pt x="989" y="13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6"/>
            <p:cNvSpPr/>
            <p:nvPr/>
          </p:nvSpPr>
          <p:spPr>
            <a:xfrm flipH="1">
              <a:off x="5910250" y="4536412"/>
              <a:ext cx="151161" cy="12603"/>
            </a:xfrm>
            <a:custGeom>
              <a:avLst/>
              <a:gdLst/>
              <a:ahLst/>
              <a:cxnLst/>
              <a:rect l="l" t="t" r="r" b="b"/>
              <a:pathLst>
                <a:path w="2231" h="186" extrusionOk="0">
                  <a:moveTo>
                    <a:pt x="1" y="68"/>
                  </a:moveTo>
                  <a:lnTo>
                    <a:pt x="816" y="0"/>
                  </a:lnTo>
                  <a:lnTo>
                    <a:pt x="2231" y="0"/>
                  </a:lnTo>
                  <a:lnTo>
                    <a:pt x="1286" y="1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6"/>
            <p:cNvSpPr/>
            <p:nvPr/>
          </p:nvSpPr>
          <p:spPr>
            <a:xfrm flipH="1">
              <a:off x="6627730" y="4783383"/>
              <a:ext cx="728027" cy="267574"/>
            </a:xfrm>
            <a:custGeom>
              <a:avLst/>
              <a:gdLst/>
              <a:ahLst/>
              <a:cxnLst/>
              <a:rect l="l" t="t" r="r" b="b"/>
              <a:pathLst>
                <a:path w="10745" h="3949" extrusionOk="0">
                  <a:moveTo>
                    <a:pt x="1" y="3683"/>
                  </a:moveTo>
                  <a:lnTo>
                    <a:pt x="1681" y="3244"/>
                  </a:lnTo>
                  <a:lnTo>
                    <a:pt x="3047" y="2725"/>
                  </a:lnTo>
                  <a:lnTo>
                    <a:pt x="1823" y="3578"/>
                  </a:lnTo>
                  <a:lnTo>
                    <a:pt x="699" y="3806"/>
                  </a:lnTo>
                  <a:cubicBezTo>
                    <a:pt x="699" y="3806"/>
                    <a:pt x="3516" y="3578"/>
                    <a:pt x="3652" y="3578"/>
                  </a:cubicBezTo>
                  <a:cubicBezTo>
                    <a:pt x="3794" y="3578"/>
                    <a:pt x="7415" y="2781"/>
                    <a:pt x="7557" y="2725"/>
                  </a:cubicBezTo>
                  <a:cubicBezTo>
                    <a:pt x="7693" y="2682"/>
                    <a:pt x="8638" y="2305"/>
                    <a:pt x="8638" y="2305"/>
                  </a:cubicBezTo>
                  <a:lnTo>
                    <a:pt x="8867" y="1601"/>
                  </a:lnTo>
                  <a:lnTo>
                    <a:pt x="9009" y="1082"/>
                  </a:lnTo>
                  <a:lnTo>
                    <a:pt x="10745" y="1"/>
                  </a:lnTo>
                  <a:lnTo>
                    <a:pt x="9194" y="1131"/>
                  </a:lnTo>
                  <a:lnTo>
                    <a:pt x="9009" y="1601"/>
                  </a:lnTo>
                  <a:lnTo>
                    <a:pt x="8799" y="2447"/>
                  </a:lnTo>
                  <a:lnTo>
                    <a:pt x="7693" y="2941"/>
                  </a:lnTo>
                  <a:lnTo>
                    <a:pt x="3794" y="3738"/>
                  </a:lnTo>
                  <a:lnTo>
                    <a:pt x="594" y="394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6"/>
            <p:cNvSpPr/>
            <p:nvPr/>
          </p:nvSpPr>
          <p:spPr>
            <a:xfrm flipH="1">
              <a:off x="6157633" y="4744017"/>
              <a:ext cx="460124" cy="216960"/>
            </a:xfrm>
            <a:custGeom>
              <a:avLst/>
              <a:gdLst/>
              <a:ahLst/>
              <a:cxnLst/>
              <a:rect l="l" t="t" r="r" b="b"/>
              <a:pathLst>
                <a:path w="6791" h="3202" extrusionOk="0">
                  <a:moveTo>
                    <a:pt x="328" y="1959"/>
                  </a:moveTo>
                  <a:lnTo>
                    <a:pt x="1" y="1601"/>
                  </a:lnTo>
                  <a:lnTo>
                    <a:pt x="532" y="1539"/>
                  </a:lnTo>
                  <a:lnTo>
                    <a:pt x="1552" y="1632"/>
                  </a:lnTo>
                  <a:lnTo>
                    <a:pt x="2373" y="1650"/>
                  </a:lnTo>
                  <a:lnTo>
                    <a:pt x="3436" y="1162"/>
                  </a:lnTo>
                  <a:lnTo>
                    <a:pt x="3102" y="1131"/>
                  </a:lnTo>
                  <a:lnTo>
                    <a:pt x="3967" y="940"/>
                  </a:lnTo>
                  <a:lnTo>
                    <a:pt x="5555" y="816"/>
                  </a:lnTo>
                  <a:lnTo>
                    <a:pt x="6791" y="1"/>
                  </a:lnTo>
                  <a:lnTo>
                    <a:pt x="5648" y="890"/>
                  </a:lnTo>
                  <a:lnTo>
                    <a:pt x="3967" y="1070"/>
                  </a:lnTo>
                  <a:lnTo>
                    <a:pt x="3609" y="1144"/>
                  </a:lnTo>
                  <a:lnTo>
                    <a:pt x="3652" y="1255"/>
                  </a:lnTo>
                  <a:lnTo>
                    <a:pt x="2404" y="1805"/>
                  </a:lnTo>
                  <a:lnTo>
                    <a:pt x="1632" y="1805"/>
                  </a:lnTo>
                  <a:lnTo>
                    <a:pt x="1947" y="2151"/>
                  </a:lnTo>
                  <a:lnTo>
                    <a:pt x="3152" y="2991"/>
                  </a:lnTo>
                  <a:lnTo>
                    <a:pt x="3893" y="3201"/>
                  </a:lnTo>
                  <a:lnTo>
                    <a:pt x="3041" y="3102"/>
                  </a:lnTo>
                  <a:lnTo>
                    <a:pt x="1774" y="2163"/>
                  </a:lnTo>
                  <a:lnTo>
                    <a:pt x="1354" y="1805"/>
                  </a:lnTo>
                  <a:lnTo>
                    <a:pt x="520" y="1650"/>
                  </a:lnTo>
                  <a:lnTo>
                    <a:pt x="273" y="171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6"/>
            <p:cNvSpPr/>
            <p:nvPr/>
          </p:nvSpPr>
          <p:spPr>
            <a:xfrm>
              <a:off x="2888400" y="4322800"/>
              <a:ext cx="1989050" cy="840450"/>
            </a:xfrm>
            <a:custGeom>
              <a:avLst/>
              <a:gdLst/>
              <a:ahLst/>
              <a:cxnLst/>
              <a:rect l="l" t="t" r="r" b="b"/>
              <a:pathLst>
                <a:path w="79562" h="33618" extrusionOk="0">
                  <a:moveTo>
                    <a:pt x="79562" y="5283"/>
                  </a:moveTo>
                  <a:lnTo>
                    <a:pt x="79002" y="4242"/>
                  </a:lnTo>
                  <a:lnTo>
                    <a:pt x="15768" y="0"/>
                  </a:lnTo>
                  <a:lnTo>
                    <a:pt x="5443" y="8244"/>
                  </a:lnTo>
                  <a:lnTo>
                    <a:pt x="0" y="25853"/>
                  </a:lnTo>
                  <a:lnTo>
                    <a:pt x="12807" y="33618"/>
                  </a:lnTo>
                  <a:lnTo>
                    <a:pt x="54429" y="2129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/>
            <a:lstStyle/>
            <a:p>
              <a:endParaRPr lang="de-DE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Game References </a:t>
            </a:r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B09D83A-172D-8CD1-7224-44B678445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447869"/>
            <a:ext cx="8344958" cy="3173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>
          <a:extLst>
            <a:ext uri="{FF2B5EF4-FFF2-40B4-BE49-F238E27FC236}">
              <a16:creationId xmlns:a16="http://schemas.microsoft.com/office/drawing/2014/main" id="{C5996F65-A8D7-C224-60EB-078EB8763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7">
            <a:extLst>
              <a:ext uri="{FF2B5EF4-FFF2-40B4-BE49-F238E27FC236}">
                <a16:creationId xmlns:a16="http://schemas.microsoft.com/office/drawing/2014/main" id="{597CF4D6-E996-B5EB-67C6-97FD0578E1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Enemy References </a:t>
            </a:r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4FD083E-7A02-9CC2-26D5-F2659326D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303" y="1100667"/>
            <a:ext cx="4838102" cy="38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096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>
          <a:extLst>
            <a:ext uri="{FF2B5EF4-FFF2-40B4-BE49-F238E27FC236}">
              <a16:creationId xmlns:a16="http://schemas.microsoft.com/office/drawing/2014/main" id="{DE758606-8101-083A-2F8D-B7B13637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7">
            <a:extLst>
              <a:ext uri="{FF2B5EF4-FFF2-40B4-BE49-F238E27FC236}">
                <a16:creationId xmlns:a16="http://schemas.microsoft.com/office/drawing/2014/main" id="{C8F20FBB-0F20-E284-E3D0-F88C54FC66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Enemy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0FA249F-6912-0A7F-2779-48E8F3B05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47" y="1065355"/>
            <a:ext cx="8202706" cy="374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121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>
          <a:extLst>
            <a:ext uri="{FF2B5EF4-FFF2-40B4-BE49-F238E27FC236}">
              <a16:creationId xmlns:a16="http://schemas.microsoft.com/office/drawing/2014/main" id="{C64F16F4-6492-98B7-1699-DA3D3A5C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7">
            <a:extLst>
              <a:ext uri="{FF2B5EF4-FFF2-40B4-BE49-F238E27FC236}">
                <a16:creationId xmlns:a16="http://schemas.microsoft.com/office/drawing/2014/main" id="{55702AC3-DCAD-B2DD-9953-8991961D84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Character/ Level</a:t>
            </a:r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44ED3B7-B17D-BF47-7604-CD40F9D0D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54" y="1344656"/>
            <a:ext cx="8562975" cy="311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3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>
          <a:extLst>
            <a:ext uri="{FF2B5EF4-FFF2-40B4-BE49-F238E27FC236}">
              <a16:creationId xmlns:a16="http://schemas.microsoft.com/office/drawing/2014/main" id="{A3FE40CA-E5A0-E6E5-C75C-2B1192B2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3">
            <a:extLst>
              <a:ext uri="{FF2B5EF4-FFF2-40B4-BE49-F238E27FC236}">
                <a16:creationId xmlns:a16="http://schemas.microsoft.com/office/drawing/2014/main" id="{03B76685-009E-68C7-3508-0F13D31760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97" y="1995553"/>
            <a:ext cx="4580400" cy="17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Analytics</a:t>
            </a:r>
            <a:endParaRPr lang="en">
              <a:solidFill>
                <a:srgbClr val="F7F9F7"/>
              </a:solidFill>
            </a:endParaRPr>
          </a:p>
        </p:txBody>
      </p:sp>
      <p:sp>
        <p:nvSpPr>
          <p:cNvPr id="676" name="Google Shape;676;p43">
            <a:extLst>
              <a:ext uri="{FF2B5EF4-FFF2-40B4-BE49-F238E27FC236}">
                <a16:creationId xmlns:a16="http://schemas.microsoft.com/office/drawing/2014/main" id="{78A5905B-4626-7171-9411-F2E8C77CFEC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782438"/>
            <a:ext cx="1383300" cy="13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77" name="Google Shape;677;p43">
            <a:extLst>
              <a:ext uri="{FF2B5EF4-FFF2-40B4-BE49-F238E27FC236}">
                <a16:creationId xmlns:a16="http://schemas.microsoft.com/office/drawing/2014/main" id="{BF73BC5D-9B07-A7C4-D481-42B3CBCCB8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3653650"/>
            <a:ext cx="45804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What makes you keep playing</a:t>
            </a:r>
            <a:endParaRPr/>
          </a:p>
        </p:txBody>
      </p:sp>
      <p:sp>
        <p:nvSpPr>
          <p:cNvPr id="678" name="Google Shape;678;p43">
            <a:extLst>
              <a:ext uri="{FF2B5EF4-FFF2-40B4-BE49-F238E27FC236}">
                <a16:creationId xmlns:a16="http://schemas.microsoft.com/office/drawing/2014/main" id="{E41C7093-39E2-E5C9-EF20-3C8467AABE3A}"/>
              </a:ext>
            </a:extLst>
          </p:cNvPr>
          <p:cNvSpPr/>
          <p:nvPr/>
        </p:nvSpPr>
        <p:spPr>
          <a:xfrm>
            <a:off x="5628375" y="4028649"/>
            <a:ext cx="278082" cy="575344"/>
          </a:xfrm>
          <a:custGeom>
            <a:avLst/>
            <a:gdLst/>
            <a:ahLst/>
            <a:cxnLst/>
            <a:rect l="l" t="t" r="r" b="b"/>
            <a:pathLst>
              <a:path w="11405" h="23599" extrusionOk="0">
                <a:moveTo>
                  <a:pt x="995" y="4529"/>
                </a:moveTo>
                <a:cubicBezTo>
                  <a:pt x="995" y="4529"/>
                  <a:pt x="995" y="4529"/>
                  <a:pt x="995" y="4529"/>
                </a:cubicBezTo>
                <a:cubicBezTo>
                  <a:pt x="995" y="4529"/>
                  <a:pt x="995" y="4529"/>
                  <a:pt x="995" y="4529"/>
                </a:cubicBezTo>
                <a:close/>
                <a:moveTo>
                  <a:pt x="7675" y="1"/>
                </a:moveTo>
                <a:cubicBezTo>
                  <a:pt x="7580" y="1"/>
                  <a:pt x="7479" y="16"/>
                  <a:pt x="7371" y="43"/>
                </a:cubicBezTo>
                <a:cubicBezTo>
                  <a:pt x="7269" y="68"/>
                  <a:pt x="7178" y="76"/>
                  <a:pt x="7095" y="76"/>
                </a:cubicBezTo>
                <a:cubicBezTo>
                  <a:pt x="6933" y="76"/>
                  <a:pt x="6803" y="45"/>
                  <a:pt x="6689" y="45"/>
                </a:cubicBezTo>
                <a:cubicBezTo>
                  <a:pt x="6595" y="45"/>
                  <a:pt x="6512" y="66"/>
                  <a:pt x="6431" y="142"/>
                </a:cubicBezTo>
                <a:cubicBezTo>
                  <a:pt x="6277" y="290"/>
                  <a:pt x="6345" y="383"/>
                  <a:pt x="6067" y="414"/>
                </a:cubicBezTo>
                <a:cubicBezTo>
                  <a:pt x="5715" y="451"/>
                  <a:pt x="5499" y="828"/>
                  <a:pt x="5659" y="1174"/>
                </a:cubicBezTo>
                <a:cubicBezTo>
                  <a:pt x="5696" y="1260"/>
                  <a:pt x="5832" y="1372"/>
                  <a:pt x="5715" y="1464"/>
                </a:cubicBezTo>
                <a:cubicBezTo>
                  <a:pt x="5344" y="1730"/>
                  <a:pt x="5906" y="2224"/>
                  <a:pt x="5579" y="2626"/>
                </a:cubicBezTo>
                <a:cubicBezTo>
                  <a:pt x="5326" y="2947"/>
                  <a:pt x="5604" y="2836"/>
                  <a:pt x="5641" y="2984"/>
                </a:cubicBezTo>
                <a:cubicBezTo>
                  <a:pt x="5746" y="3417"/>
                  <a:pt x="5715" y="3491"/>
                  <a:pt x="5783" y="3571"/>
                </a:cubicBezTo>
                <a:cubicBezTo>
                  <a:pt x="5823" y="3616"/>
                  <a:pt x="5877" y="3627"/>
                  <a:pt x="5937" y="3627"/>
                </a:cubicBezTo>
                <a:cubicBezTo>
                  <a:pt x="6004" y="3627"/>
                  <a:pt x="6078" y="3613"/>
                  <a:pt x="6147" y="3613"/>
                </a:cubicBezTo>
                <a:cubicBezTo>
                  <a:pt x="6196" y="3613"/>
                  <a:pt x="6243" y="3620"/>
                  <a:pt x="6283" y="3645"/>
                </a:cubicBezTo>
                <a:cubicBezTo>
                  <a:pt x="5661" y="3780"/>
                  <a:pt x="5090" y="4027"/>
                  <a:pt x="4472" y="4027"/>
                </a:cubicBezTo>
                <a:cubicBezTo>
                  <a:pt x="4323" y="4027"/>
                  <a:pt x="4171" y="4012"/>
                  <a:pt x="4016" y="3979"/>
                </a:cubicBezTo>
                <a:cubicBezTo>
                  <a:pt x="3417" y="3849"/>
                  <a:pt x="3417" y="3614"/>
                  <a:pt x="1767" y="2959"/>
                </a:cubicBezTo>
                <a:cubicBezTo>
                  <a:pt x="1683" y="2927"/>
                  <a:pt x="1629" y="2910"/>
                  <a:pt x="1573" y="2910"/>
                </a:cubicBezTo>
                <a:cubicBezTo>
                  <a:pt x="1522" y="2910"/>
                  <a:pt x="1469" y="2924"/>
                  <a:pt x="1390" y="2953"/>
                </a:cubicBezTo>
                <a:cubicBezTo>
                  <a:pt x="772" y="3176"/>
                  <a:pt x="161" y="3423"/>
                  <a:pt x="0" y="4102"/>
                </a:cubicBezTo>
                <a:cubicBezTo>
                  <a:pt x="74" y="4096"/>
                  <a:pt x="136" y="4034"/>
                  <a:pt x="154" y="3966"/>
                </a:cubicBezTo>
                <a:lnTo>
                  <a:pt x="155" y="3966"/>
                </a:lnTo>
                <a:cubicBezTo>
                  <a:pt x="124" y="4133"/>
                  <a:pt x="124" y="4306"/>
                  <a:pt x="161" y="4467"/>
                </a:cubicBezTo>
                <a:cubicBezTo>
                  <a:pt x="221" y="4401"/>
                  <a:pt x="263" y="4312"/>
                  <a:pt x="288" y="4222"/>
                </a:cubicBezTo>
                <a:lnTo>
                  <a:pt x="288" y="4222"/>
                </a:lnTo>
                <a:cubicBezTo>
                  <a:pt x="269" y="4301"/>
                  <a:pt x="318" y="4400"/>
                  <a:pt x="389" y="4442"/>
                </a:cubicBezTo>
                <a:cubicBezTo>
                  <a:pt x="450" y="4043"/>
                  <a:pt x="776" y="3645"/>
                  <a:pt x="964" y="3645"/>
                </a:cubicBezTo>
                <a:cubicBezTo>
                  <a:pt x="968" y="3645"/>
                  <a:pt x="972" y="3645"/>
                  <a:pt x="976" y="3645"/>
                </a:cubicBezTo>
                <a:cubicBezTo>
                  <a:pt x="1044" y="3658"/>
                  <a:pt x="1155" y="3670"/>
                  <a:pt x="1112" y="3732"/>
                </a:cubicBezTo>
                <a:cubicBezTo>
                  <a:pt x="1248" y="3911"/>
                  <a:pt x="692" y="4306"/>
                  <a:pt x="995" y="4529"/>
                </a:cubicBezTo>
                <a:lnTo>
                  <a:pt x="995" y="4529"/>
                </a:lnTo>
                <a:cubicBezTo>
                  <a:pt x="960" y="4501"/>
                  <a:pt x="1699" y="3552"/>
                  <a:pt x="1730" y="3522"/>
                </a:cubicBezTo>
                <a:cubicBezTo>
                  <a:pt x="1736" y="3531"/>
                  <a:pt x="1742" y="3531"/>
                  <a:pt x="1750" y="3531"/>
                </a:cubicBezTo>
                <a:cubicBezTo>
                  <a:pt x="1758" y="3531"/>
                  <a:pt x="1767" y="3531"/>
                  <a:pt x="1779" y="3540"/>
                </a:cubicBezTo>
                <a:cubicBezTo>
                  <a:pt x="2212" y="3966"/>
                  <a:pt x="2453" y="4214"/>
                  <a:pt x="2737" y="4405"/>
                </a:cubicBezTo>
                <a:cubicBezTo>
                  <a:pt x="3725" y="5060"/>
                  <a:pt x="5054" y="4838"/>
                  <a:pt x="5579" y="5128"/>
                </a:cubicBezTo>
                <a:cubicBezTo>
                  <a:pt x="5251" y="6104"/>
                  <a:pt x="5319" y="6271"/>
                  <a:pt x="5517" y="7006"/>
                </a:cubicBezTo>
                <a:cubicBezTo>
                  <a:pt x="6802" y="11609"/>
                  <a:pt x="4763" y="12276"/>
                  <a:pt x="4831" y="12591"/>
                </a:cubicBezTo>
                <a:cubicBezTo>
                  <a:pt x="4955" y="12511"/>
                  <a:pt x="5085" y="12430"/>
                  <a:pt x="5208" y="12350"/>
                </a:cubicBezTo>
                <a:lnTo>
                  <a:pt x="5208" y="12350"/>
                </a:lnTo>
                <a:cubicBezTo>
                  <a:pt x="5128" y="12585"/>
                  <a:pt x="4887" y="12770"/>
                  <a:pt x="4893" y="13017"/>
                </a:cubicBezTo>
                <a:cubicBezTo>
                  <a:pt x="5004" y="12875"/>
                  <a:pt x="5103" y="12752"/>
                  <a:pt x="5227" y="12634"/>
                </a:cubicBezTo>
                <a:lnTo>
                  <a:pt x="5227" y="12634"/>
                </a:lnTo>
                <a:cubicBezTo>
                  <a:pt x="4918" y="13456"/>
                  <a:pt x="4881" y="14302"/>
                  <a:pt x="4671" y="15136"/>
                </a:cubicBezTo>
                <a:cubicBezTo>
                  <a:pt x="4436" y="16082"/>
                  <a:pt x="4559" y="15804"/>
                  <a:pt x="4634" y="16477"/>
                </a:cubicBezTo>
                <a:cubicBezTo>
                  <a:pt x="4652" y="16724"/>
                  <a:pt x="4609" y="16984"/>
                  <a:pt x="4609" y="17237"/>
                </a:cubicBezTo>
                <a:cubicBezTo>
                  <a:pt x="4621" y="18565"/>
                  <a:pt x="5023" y="19690"/>
                  <a:pt x="4930" y="20530"/>
                </a:cubicBezTo>
                <a:cubicBezTo>
                  <a:pt x="4905" y="20777"/>
                  <a:pt x="4763" y="21914"/>
                  <a:pt x="4547" y="22087"/>
                </a:cubicBezTo>
                <a:cubicBezTo>
                  <a:pt x="4405" y="22198"/>
                  <a:pt x="4115" y="22149"/>
                  <a:pt x="4244" y="22791"/>
                </a:cubicBezTo>
                <a:cubicBezTo>
                  <a:pt x="4263" y="22884"/>
                  <a:pt x="4294" y="22921"/>
                  <a:pt x="4424" y="22933"/>
                </a:cubicBezTo>
                <a:cubicBezTo>
                  <a:pt x="4492" y="22938"/>
                  <a:pt x="4603" y="22943"/>
                  <a:pt x="4724" y="22943"/>
                </a:cubicBezTo>
                <a:cubicBezTo>
                  <a:pt x="4919" y="22943"/>
                  <a:pt x="5137" y="22929"/>
                  <a:pt x="5233" y="22871"/>
                </a:cubicBezTo>
                <a:cubicBezTo>
                  <a:pt x="5597" y="22655"/>
                  <a:pt x="5313" y="22081"/>
                  <a:pt x="5764" y="21667"/>
                </a:cubicBezTo>
                <a:cubicBezTo>
                  <a:pt x="5820" y="21932"/>
                  <a:pt x="5845" y="22210"/>
                  <a:pt x="5826" y="22488"/>
                </a:cubicBezTo>
                <a:cubicBezTo>
                  <a:pt x="6085" y="22482"/>
                  <a:pt x="5777" y="22532"/>
                  <a:pt x="6153" y="21395"/>
                </a:cubicBezTo>
                <a:cubicBezTo>
                  <a:pt x="6413" y="20604"/>
                  <a:pt x="6098" y="20678"/>
                  <a:pt x="5931" y="20375"/>
                </a:cubicBezTo>
                <a:cubicBezTo>
                  <a:pt x="5795" y="20141"/>
                  <a:pt x="5919" y="18701"/>
                  <a:pt x="5950" y="18491"/>
                </a:cubicBezTo>
                <a:cubicBezTo>
                  <a:pt x="6129" y="17262"/>
                  <a:pt x="5974" y="17163"/>
                  <a:pt x="5943" y="16545"/>
                </a:cubicBezTo>
                <a:cubicBezTo>
                  <a:pt x="5912" y="16014"/>
                  <a:pt x="6067" y="15476"/>
                  <a:pt x="6364" y="15031"/>
                </a:cubicBezTo>
                <a:cubicBezTo>
                  <a:pt x="6431" y="15087"/>
                  <a:pt x="6364" y="15600"/>
                  <a:pt x="6364" y="15711"/>
                </a:cubicBezTo>
                <a:cubicBezTo>
                  <a:pt x="6382" y="16496"/>
                  <a:pt x="6370" y="16075"/>
                  <a:pt x="7822" y="19541"/>
                </a:cubicBezTo>
                <a:cubicBezTo>
                  <a:pt x="8538" y="21271"/>
                  <a:pt x="8421" y="21327"/>
                  <a:pt x="8081" y="22266"/>
                </a:cubicBezTo>
                <a:cubicBezTo>
                  <a:pt x="7976" y="22575"/>
                  <a:pt x="8050" y="22519"/>
                  <a:pt x="7661" y="22661"/>
                </a:cubicBezTo>
                <a:cubicBezTo>
                  <a:pt x="7049" y="22878"/>
                  <a:pt x="7123" y="23285"/>
                  <a:pt x="7673" y="23508"/>
                </a:cubicBezTo>
                <a:cubicBezTo>
                  <a:pt x="7829" y="23572"/>
                  <a:pt x="7963" y="23598"/>
                  <a:pt x="8079" y="23598"/>
                </a:cubicBezTo>
                <a:cubicBezTo>
                  <a:pt x="8554" y="23598"/>
                  <a:pt x="8722" y="23147"/>
                  <a:pt x="8841" y="22983"/>
                </a:cubicBezTo>
                <a:cubicBezTo>
                  <a:pt x="9072" y="22677"/>
                  <a:pt x="9269" y="22506"/>
                  <a:pt x="9409" y="22506"/>
                </a:cubicBezTo>
                <a:cubicBezTo>
                  <a:pt x="9582" y="22506"/>
                  <a:pt x="9667" y="22770"/>
                  <a:pt x="9619" y="23366"/>
                </a:cubicBezTo>
                <a:cubicBezTo>
                  <a:pt x="9610" y="23481"/>
                  <a:pt x="9656" y="23513"/>
                  <a:pt x="9693" y="23513"/>
                </a:cubicBezTo>
                <a:cubicBezTo>
                  <a:pt x="9708" y="23513"/>
                  <a:pt x="9722" y="23508"/>
                  <a:pt x="9731" y="23502"/>
                </a:cubicBezTo>
                <a:cubicBezTo>
                  <a:pt x="9774" y="22569"/>
                  <a:pt x="10138" y="22179"/>
                  <a:pt x="9947" y="21710"/>
                </a:cubicBezTo>
                <a:cubicBezTo>
                  <a:pt x="9749" y="21253"/>
                  <a:pt x="9434" y="21401"/>
                  <a:pt x="9162" y="20412"/>
                </a:cubicBezTo>
                <a:cubicBezTo>
                  <a:pt x="8668" y="18596"/>
                  <a:pt x="8909" y="18195"/>
                  <a:pt x="8328" y="17101"/>
                </a:cubicBezTo>
                <a:cubicBezTo>
                  <a:pt x="8137" y="16737"/>
                  <a:pt x="7729" y="16094"/>
                  <a:pt x="8019" y="15217"/>
                </a:cubicBezTo>
                <a:cubicBezTo>
                  <a:pt x="8452" y="13926"/>
                  <a:pt x="8347" y="13499"/>
                  <a:pt x="8421" y="12986"/>
                </a:cubicBezTo>
                <a:lnTo>
                  <a:pt x="8421" y="12986"/>
                </a:lnTo>
                <a:cubicBezTo>
                  <a:pt x="8559" y="13042"/>
                  <a:pt x="8581" y="13206"/>
                  <a:pt x="8600" y="13206"/>
                </a:cubicBezTo>
                <a:cubicBezTo>
                  <a:pt x="8615" y="13206"/>
                  <a:pt x="8627" y="13105"/>
                  <a:pt x="8693" y="12770"/>
                </a:cubicBezTo>
                <a:cubicBezTo>
                  <a:pt x="8724" y="12900"/>
                  <a:pt x="8773" y="13024"/>
                  <a:pt x="8835" y="13147"/>
                </a:cubicBezTo>
                <a:cubicBezTo>
                  <a:pt x="8909" y="12880"/>
                  <a:pt x="8920" y="12773"/>
                  <a:pt x="8944" y="12773"/>
                </a:cubicBezTo>
                <a:cubicBezTo>
                  <a:pt x="8969" y="12773"/>
                  <a:pt x="9008" y="12899"/>
                  <a:pt x="9156" y="13085"/>
                </a:cubicBezTo>
                <a:cubicBezTo>
                  <a:pt x="9094" y="12560"/>
                  <a:pt x="9156" y="12035"/>
                  <a:pt x="9162" y="11510"/>
                </a:cubicBezTo>
                <a:cubicBezTo>
                  <a:pt x="9187" y="10064"/>
                  <a:pt x="8668" y="9990"/>
                  <a:pt x="8353" y="8909"/>
                </a:cubicBezTo>
                <a:cubicBezTo>
                  <a:pt x="8038" y="7828"/>
                  <a:pt x="8353" y="7247"/>
                  <a:pt x="8557" y="6839"/>
                </a:cubicBezTo>
                <a:cubicBezTo>
                  <a:pt x="8699" y="6543"/>
                  <a:pt x="8810" y="6228"/>
                  <a:pt x="8946" y="5943"/>
                </a:cubicBezTo>
                <a:cubicBezTo>
                  <a:pt x="9317" y="6320"/>
                  <a:pt x="9694" y="6697"/>
                  <a:pt x="10070" y="7074"/>
                </a:cubicBezTo>
                <a:cubicBezTo>
                  <a:pt x="10305" y="7315"/>
                  <a:pt x="10509" y="7272"/>
                  <a:pt x="10120" y="8724"/>
                </a:cubicBezTo>
                <a:cubicBezTo>
                  <a:pt x="9706" y="10287"/>
                  <a:pt x="9724" y="10256"/>
                  <a:pt x="9632" y="10398"/>
                </a:cubicBezTo>
                <a:cubicBezTo>
                  <a:pt x="9341" y="10867"/>
                  <a:pt x="9385" y="10904"/>
                  <a:pt x="9397" y="11751"/>
                </a:cubicBezTo>
                <a:cubicBezTo>
                  <a:pt x="9496" y="11701"/>
                  <a:pt x="9490" y="11584"/>
                  <a:pt x="9558" y="11022"/>
                </a:cubicBezTo>
                <a:cubicBezTo>
                  <a:pt x="9582" y="11028"/>
                  <a:pt x="9601" y="11071"/>
                  <a:pt x="9601" y="11090"/>
                </a:cubicBezTo>
                <a:cubicBezTo>
                  <a:pt x="9511" y="11658"/>
                  <a:pt x="9689" y="12274"/>
                  <a:pt x="9787" y="12274"/>
                </a:cubicBezTo>
                <a:cubicBezTo>
                  <a:pt x="9844" y="12274"/>
                  <a:pt x="9874" y="12070"/>
                  <a:pt x="9811" y="11535"/>
                </a:cubicBezTo>
                <a:cubicBezTo>
                  <a:pt x="9805" y="11473"/>
                  <a:pt x="9805" y="11399"/>
                  <a:pt x="9842" y="11362"/>
                </a:cubicBezTo>
                <a:cubicBezTo>
                  <a:pt x="9910" y="11516"/>
                  <a:pt x="9928" y="11695"/>
                  <a:pt x="9959" y="11862"/>
                </a:cubicBezTo>
                <a:cubicBezTo>
                  <a:pt x="10004" y="12092"/>
                  <a:pt x="10119" y="12304"/>
                  <a:pt x="10180" y="12304"/>
                </a:cubicBezTo>
                <a:cubicBezTo>
                  <a:pt x="10213" y="12304"/>
                  <a:pt x="10230" y="12244"/>
                  <a:pt x="10212" y="12097"/>
                </a:cubicBezTo>
                <a:cubicBezTo>
                  <a:pt x="10157" y="11615"/>
                  <a:pt x="10095" y="11349"/>
                  <a:pt x="10212" y="11349"/>
                </a:cubicBezTo>
                <a:cubicBezTo>
                  <a:pt x="10314" y="11944"/>
                  <a:pt x="10414" y="12191"/>
                  <a:pt x="10470" y="12191"/>
                </a:cubicBezTo>
                <a:cubicBezTo>
                  <a:pt x="10533" y="12191"/>
                  <a:pt x="10540" y="11875"/>
                  <a:pt x="10429" y="11386"/>
                </a:cubicBezTo>
                <a:cubicBezTo>
                  <a:pt x="10416" y="11325"/>
                  <a:pt x="10410" y="11238"/>
                  <a:pt x="10460" y="11207"/>
                </a:cubicBezTo>
                <a:cubicBezTo>
                  <a:pt x="10546" y="11355"/>
                  <a:pt x="10633" y="11510"/>
                  <a:pt x="10719" y="11658"/>
                </a:cubicBezTo>
                <a:cubicBezTo>
                  <a:pt x="10819" y="11826"/>
                  <a:pt x="10877" y="11871"/>
                  <a:pt x="10904" y="11871"/>
                </a:cubicBezTo>
                <a:cubicBezTo>
                  <a:pt x="10929" y="11871"/>
                  <a:pt x="10928" y="11834"/>
                  <a:pt x="10911" y="11819"/>
                </a:cubicBezTo>
                <a:cubicBezTo>
                  <a:pt x="10904" y="11516"/>
                  <a:pt x="10676" y="11269"/>
                  <a:pt x="10633" y="10979"/>
                </a:cubicBezTo>
                <a:cubicBezTo>
                  <a:pt x="10614" y="10855"/>
                  <a:pt x="10633" y="10719"/>
                  <a:pt x="10614" y="10596"/>
                </a:cubicBezTo>
                <a:cubicBezTo>
                  <a:pt x="10596" y="10342"/>
                  <a:pt x="10460" y="10089"/>
                  <a:pt x="10515" y="9842"/>
                </a:cubicBezTo>
                <a:cubicBezTo>
                  <a:pt x="10596" y="9483"/>
                  <a:pt x="10812" y="9131"/>
                  <a:pt x="10935" y="8792"/>
                </a:cubicBezTo>
                <a:cubicBezTo>
                  <a:pt x="11028" y="8538"/>
                  <a:pt x="11405" y="7395"/>
                  <a:pt x="11318" y="7136"/>
                </a:cubicBezTo>
                <a:cubicBezTo>
                  <a:pt x="11152" y="6635"/>
                  <a:pt x="10348" y="6147"/>
                  <a:pt x="9965" y="5480"/>
                </a:cubicBezTo>
                <a:cubicBezTo>
                  <a:pt x="9799" y="5184"/>
                  <a:pt x="9792" y="4868"/>
                  <a:pt x="9700" y="4566"/>
                </a:cubicBezTo>
                <a:cubicBezTo>
                  <a:pt x="9675" y="4473"/>
                  <a:pt x="9656" y="4356"/>
                  <a:pt x="9737" y="4294"/>
                </a:cubicBezTo>
                <a:cubicBezTo>
                  <a:pt x="9809" y="4344"/>
                  <a:pt x="9886" y="4366"/>
                  <a:pt x="9960" y="4366"/>
                </a:cubicBezTo>
                <a:cubicBezTo>
                  <a:pt x="10226" y="4366"/>
                  <a:pt x="10455" y="4083"/>
                  <a:pt x="10330" y="3793"/>
                </a:cubicBezTo>
                <a:lnTo>
                  <a:pt x="10330" y="3793"/>
                </a:lnTo>
                <a:cubicBezTo>
                  <a:pt x="10353" y="3967"/>
                  <a:pt x="10210" y="4100"/>
                  <a:pt x="10056" y="4100"/>
                </a:cubicBezTo>
                <a:cubicBezTo>
                  <a:pt x="10003" y="4100"/>
                  <a:pt x="9947" y="4084"/>
                  <a:pt x="9897" y="4047"/>
                </a:cubicBezTo>
                <a:cubicBezTo>
                  <a:pt x="9619" y="3843"/>
                  <a:pt x="10083" y="3639"/>
                  <a:pt x="10021" y="3447"/>
                </a:cubicBezTo>
                <a:cubicBezTo>
                  <a:pt x="10015" y="3417"/>
                  <a:pt x="9990" y="3392"/>
                  <a:pt x="9984" y="3361"/>
                </a:cubicBezTo>
                <a:cubicBezTo>
                  <a:pt x="9922" y="3207"/>
                  <a:pt x="10138" y="3058"/>
                  <a:pt x="10107" y="2898"/>
                </a:cubicBezTo>
                <a:cubicBezTo>
                  <a:pt x="10089" y="2793"/>
                  <a:pt x="9984" y="2731"/>
                  <a:pt x="9904" y="2650"/>
                </a:cubicBezTo>
                <a:cubicBezTo>
                  <a:pt x="9829" y="2576"/>
                  <a:pt x="9811" y="2410"/>
                  <a:pt x="9922" y="2391"/>
                </a:cubicBezTo>
                <a:cubicBezTo>
                  <a:pt x="9931" y="2388"/>
                  <a:pt x="9940" y="2387"/>
                  <a:pt x="9949" y="2387"/>
                </a:cubicBezTo>
                <a:cubicBezTo>
                  <a:pt x="9977" y="2387"/>
                  <a:pt x="10007" y="2399"/>
                  <a:pt x="10039" y="2403"/>
                </a:cubicBezTo>
                <a:cubicBezTo>
                  <a:pt x="10047" y="2404"/>
                  <a:pt x="10054" y="2405"/>
                  <a:pt x="10061" y="2405"/>
                </a:cubicBezTo>
                <a:cubicBezTo>
                  <a:pt x="10180" y="2405"/>
                  <a:pt x="10272" y="2261"/>
                  <a:pt x="10225" y="2150"/>
                </a:cubicBezTo>
                <a:lnTo>
                  <a:pt x="10225" y="2150"/>
                </a:lnTo>
                <a:cubicBezTo>
                  <a:pt x="10198" y="2177"/>
                  <a:pt x="10154" y="2195"/>
                  <a:pt x="10104" y="2195"/>
                </a:cubicBezTo>
                <a:cubicBezTo>
                  <a:pt x="9993" y="2195"/>
                  <a:pt x="9857" y="2103"/>
                  <a:pt x="9836" y="1804"/>
                </a:cubicBezTo>
                <a:cubicBezTo>
                  <a:pt x="9836" y="1693"/>
                  <a:pt x="9836" y="1576"/>
                  <a:pt x="9792" y="1477"/>
                </a:cubicBezTo>
                <a:cubicBezTo>
                  <a:pt x="9727" y="1327"/>
                  <a:pt x="9566" y="1238"/>
                  <a:pt x="9406" y="1238"/>
                </a:cubicBezTo>
                <a:cubicBezTo>
                  <a:pt x="9355" y="1238"/>
                  <a:pt x="9303" y="1247"/>
                  <a:pt x="9255" y="1267"/>
                </a:cubicBezTo>
                <a:cubicBezTo>
                  <a:pt x="9361" y="931"/>
                  <a:pt x="9072" y="594"/>
                  <a:pt x="8681" y="594"/>
                </a:cubicBezTo>
                <a:cubicBezTo>
                  <a:pt x="8640" y="594"/>
                  <a:pt x="8599" y="598"/>
                  <a:pt x="8557" y="606"/>
                </a:cubicBezTo>
                <a:cubicBezTo>
                  <a:pt x="8522" y="611"/>
                  <a:pt x="8493" y="614"/>
                  <a:pt x="8470" y="614"/>
                </a:cubicBezTo>
                <a:cubicBezTo>
                  <a:pt x="8394" y="614"/>
                  <a:pt x="8369" y="582"/>
                  <a:pt x="8340" y="507"/>
                </a:cubicBezTo>
                <a:cubicBezTo>
                  <a:pt x="8208" y="153"/>
                  <a:pt x="7979" y="1"/>
                  <a:pt x="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3">
            <a:extLst>
              <a:ext uri="{FF2B5EF4-FFF2-40B4-BE49-F238E27FC236}">
                <a16:creationId xmlns:a16="http://schemas.microsoft.com/office/drawing/2014/main" id="{B9DCF57B-61DF-66B3-F67F-0C342E37B33F}"/>
              </a:ext>
            </a:extLst>
          </p:cNvPr>
          <p:cNvSpPr/>
          <p:nvPr/>
        </p:nvSpPr>
        <p:spPr>
          <a:xfrm>
            <a:off x="6007079" y="3742744"/>
            <a:ext cx="867325" cy="1386557"/>
          </a:xfrm>
          <a:custGeom>
            <a:avLst/>
            <a:gdLst/>
            <a:ahLst/>
            <a:cxnLst/>
            <a:rect l="l" t="t" r="r" b="b"/>
            <a:pathLst>
              <a:path w="14768" h="23609" extrusionOk="0">
                <a:moveTo>
                  <a:pt x="2606" y="9157"/>
                </a:moveTo>
                <a:cubicBezTo>
                  <a:pt x="2606" y="9158"/>
                  <a:pt x="2606" y="9158"/>
                  <a:pt x="2606" y="9158"/>
                </a:cubicBezTo>
                <a:cubicBezTo>
                  <a:pt x="2606" y="9158"/>
                  <a:pt x="2606" y="9158"/>
                  <a:pt x="2606" y="9157"/>
                </a:cubicBezTo>
                <a:close/>
                <a:moveTo>
                  <a:pt x="5599" y="0"/>
                </a:moveTo>
                <a:cubicBezTo>
                  <a:pt x="5364" y="0"/>
                  <a:pt x="5142" y="142"/>
                  <a:pt x="5043" y="352"/>
                </a:cubicBezTo>
                <a:cubicBezTo>
                  <a:pt x="4994" y="247"/>
                  <a:pt x="4926" y="161"/>
                  <a:pt x="4839" y="93"/>
                </a:cubicBezTo>
                <a:cubicBezTo>
                  <a:pt x="4672" y="314"/>
                  <a:pt x="4629" y="395"/>
                  <a:pt x="4611" y="395"/>
                </a:cubicBezTo>
                <a:cubicBezTo>
                  <a:pt x="4592" y="395"/>
                  <a:pt x="4601" y="303"/>
                  <a:pt x="4518" y="192"/>
                </a:cubicBezTo>
                <a:cubicBezTo>
                  <a:pt x="4425" y="402"/>
                  <a:pt x="4364" y="624"/>
                  <a:pt x="4333" y="859"/>
                </a:cubicBezTo>
                <a:cubicBezTo>
                  <a:pt x="4277" y="834"/>
                  <a:pt x="4234" y="791"/>
                  <a:pt x="4203" y="735"/>
                </a:cubicBezTo>
                <a:lnTo>
                  <a:pt x="4203" y="735"/>
                </a:lnTo>
                <a:cubicBezTo>
                  <a:pt x="4177" y="944"/>
                  <a:pt x="4238" y="1057"/>
                  <a:pt x="4217" y="1057"/>
                </a:cubicBezTo>
                <a:cubicBezTo>
                  <a:pt x="4202" y="1057"/>
                  <a:pt x="4148" y="1003"/>
                  <a:pt x="3999" y="890"/>
                </a:cubicBezTo>
                <a:lnTo>
                  <a:pt x="3999" y="890"/>
                </a:lnTo>
                <a:cubicBezTo>
                  <a:pt x="4005" y="1100"/>
                  <a:pt x="4092" y="1310"/>
                  <a:pt x="4240" y="1452"/>
                </a:cubicBezTo>
                <a:cubicBezTo>
                  <a:pt x="4160" y="1452"/>
                  <a:pt x="4086" y="1440"/>
                  <a:pt x="4005" y="1415"/>
                </a:cubicBezTo>
                <a:lnTo>
                  <a:pt x="4005" y="1415"/>
                </a:lnTo>
                <a:cubicBezTo>
                  <a:pt x="4265" y="1730"/>
                  <a:pt x="4518" y="2039"/>
                  <a:pt x="4771" y="2360"/>
                </a:cubicBezTo>
                <a:cubicBezTo>
                  <a:pt x="5439" y="3170"/>
                  <a:pt x="5599" y="2984"/>
                  <a:pt x="5760" y="3299"/>
                </a:cubicBezTo>
                <a:cubicBezTo>
                  <a:pt x="5803" y="3386"/>
                  <a:pt x="5754" y="3411"/>
                  <a:pt x="5661" y="3441"/>
                </a:cubicBezTo>
                <a:cubicBezTo>
                  <a:pt x="5482" y="3491"/>
                  <a:pt x="5358" y="3651"/>
                  <a:pt x="5204" y="3763"/>
                </a:cubicBezTo>
                <a:cubicBezTo>
                  <a:pt x="5037" y="3886"/>
                  <a:pt x="4833" y="3942"/>
                  <a:pt x="4648" y="4034"/>
                </a:cubicBezTo>
                <a:cubicBezTo>
                  <a:pt x="3727" y="4479"/>
                  <a:pt x="3752" y="5350"/>
                  <a:pt x="3598" y="5653"/>
                </a:cubicBezTo>
                <a:cubicBezTo>
                  <a:pt x="3560" y="5733"/>
                  <a:pt x="3536" y="5758"/>
                  <a:pt x="3109" y="6265"/>
                </a:cubicBezTo>
                <a:cubicBezTo>
                  <a:pt x="3094" y="6283"/>
                  <a:pt x="3082" y="6293"/>
                  <a:pt x="3069" y="6293"/>
                </a:cubicBezTo>
                <a:cubicBezTo>
                  <a:pt x="3055" y="6293"/>
                  <a:pt x="3042" y="6283"/>
                  <a:pt x="3023" y="6265"/>
                </a:cubicBezTo>
                <a:cubicBezTo>
                  <a:pt x="2164" y="5282"/>
                  <a:pt x="2257" y="5004"/>
                  <a:pt x="1960" y="3608"/>
                </a:cubicBezTo>
                <a:cubicBezTo>
                  <a:pt x="1930" y="3471"/>
                  <a:pt x="1748" y="3115"/>
                  <a:pt x="1568" y="3115"/>
                </a:cubicBezTo>
                <a:cubicBezTo>
                  <a:pt x="1529" y="3115"/>
                  <a:pt x="1491" y="3131"/>
                  <a:pt x="1454" y="3170"/>
                </a:cubicBezTo>
                <a:cubicBezTo>
                  <a:pt x="1509" y="3250"/>
                  <a:pt x="1583" y="3330"/>
                  <a:pt x="1633" y="3417"/>
                </a:cubicBezTo>
                <a:cubicBezTo>
                  <a:pt x="1730" y="3592"/>
                  <a:pt x="1691" y="3649"/>
                  <a:pt x="1595" y="3649"/>
                </a:cubicBezTo>
                <a:cubicBezTo>
                  <a:pt x="1417" y="3649"/>
                  <a:pt x="1044" y="3454"/>
                  <a:pt x="984" y="3454"/>
                </a:cubicBezTo>
                <a:cubicBezTo>
                  <a:pt x="975" y="3454"/>
                  <a:pt x="967" y="3453"/>
                  <a:pt x="958" y="3453"/>
                </a:cubicBezTo>
                <a:cubicBezTo>
                  <a:pt x="708" y="3453"/>
                  <a:pt x="469" y="3537"/>
                  <a:pt x="230" y="3614"/>
                </a:cubicBezTo>
                <a:cubicBezTo>
                  <a:pt x="70" y="3676"/>
                  <a:pt x="163" y="3800"/>
                  <a:pt x="243" y="3818"/>
                </a:cubicBezTo>
                <a:cubicBezTo>
                  <a:pt x="248" y="3819"/>
                  <a:pt x="253" y="3819"/>
                  <a:pt x="258" y="3819"/>
                </a:cubicBezTo>
                <a:cubicBezTo>
                  <a:pt x="321" y="3819"/>
                  <a:pt x="383" y="3785"/>
                  <a:pt x="441" y="3756"/>
                </a:cubicBezTo>
                <a:lnTo>
                  <a:pt x="441" y="3756"/>
                </a:lnTo>
                <a:cubicBezTo>
                  <a:pt x="397" y="3831"/>
                  <a:pt x="311" y="3868"/>
                  <a:pt x="243" y="3923"/>
                </a:cubicBezTo>
                <a:cubicBezTo>
                  <a:pt x="0" y="4088"/>
                  <a:pt x="131" y="4238"/>
                  <a:pt x="228" y="4238"/>
                </a:cubicBezTo>
                <a:cubicBezTo>
                  <a:pt x="251" y="4238"/>
                  <a:pt x="273" y="4229"/>
                  <a:pt x="286" y="4211"/>
                </a:cubicBezTo>
                <a:lnTo>
                  <a:pt x="286" y="4211"/>
                </a:lnTo>
                <a:cubicBezTo>
                  <a:pt x="169" y="4402"/>
                  <a:pt x="275" y="4470"/>
                  <a:pt x="335" y="4470"/>
                </a:cubicBezTo>
                <a:cubicBezTo>
                  <a:pt x="342" y="4470"/>
                  <a:pt x="349" y="4469"/>
                  <a:pt x="354" y="4467"/>
                </a:cubicBezTo>
                <a:lnTo>
                  <a:pt x="354" y="4467"/>
                </a:lnTo>
                <a:cubicBezTo>
                  <a:pt x="335" y="4523"/>
                  <a:pt x="348" y="4578"/>
                  <a:pt x="385" y="4628"/>
                </a:cubicBezTo>
                <a:cubicBezTo>
                  <a:pt x="496" y="4535"/>
                  <a:pt x="558" y="4405"/>
                  <a:pt x="558" y="4263"/>
                </a:cubicBezTo>
                <a:cubicBezTo>
                  <a:pt x="1238" y="4671"/>
                  <a:pt x="1275" y="4689"/>
                  <a:pt x="1343" y="4764"/>
                </a:cubicBezTo>
                <a:cubicBezTo>
                  <a:pt x="1756" y="5208"/>
                  <a:pt x="1738" y="6858"/>
                  <a:pt x="2300" y="7760"/>
                </a:cubicBezTo>
                <a:cubicBezTo>
                  <a:pt x="1861" y="8236"/>
                  <a:pt x="2158" y="8773"/>
                  <a:pt x="2084" y="9304"/>
                </a:cubicBezTo>
                <a:cubicBezTo>
                  <a:pt x="2201" y="9082"/>
                  <a:pt x="2294" y="8841"/>
                  <a:pt x="2362" y="8594"/>
                </a:cubicBezTo>
                <a:cubicBezTo>
                  <a:pt x="2627" y="8927"/>
                  <a:pt x="2608" y="9145"/>
                  <a:pt x="2606" y="9157"/>
                </a:cubicBezTo>
                <a:lnTo>
                  <a:pt x="2606" y="9157"/>
                </a:lnTo>
                <a:cubicBezTo>
                  <a:pt x="2608" y="9147"/>
                  <a:pt x="2636" y="8983"/>
                  <a:pt x="2875" y="8612"/>
                </a:cubicBezTo>
                <a:cubicBezTo>
                  <a:pt x="3109" y="9008"/>
                  <a:pt x="2881" y="9626"/>
                  <a:pt x="3282" y="9910"/>
                </a:cubicBezTo>
                <a:cubicBezTo>
                  <a:pt x="2980" y="9193"/>
                  <a:pt x="3486" y="8396"/>
                  <a:pt x="3647" y="7741"/>
                </a:cubicBezTo>
                <a:cubicBezTo>
                  <a:pt x="3760" y="8072"/>
                  <a:pt x="3729" y="8423"/>
                  <a:pt x="3748" y="8423"/>
                </a:cubicBezTo>
                <a:cubicBezTo>
                  <a:pt x="3765" y="8423"/>
                  <a:pt x="3823" y="8135"/>
                  <a:pt x="4067" y="7284"/>
                </a:cubicBezTo>
                <a:lnTo>
                  <a:pt x="4067" y="7284"/>
                </a:lnTo>
                <a:cubicBezTo>
                  <a:pt x="4388" y="8557"/>
                  <a:pt x="3622" y="9607"/>
                  <a:pt x="3369" y="12888"/>
                </a:cubicBezTo>
                <a:cubicBezTo>
                  <a:pt x="3462" y="12715"/>
                  <a:pt x="3548" y="12536"/>
                  <a:pt x="3641" y="12356"/>
                </a:cubicBezTo>
                <a:lnTo>
                  <a:pt x="3641" y="12356"/>
                </a:lnTo>
                <a:cubicBezTo>
                  <a:pt x="3925" y="15452"/>
                  <a:pt x="3573" y="15544"/>
                  <a:pt x="3808" y="16310"/>
                </a:cubicBezTo>
                <a:cubicBezTo>
                  <a:pt x="3882" y="16576"/>
                  <a:pt x="4030" y="16829"/>
                  <a:pt x="3999" y="17101"/>
                </a:cubicBezTo>
                <a:cubicBezTo>
                  <a:pt x="3925" y="17058"/>
                  <a:pt x="3845" y="17027"/>
                  <a:pt x="3771" y="16990"/>
                </a:cubicBezTo>
                <a:lnTo>
                  <a:pt x="3771" y="16990"/>
                </a:lnTo>
                <a:cubicBezTo>
                  <a:pt x="3894" y="17565"/>
                  <a:pt x="4450" y="17948"/>
                  <a:pt x="4623" y="18504"/>
                </a:cubicBezTo>
                <a:cubicBezTo>
                  <a:pt x="4839" y="19158"/>
                  <a:pt x="4493" y="19962"/>
                  <a:pt x="4889" y="20536"/>
                </a:cubicBezTo>
                <a:cubicBezTo>
                  <a:pt x="4852" y="20165"/>
                  <a:pt x="4889" y="19789"/>
                  <a:pt x="5006" y="19436"/>
                </a:cubicBezTo>
                <a:cubicBezTo>
                  <a:pt x="5080" y="19714"/>
                  <a:pt x="5204" y="19974"/>
                  <a:pt x="5377" y="20203"/>
                </a:cubicBezTo>
                <a:cubicBezTo>
                  <a:pt x="5389" y="19955"/>
                  <a:pt x="5408" y="19702"/>
                  <a:pt x="5426" y="19455"/>
                </a:cubicBezTo>
                <a:cubicBezTo>
                  <a:pt x="5624" y="19727"/>
                  <a:pt x="5754" y="20048"/>
                  <a:pt x="5791" y="20388"/>
                </a:cubicBezTo>
                <a:cubicBezTo>
                  <a:pt x="5828" y="20697"/>
                  <a:pt x="5704" y="20808"/>
                  <a:pt x="5451" y="20907"/>
                </a:cubicBezTo>
                <a:cubicBezTo>
                  <a:pt x="5179" y="21012"/>
                  <a:pt x="4920" y="21160"/>
                  <a:pt x="4642" y="21247"/>
                </a:cubicBezTo>
                <a:cubicBezTo>
                  <a:pt x="4456" y="21302"/>
                  <a:pt x="4036" y="21580"/>
                  <a:pt x="4005" y="21654"/>
                </a:cubicBezTo>
                <a:cubicBezTo>
                  <a:pt x="3968" y="21741"/>
                  <a:pt x="4036" y="21840"/>
                  <a:pt x="4123" y="21877"/>
                </a:cubicBezTo>
                <a:cubicBezTo>
                  <a:pt x="4167" y="21896"/>
                  <a:pt x="4211" y="21903"/>
                  <a:pt x="4254" y="21903"/>
                </a:cubicBezTo>
                <a:cubicBezTo>
                  <a:pt x="4378" y="21903"/>
                  <a:pt x="4498" y="21843"/>
                  <a:pt x="4617" y="21834"/>
                </a:cubicBezTo>
                <a:cubicBezTo>
                  <a:pt x="4645" y="21831"/>
                  <a:pt x="4673" y="21830"/>
                  <a:pt x="4700" y="21830"/>
                </a:cubicBezTo>
                <a:cubicBezTo>
                  <a:pt x="4809" y="21830"/>
                  <a:pt x="4911" y="21844"/>
                  <a:pt x="5016" y="21844"/>
                </a:cubicBezTo>
                <a:cubicBezTo>
                  <a:pt x="5105" y="21844"/>
                  <a:pt x="5195" y="21834"/>
                  <a:pt x="5290" y="21796"/>
                </a:cubicBezTo>
                <a:cubicBezTo>
                  <a:pt x="5395" y="21753"/>
                  <a:pt x="5488" y="21685"/>
                  <a:pt x="5593" y="21642"/>
                </a:cubicBezTo>
                <a:cubicBezTo>
                  <a:pt x="5774" y="21566"/>
                  <a:pt x="5981" y="21553"/>
                  <a:pt x="6185" y="21553"/>
                </a:cubicBezTo>
                <a:cubicBezTo>
                  <a:pt x="6291" y="21553"/>
                  <a:pt x="6396" y="21556"/>
                  <a:pt x="6495" y="21556"/>
                </a:cubicBezTo>
                <a:cubicBezTo>
                  <a:pt x="6790" y="21556"/>
                  <a:pt x="7035" y="21525"/>
                  <a:pt x="7107" y="21271"/>
                </a:cubicBezTo>
                <a:cubicBezTo>
                  <a:pt x="7323" y="20474"/>
                  <a:pt x="6446" y="19832"/>
                  <a:pt x="6446" y="19047"/>
                </a:cubicBezTo>
                <a:lnTo>
                  <a:pt x="6446" y="19047"/>
                </a:lnTo>
                <a:cubicBezTo>
                  <a:pt x="6520" y="19090"/>
                  <a:pt x="6588" y="19128"/>
                  <a:pt x="6656" y="19177"/>
                </a:cubicBezTo>
                <a:cubicBezTo>
                  <a:pt x="5778" y="16032"/>
                  <a:pt x="6310" y="17750"/>
                  <a:pt x="6087" y="16681"/>
                </a:cubicBezTo>
                <a:cubicBezTo>
                  <a:pt x="6056" y="16520"/>
                  <a:pt x="5982" y="16360"/>
                  <a:pt x="5970" y="16187"/>
                </a:cubicBezTo>
                <a:cubicBezTo>
                  <a:pt x="5945" y="15835"/>
                  <a:pt x="6168" y="15507"/>
                  <a:pt x="6199" y="15155"/>
                </a:cubicBezTo>
                <a:cubicBezTo>
                  <a:pt x="7399" y="17075"/>
                  <a:pt x="7474" y="18101"/>
                  <a:pt x="7538" y="18101"/>
                </a:cubicBezTo>
                <a:cubicBezTo>
                  <a:pt x="7561" y="18101"/>
                  <a:pt x="7584" y="17958"/>
                  <a:pt x="7663" y="17663"/>
                </a:cubicBezTo>
                <a:cubicBezTo>
                  <a:pt x="7941" y="18615"/>
                  <a:pt x="8281" y="19541"/>
                  <a:pt x="8664" y="20443"/>
                </a:cubicBezTo>
                <a:cubicBezTo>
                  <a:pt x="8739" y="20132"/>
                  <a:pt x="8753" y="19997"/>
                  <a:pt x="8768" y="19997"/>
                </a:cubicBezTo>
                <a:cubicBezTo>
                  <a:pt x="8795" y="19997"/>
                  <a:pt x="8824" y="20432"/>
                  <a:pt x="9213" y="21055"/>
                </a:cubicBezTo>
                <a:lnTo>
                  <a:pt x="9422" y="20521"/>
                </a:lnTo>
                <a:lnTo>
                  <a:pt x="9422" y="20521"/>
                </a:lnTo>
                <a:cubicBezTo>
                  <a:pt x="9379" y="20641"/>
                  <a:pt x="9615" y="20913"/>
                  <a:pt x="9627" y="21549"/>
                </a:cubicBezTo>
                <a:cubicBezTo>
                  <a:pt x="9646" y="22371"/>
                  <a:pt x="9522" y="22309"/>
                  <a:pt x="8540" y="23075"/>
                </a:cubicBezTo>
                <a:cubicBezTo>
                  <a:pt x="8466" y="23137"/>
                  <a:pt x="8250" y="23187"/>
                  <a:pt x="8194" y="23353"/>
                </a:cubicBezTo>
                <a:cubicBezTo>
                  <a:pt x="8176" y="23409"/>
                  <a:pt x="8188" y="23471"/>
                  <a:pt x="8231" y="23502"/>
                </a:cubicBezTo>
                <a:cubicBezTo>
                  <a:pt x="8252" y="23517"/>
                  <a:pt x="8275" y="23523"/>
                  <a:pt x="8300" y="23523"/>
                </a:cubicBezTo>
                <a:cubicBezTo>
                  <a:pt x="8377" y="23523"/>
                  <a:pt x="8469" y="23464"/>
                  <a:pt x="8558" y="23464"/>
                </a:cubicBezTo>
                <a:cubicBezTo>
                  <a:pt x="8565" y="23464"/>
                  <a:pt x="8571" y="23464"/>
                  <a:pt x="8577" y="23465"/>
                </a:cubicBezTo>
                <a:cubicBezTo>
                  <a:pt x="8557" y="23509"/>
                  <a:pt x="8589" y="23592"/>
                  <a:pt x="8677" y="23592"/>
                </a:cubicBezTo>
                <a:cubicBezTo>
                  <a:pt x="8725" y="23592"/>
                  <a:pt x="8788" y="23568"/>
                  <a:pt x="8867" y="23502"/>
                </a:cubicBezTo>
                <a:cubicBezTo>
                  <a:pt x="8898" y="23574"/>
                  <a:pt x="8978" y="23609"/>
                  <a:pt x="9061" y="23609"/>
                </a:cubicBezTo>
                <a:cubicBezTo>
                  <a:pt x="9112" y="23609"/>
                  <a:pt x="9165" y="23596"/>
                  <a:pt x="9207" y="23570"/>
                </a:cubicBezTo>
                <a:cubicBezTo>
                  <a:pt x="9244" y="23547"/>
                  <a:pt x="9270" y="23540"/>
                  <a:pt x="9292" y="23540"/>
                </a:cubicBezTo>
                <a:cubicBezTo>
                  <a:pt x="9337" y="23540"/>
                  <a:pt x="9361" y="23571"/>
                  <a:pt x="9402" y="23571"/>
                </a:cubicBezTo>
                <a:cubicBezTo>
                  <a:pt x="9430" y="23571"/>
                  <a:pt x="9466" y="23556"/>
                  <a:pt x="9522" y="23508"/>
                </a:cubicBezTo>
                <a:cubicBezTo>
                  <a:pt x="9611" y="23425"/>
                  <a:pt x="9649" y="23401"/>
                  <a:pt x="9672" y="23401"/>
                </a:cubicBezTo>
                <a:cubicBezTo>
                  <a:pt x="9705" y="23401"/>
                  <a:pt x="9705" y="23451"/>
                  <a:pt x="9773" y="23451"/>
                </a:cubicBezTo>
                <a:cubicBezTo>
                  <a:pt x="9813" y="23451"/>
                  <a:pt x="9877" y="23434"/>
                  <a:pt x="9986" y="23378"/>
                </a:cubicBezTo>
                <a:cubicBezTo>
                  <a:pt x="10851" y="22921"/>
                  <a:pt x="10919" y="22909"/>
                  <a:pt x="10980" y="22797"/>
                </a:cubicBezTo>
                <a:cubicBezTo>
                  <a:pt x="11320" y="22266"/>
                  <a:pt x="10239" y="21321"/>
                  <a:pt x="10295" y="19263"/>
                </a:cubicBezTo>
                <a:lnTo>
                  <a:pt x="10295" y="19263"/>
                </a:lnTo>
                <a:cubicBezTo>
                  <a:pt x="10338" y="19276"/>
                  <a:pt x="10356" y="19356"/>
                  <a:pt x="10369" y="19393"/>
                </a:cubicBezTo>
                <a:cubicBezTo>
                  <a:pt x="10134" y="17941"/>
                  <a:pt x="9936" y="17880"/>
                  <a:pt x="9559" y="17268"/>
                </a:cubicBezTo>
                <a:cubicBezTo>
                  <a:pt x="9318" y="16891"/>
                  <a:pt x="9164" y="16459"/>
                  <a:pt x="9096" y="16008"/>
                </a:cubicBezTo>
                <a:lnTo>
                  <a:pt x="9096" y="16008"/>
                </a:lnTo>
                <a:lnTo>
                  <a:pt x="9257" y="16032"/>
                </a:lnTo>
                <a:cubicBezTo>
                  <a:pt x="8935" y="15248"/>
                  <a:pt x="8818" y="14370"/>
                  <a:pt x="8929" y="13530"/>
                </a:cubicBezTo>
                <a:lnTo>
                  <a:pt x="8929" y="13530"/>
                </a:lnTo>
                <a:cubicBezTo>
                  <a:pt x="8976" y="13577"/>
                  <a:pt x="9003" y="13625"/>
                  <a:pt x="9019" y="13625"/>
                </a:cubicBezTo>
                <a:cubicBezTo>
                  <a:pt x="9052" y="13625"/>
                  <a:pt x="9036" y="13422"/>
                  <a:pt x="9040" y="12579"/>
                </a:cubicBezTo>
                <a:cubicBezTo>
                  <a:pt x="9043" y="12579"/>
                  <a:pt x="9046" y="12578"/>
                  <a:pt x="9049" y="12578"/>
                </a:cubicBezTo>
                <a:cubicBezTo>
                  <a:pt x="9105" y="12578"/>
                  <a:pt x="9134" y="12637"/>
                  <a:pt x="9152" y="12690"/>
                </a:cubicBezTo>
                <a:cubicBezTo>
                  <a:pt x="9059" y="11547"/>
                  <a:pt x="9102" y="10398"/>
                  <a:pt x="9306" y="9267"/>
                </a:cubicBezTo>
                <a:cubicBezTo>
                  <a:pt x="9405" y="9916"/>
                  <a:pt x="9473" y="10565"/>
                  <a:pt x="9529" y="11213"/>
                </a:cubicBezTo>
                <a:cubicBezTo>
                  <a:pt x="9807" y="10818"/>
                  <a:pt x="9800" y="10305"/>
                  <a:pt x="9782" y="9817"/>
                </a:cubicBezTo>
                <a:lnTo>
                  <a:pt x="9782" y="9817"/>
                </a:lnTo>
                <a:cubicBezTo>
                  <a:pt x="10029" y="10157"/>
                  <a:pt x="10196" y="10565"/>
                  <a:pt x="10245" y="10985"/>
                </a:cubicBezTo>
                <a:cubicBezTo>
                  <a:pt x="10307" y="10571"/>
                  <a:pt x="10307" y="10157"/>
                  <a:pt x="10239" y="9749"/>
                </a:cubicBezTo>
                <a:lnTo>
                  <a:pt x="10239" y="9749"/>
                </a:lnTo>
                <a:cubicBezTo>
                  <a:pt x="10326" y="9842"/>
                  <a:pt x="10400" y="9941"/>
                  <a:pt x="10461" y="10058"/>
                </a:cubicBezTo>
                <a:cubicBezTo>
                  <a:pt x="10486" y="9799"/>
                  <a:pt x="10474" y="9539"/>
                  <a:pt x="10418" y="9292"/>
                </a:cubicBezTo>
                <a:lnTo>
                  <a:pt x="10418" y="9292"/>
                </a:lnTo>
                <a:cubicBezTo>
                  <a:pt x="10863" y="9502"/>
                  <a:pt x="11351" y="9731"/>
                  <a:pt x="11592" y="10163"/>
                </a:cubicBezTo>
                <a:cubicBezTo>
                  <a:pt x="11623" y="9922"/>
                  <a:pt x="11598" y="9675"/>
                  <a:pt x="11512" y="9447"/>
                </a:cubicBezTo>
                <a:cubicBezTo>
                  <a:pt x="12171" y="9372"/>
                  <a:pt x="12500" y="9276"/>
                  <a:pt x="12671" y="9276"/>
                </a:cubicBezTo>
                <a:cubicBezTo>
                  <a:pt x="12799" y="9276"/>
                  <a:pt x="12837" y="9331"/>
                  <a:pt x="12859" y="9490"/>
                </a:cubicBezTo>
                <a:cubicBezTo>
                  <a:pt x="12896" y="9786"/>
                  <a:pt x="13106" y="9848"/>
                  <a:pt x="13198" y="10009"/>
                </a:cubicBezTo>
                <a:cubicBezTo>
                  <a:pt x="13266" y="10126"/>
                  <a:pt x="13223" y="10528"/>
                  <a:pt x="13347" y="10589"/>
                </a:cubicBezTo>
                <a:cubicBezTo>
                  <a:pt x="13368" y="10600"/>
                  <a:pt x="13387" y="10604"/>
                  <a:pt x="13405" y="10604"/>
                </a:cubicBezTo>
                <a:cubicBezTo>
                  <a:pt x="13553" y="10604"/>
                  <a:pt x="13609" y="10299"/>
                  <a:pt x="13581" y="10194"/>
                </a:cubicBezTo>
                <a:cubicBezTo>
                  <a:pt x="13544" y="10040"/>
                  <a:pt x="13445" y="9910"/>
                  <a:pt x="13390" y="9762"/>
                </a:cubicBezTo>
                <a:lnTo>
                  <a:pt x="13390" y="9762"/>
                </a:lnTo>
                <a:cubicBezTo>
                  <a:pt x="14520" y="10342"/>
                  <a:pt x="13612" y="10806"/>
                  <a:pt x="13952" y="11176"/>
                </a:cubicBezTo>
                <a:cubicBezTo>
                  <a:pt x="14047" y="10944"/>
                  <a:pt x="14075" y="10845"/>
                  <a:pt x="14091" y="10845"/>
                </a:cubicBezTo>
                <a:cubicBezTo>
                  <a:pt x="14104" y="10845"/>
                  <a:pt x="14109" y="10913"/>
                  <a:pt x="14137" y="11028"/>
                </a:cubicBezTo>
                <a:cubicBezTo>
                  <a:pt x="14768" y="10386"/>
                  <a:pt x="13612" y="8890"/>
                  <a:pt x="12834" y="8619"/>
                </a:cubicBezTo>
                <a:cubicBezTo>
                  <a:pt x="12358" y="8458"/>
                  <a:pt x="11790" y="8551"/>
                  <a:pt x="11382" y="8266"/>
                </a:cubicBezTo>
                <a:lnTo>
                  <a:pt x="11382" y="8266"/>
                </a:lnTo>
                <a:cubicBezTo>
                  <a:pt x="11483" y="8287"/>
                  <a:pt x="11589" y="8298"/>
                  <a:pt x="11694" y="8298"/>
                </a:cubicBezTo>
                <a:cubicBezTo>
                  <a:pt x="11814" y="8298"/>
                  <a:pt x="11934" y="8284"/>
                  <a:pt x="12049" y="8254"/>
                </a:cubicBezTo>
                <a:cubicBezTo>
                  <a:pt x="11419" y="8192"/>
                  <a:pt x="11122" y="8192"/>
                  <a:pt x="10875" y="8032"/>
                </a:cubicBezTo>
                <a:cubicBezTo>
                  <a:pt x="10671" y="7908"/>
                  <a:pt x="10542" y="7649"/>
                  <a:pt x="10634" y="7432"/>
                </a:cubicBezTo>
                <a:lnTo>
                  <a:pt x="10634" y="7432"/>
                </a:lnTo>
                <a:cubicBezTo>
                  <a:pt x="10737" y="7537"/>
                  <a:pt x="10815" y="7647"/>
                  <a:pt x="10831" y="7647"/>
                </a:cubicBezTo>
                <a:cubicBezTo>
                  <a:pt x="10857" y="7647"/>
                  <a:pt x="10701" y="7326"/>
                  <a:pt x="10171" y="6110"/>
                </a:cubicBezTo>
                <a:lnTo>
                  <a:pt x="10171" y="6110"/>
                </a:lnTo>
                <a:cubicBezTo>
                  <a:pt x="10319" y="6154"/>
                  <a:pt x="10449" y="6259"/>
                  <a:pt x="10523" y="6388"/>
                </a:cubicBezTo>
                <a:cubicBezTo>
                  <a:pt x="9949" y="4603"/>
                  <a:pt x="9825" y="4356"/>
                  <a:pt x="9393" y="4072"/>
                </a:cubicBezTo>
                <a:cubicBezTo>
                  <a:pt x="9139" y="3911"/>
                  <a:pt x="8738" y="3874"/>
                  <a:pt x="8478" y="3627"/>
                </a:cubicBezTo>
                <a:cubicBezTo>
                  <a:pt x="8387" y="3536"/>
                  <a:pt x="8278" y="3339"/>
                  <a:pt x="7911" y="3339"/>
                </a:cubicBezTo>
                <a:cubicBezTo>
                  <a:pt x="7854" y="3339"/>
                  <a:pt x="7790" y="3344"/>
                  <a:pt x="7718" y="3355"/>
                </a:cubicBezTo>
                <a:cubicBezTo>
                  <a:pt x="7701" y="3358"/>
                  <a:pt x="7686" y="3359"/>
                  <a:pt x="7673" y="3359"/>
                </a:cubicBezTo>
                <a:cubicBezTo>
                  <a:pt x="7626" y="3359"/>
                  <a:pt x="7604" y="3340"/>
                  <a:pt x="7570" y="3287"/>
                </a:cubicBezTo>
                <a:cubicBezTo>
                  <a:pt x="7286" y="2805"/>
                  <a:pt x="7206" y="2953"/>
                  <a:pt x="6773" y="1977"/>
                </a:cubicBezTo>
                <a:cubicBezTo>
                  <a:pt x="6625" y="1644"/>
                  <a:pt x="6730" y="1631"/>
                  <a:pt x="6748" y="1446"/>
                </a:cubicBezTo>
                <a:cubicBezTo>
                  <a:pt x="6798" y="1057"/>
                  <a:pt x="6186" y="859"/>
                  <a:pt x="6186" y="464"/>
                </a:cubicBezTo>
                <a:cubicBezTo>
                  <a:pt x="6118" y="464"/>
                  <a:pt x="6044" y="457"/>
                  <a:pt x="5970" y="457"/>
                </a:cubicBezTo>
                <a:cubicBezTo>
                  <a:pt x="5995" y="371"/>
                  <a:pt x="6032" y="297"/>
                  <a:pt x="6093" y="241"/>
                </a:cubicBezTo>
                <a:cubicBezTo>
                  <a:pt x="6067" y="236"/>
                  <a:pt x="6040" y="234"/>
                  <a:pt x="6012" y="234"/>
                </a:cubicBezTo>
                <a:cubicBezTo>
                  <a:pt x="5936" y="234"/>
                  <a:pt x="5859" y="251"/>
                  <a:pt x="5791" y="278"/>
                </a:cubicBezTo>
                <a:cubicBezTo>
                  <a:pt x="5828" y="210"/>
                  <a:pt x="5877" y="148"/>
                  <a:pt x="5939" y="99"/>
                </a:cubicBezTo>
                <a:cubicBezTo>
                  <a:pt x="5930" y="99"/>
                  <a:pt x="5922" y="99"/>
                  <a:pt x="5913" y="99"/>
                </a:cubicBezTo>
                <a:cubicBezTo>
                  <a:pt x="5767" y="99"/>
                  <a:pt x="5624" y="147"/>
                  <a:pt x="5513" y="235"/>
                </a:cubicBezTo>
                <a:cubicBezTo>
                  <a:pt x="5513" y="148"/>
                  <a:pt x="5544" y="74"/>
                  <a:pt x="55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0" name="Google Shape;680;p43">
            <a:extLst>
              <a:ext uri="{FF2B5EF4-FFF2-40B4-BE49-F238E27FC236}">
                <a16:creationId xmlns:a16="http://schemas.microsoft.com/office/drawing/2014/main" id="{0B589F56-6912-5FE6-CB9F-25270D762F84}"/>
              </a:ext>
            </a:extLst>
          </p:cNvPr>
          <p:cNvGrpSpPr/>
          <p:nvPr/>
        </p:nvGrpSpPr>
        <p:grpSpPr>
          <a:xfrm>
            <a:off x="30" y="-141878"/>
            <a:ext cx="9332419" cy="5674254"/>
            <a:chOff x="30" y="-384403"/>
            <a:chExt cx="9332419" cy="5674254"/>
          </a:xfrm>
        </p:grpSpPr>
        <p:sp>
          <p:nvSpPr>
            <p:cNvPr id="681" name="Google Shape;681;p43">
              <a:extLst>
                <a:ext uri="{FF2B5EF4-FFF2-40B4-BE49-F238E27FC236}">
                  <a16:creationId xmlns:a16="http://schemas.microsoft.com/office/drawing/2014/main" id="{11691072-3158-3830-244D-B51934DCB178}"/>
                </a:ext>
              </a:extLst>
            </p:cNvPr>
            <p:cNvSpPr/>
            <p:nvPr/>
          </p:nvSpPr>
          <p:spPr>
            <a:xfrm flipH="1">
              <a:off x="8106068" y="935664"/>
              <a:ext cx="1134600" cy="369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3">
              <a:extLst>
                <a:ext uri="{FF2B5EF4-FFF2-40B4-BE49-F238E27FC236}">
                  <a16:creationId xmlns:a16="http://schemas.microsoft.com/office/drawing/2014/main" id="{614F3325-6495-F52A-8611-DBB536559A9A}"/>
                </a:ext>
              </a:extLst>
            </p:cNvPr>
            <p:cNvSpPr/>
            <p:nvPr/>
          </p:nvSpPr>
          <p:spPr>
            <a:xfrm flipH="1">
              <a:off x="9056612" y="4979047"/>
              <a:ext cx="169277" cy="290258"/>
            </a:xfrm>
            <a:custGeom>
              <a:avLst/>
              <a:gdLst/>
              <a:ahLst/>
              <a:cxnLst/>
              <a:rect l="l" t="t" r="r" b="b"/>
              <a:pathLst>
                <a:path w="2447" h="4196" extrusionOk="0">
                  <a:moveTo>
                    <a:pt x="2076" y="4196"/>
                  </a:moveTo>
                  <a:lnTo>
                    <a:pt x="2447" y="1"/>
                  </a:lnTo>
                  <a:lnTo>
                    <a:pt x="0" y="4146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3">
              <a:extLst>
                <a:ext uri="{FF2B5EF4-FFF2-40B4-BE49-F238E27FC236}">
                  <a16:creationId xmlns:a16="http://schemas.microsoft.com/office/drawing/2014/main" id="{9A8A3C22-AD5A-50E1-C1F9-D49F38F69AE9}"/>
                </a:ext>
              </a:extLst>
            </p:cNvPr>
            <p:cNvSpPr/>
            <p:nvPr/>
          </p:nvSpPr>
          <p:spPr>
            <a:xfrm flipH="1">
              <a:off x="5427087" y="-384403"/>
              <a:ext cx="1725392" cy="3470231"/>
            </a:xfrm>
            <a:custGeom>
              <a:avLst/>
              <a:gdLst/>
              <a:ahLst/>
              <a:cxnLst/>
              <a:rect l="l" t="t" r="r" b="b"/>
              <a:pathLst>
                <a:path w="18016" h="36236" extrusionOk="0">
                  <a:moveTo>
                    <a:pt x="9842" y="34604"/>
                  </a:moveTo>
                  <a:cubicBezTo>
                    <a:pt x="10565" y="33962"/>
                    <a:pt x="10985" y="32985"/>
                    <a:pt x="10954" y="32016"/>
                  </a:cubicBezTo>
                  <a:cubicBezTo>
                    <a:pt x="10503" y="31941"/>
                    <a:pt x="10219" y="31379"/>
                    <a:pt x="10417" y="30978"/>
                  </a:cubicBezTo>
                  <a:cubicBezTo>
                    <a:pt x="10522" y="30768"/>
                    <a:pt x="10713" y="30625"/>
                    <a:pt x="10849" y="30440"/>
                  </a:cubicBezTo>
                  <a:cubicBezTo>
                    <a:pt x="11337" y="29816"/>
                    <a:pt x="11152" y="28914"/>
                    <a:pt x="10942" y="28142"/>
                  </a:cubicBezTo>
                  <a:cubicBezTo>
                    <a:pt x="10843" y="27753"/>
                    <a:pt x="10713" y="27345"/>
                    <a:pt x="10386" y="27116"/>
                  </a:cubicBezTo>
                  <a:cubicBezTo>
                    <a:pt x="10157" y="26949"/>
                    <a:pt x="9848" y="26906"/>
                    <a:pt x="9626" y="26733"/>
                  </a:cubicBezTo>
                  <a:cubicBezTo>
                    <a:pt x="9397" y="26560"/>
                    <a:pt x="9336" y="26134"/>
                    <a:pt x="9608" y="26035"/>
                  </a:cubicBezTo>
                  <a:cubicBezTo>
                    <a:pt x="9614" y="25646"/>
                    <a:pt x="9626" y="25269"/>
                    <a:pt x="9626" y="24880"/>
                  </a:cubicBezTo>
                  <a:cubicBezTo>
                    <a:pt x="9947" y="24596"/>
                    <a:pt x="10472" y="24194"/>
                    <a:pt x="10874" y="24033"/>
                  </a:cubicBezTo>
                  <a:cubicBezTo>
                    <a:pt x="11412" y="23823"/>
                    <a:pt x="11961" y="23613"/>
                    <a:pt x="12505" y="23409"/>
                  </a:cubicBezTo>
                  <a:cubicBezTo>
                    <a:pt x="12789" y="23298"/>
                    <a:pt x="13092" y="23175"/>
                    <a:pt x="13253" y="22921"/>
                  </a:cubicBezTo>
                  <a:cubicBezTo>
                    <a:pt x="13401" y="22680"/>
                    <a:pt x="13401" y="22390"/>
                    <a:pt x="13389" y="22112"/>
                  </a:cubicBezTo>
                  <a:lnTo>
                    <a:pt x="13370" y="21371"/>
                  </a:lnTo>
                  <a:cubicBezTo>
                    <a:pt x="13351" y="20741"/>
                    <a:pt x="13222" y="19962"/>
                    <a:pt x="12616" y="19795"/>
                  </a:cubicBezTo>
                  <a:cubicBezTo>
                    <a:pt x="12443" y="19740"/>
                    <a:pt x="12246" y="19764"/>
                    <a:pt x="12073" y="19721"/>
                  </a:cubicBezTo>
                  <a:cubicBezTo>
                    <a:pt x="11893" y="19684"/>
                    <a:pt x="11702" y="19561"/>
                    <a:pt x="11683" y="19375"/>
                  </a:cubicBezTo>
                  <a:cubicBezTo>
                    <a:pt x="11659" y="19097"/>
                    <a:pt x="12011" y="18961"/>
                    <a:pt x="12289" y="18899"/>
                  </a:cubicBezTo>
                  <a:cubicBezTo>
                    <a:pt x="12561" y="18825"/>
                    <a:pt x="12900" y="18621"/>
                    <a:pt x="12795" y="18356"/>
                  </a:cubicBezTo>
                  <a:cubicBezTo>
                    <a:pt x="12950" y="18035"/>
                    <a:pt x="13092" y="17478"/>
                    <a:pt x="13246" y="17151"/>
                  </a:cubicBezTo>
                  <a:cubicBezTo>
                    <a:pt x="12610" y="16410"/>
                    <a:pt x="11819" y="15817"/>
                    <a:pt x="10936" y="15409"/>
                  </a:cubicBezTo>
                  <a:cubicBezTo>
                    <a:pt x="11492" y="14464"/>
                    <a:pt x="11764" y="13352"/>
                    <a:pt x="11702" y="12258"/>
                  </a:cubicBezTo>
                  <a:cubicBezTo>
                    <a:pt x="11665" y="11615"/>
                    <a:pt x="11399" y="10849"/>
                    <a:pt x="10769" y="10720"/>
                  </a:cubicBezTo>
                  <a:cubicBezTo>
                    <a:pt x="10571" y="10683"/>
                    <a:pt x="10380" y="10701"/>
                    <a:pt x="10188" y="10664"/>
                  </a:cubicBezTo>
                  <a:cubicBezTo>
                    <a:pt x="9997" y="10627"/>
                    <a:pt x="9799" y="10485"/>
                    <a:pt x="9793" y="10293"/>
                  </a:cubicBezTo>
                  <a:cubicBezTo>
                    <a:pt x="9608" y="10015"/>
                    <a:pt x="9144" y="10034"/>
                    <a:pt x="8823" y="10114"/>
                  </a:cubicBezTo>
                  <a:cubicBezTo>
                    <a:pt x="8495" y="10201"/>
                    <a:pt x="8038" y="10170"/>
                    <a:pt x="7970" y="9849"/>
                  </a:cubicBezTo>
                  <a:cubicBezTo>
                    <a:pt x="7939" y="9700"/>
                    <a:pt x="8007" y="9552"/>
                    <a:pt x="8038" y="9404"/>
                  </a:cubicBezTo>
                  <a:cubicBezTo>
                    <a:pt x="8100" y="9058"/>
                    <a:pt x="7909" y="8706"/>
                    <a:pt x="7637" y="8477"/>
                  </a:cubicBezTo>
                  <a:cubicBezTo>
                    <a:pt x="7371" y="8255"/>
                    <a:pt x="7019" y="8137"/>
                    <a:pt x="6679" y="8038"/>
                  </a:cubicBezTo>
                  <a:cubicBezTo>
                    <a:pt x="6172" y="7890"/>
                    <a:pt x="5660" y="7767"/>
                    <a:pt x="5147" y="7686"/>
                  </a:cubicBezTo>
                  <a:cubicBezTo>
                    <a:pt x="4807" y="7624"/>
                    <a:pt x="4449" y="7575"/>
                    <a:pt x="4134" y="7427"/>
                  </a:cubicBezTo>
                  <a:cubicBezTo>
                    <a:pt x="3819" y="7285"/>
                    <a:pt x="3528" y="7025"/>
                    <a:pt x="3454" y="6685"/>
                  </a:cubicBezTo>
                  <a:cubicBezTo>
                    <a:pt x="3374" y="6346"/>
                    <a:pt x="3559" y="5944"/>
                    <a:pt x="3899" y="5864"/>
                  </a:cubicBezTo>
                  <a:cubicBezTo>
                    <a:pt x="4097" y="5814"/>
                    <a:pt x="4047" y="5128"/>
                    <a:pt x="3911" y="4986"/>
                  </a:cubicBezTo>
                  <a:cubicBezTo>
                    <a:pt x="3763" y="4850"/>
                    <a:pt x="3547" y="4826"/>
                    <a:pt x="3343" y="4820"/>
                  </a:cubicBezTo>
                  <a:cubicBezTo>
                    <a:pt x="2744" y="4783"/>
                    <a:pt x="2132" y="4752"/>
                    <a:pt x="1533" y="4708"/>
                  </a:cubicBezTo>
                  <a:cubicBezTo>
                    <a:pt x="1143" y="4690"/>
                    <a:pt x="705" y="4640"/>
                    <a:pt x="482" y="4325"/>
                  </a:cubicBezTo>
                  <a:cubicBezTo>
                    <a:pt x="124" y="3843"/>
                    <a:pt x="544" y="3158"/>
                    <a:pt x="421" y="2571"/>
                  </a:cubicBezTo>
                  <a:cubicBezTo>
                    <a:pt x="359" y="2262"/>
                    <a:pt x="143" y="1990"/>
                    <a:pt x="69" y="1681"/>
                  </a:cubicBezTo>
                  <a:cubicBezTo>
                    <a:pt x="1" y="1372"/>
                    <a:pt x="192" y="958"/>
                    <a:pt x="513" y="1002"/>
                  </a:cubicBezTo>
                  <a:cubicBezTo>
                    <a:pt x="4325" y="1539"/>
                    <a:pt x="8557" y="1"/>
                    <a:pt x="12406" y="161"/>
                  </a:cubicBezTo>
                  <a:cubicBezTo>
                    <a:pt x="12641" y="1107"/>
                    <a:pt x="12845" y="1947"/>
                    <a:pt x="13086" y="2880"/>
                  </a:cubicBezTo>
                  <a:cubicBezTo>
                    <a:pt x="13407" y="4171"/>
                    <a:pt x="13716" y="5623"/>
                    <a:pt x="13036" y="6766"/>
                  </a:cubicBezTo>
                  <a:cubicBezTo>
                    <a:pt x="12789" y="7173"/>
                    <a:pt x="12425" y="7532"/>
                    <a:pt x="12289" y="7983"/>
                  </a:cubicBezTo>
                  <a:cubicBezTo>
                    <a:pt x="12066" y="8724"/>
                    <a:pt x="12487" y="9484"/>
                    <a:pt x="12777" y="10201"/>
                  </a:cubicBezTo>
                  <a:cubicBezTo>
                    <a:pt x="13351" y="11671"/>
                    <a:pt x="13376" y="13345"/>
                    <a:pt x="12826" y="14828"/>
                  </a:cubicBezTo>
                  <a:cubicBezTo>
                    <a:pt x="12727" y="15088"/>
                    <a:pt x="12981" y="15199"/>
                    <a:pt x="13222" y="15335"/>
                  </a:cubicBezTo>
                  <a:cubicBezTo>
                    <a:pt x="13469" y="15477"/>
                    <a:pt x="13753" y="15520"/>
                    <a:pt x="14025" y="15582"/>
                  </a:cubicBezTo>
                  <a:cubicBezTo>
                    <a:pt x="14859" y="15780"/>
                    <a:pt x="15650" y="16212"/>
                    <a:pt x="16255" y="16811"/>
                  </a:cubicBezTo>
                  <a:cubicBezTo>
                    <a:pt x="16410" y="16960"/>
                    <a:pt x="16558" y="17151"/>
                    <a:pt x="16527" y="17361"/>
                  </a:cubicBezTo>
                  <a:cubicBezTo>
                    <a:pt x="16484" y="17621"/>
                    <a:pt x="16187" y="17738"/>
                    <a:pt x="15996" y="17917"/>
                  </a:cubicBezTo>
                  <a:cubicBezTo>
                    <a:pt x="15477" y="18368"/>
                    <a:pt x="15662" y="19245"/>
                    <a:pt x="16095" y="19783"/>
                  </a:cubicBezTo>
                  <a:cubicBezTo>
                    <a:pt x="16527" y="20314"/>
                    <a:pt x="17145" y="20685"/>
                    <a:pt x="17546" y="21253"/>
                  </a:cubicBezTo>
                  <a:cubicBezTo>
                    <a:pt x="17948" y="21816"/>
                    <a:pt x="18016" y="22730"/>
                    <a:pt x="17429" y="23082"/>
                  </a:cubicBezTo>
                  <a:cubicBezTo>
                    <a:pt x="17139" y="23261"/>
                    <a:pt x="16731" y="23274"/>
                    <a:pt x="16552" y="23570"/>
                  </a:cubicBezTo>
                  <a:cubicBezTo>
                    <a:pt x="16410" y="23792"/>
                    <a:pt x="16471" y="24101"/>
                    <a:pt x="16342" y="24324"/>
                  </a:cubicBezTo>
                  <a:cubicBezTo>
                    <a:pt x="16156" y="24633"/>
                    <a:pt x="15724" y="24651"/>
                    <a:pt x="15372" y="24651"/>
                  </a:cubicBezTo>
                  <a:cubicBezTo>
                    <a:pt x="13988" y="24651"/>
                    <a:pt x="12610" y="25003"/>
                    <a:pt x="11399" y="25671"/>
                  </a:cubicBezTo>
                  <a:cubicBezTo>
                    <a:pt x="11510" y="26134"/>
                    <a:pt x="11893" y="26542"/>
                    <a:pt x="12314" y="26777"/>
                  </a:cubicBezTo>
                  <a:cubicBezTo>
                    <a:pt x="12727" y="26999"/>
                    <a:pt x="13178" y="27376"/>
                    <a:pt x="13098" y="27845"/>
                  </a:cubicBezTo>
                  <a:cubicBezTo>
                    <a:pt x="13043" y="28204"/>
                    <a:pt x="12697" y="28457"/>
                    <a:pt x="12672" y="28815"/>
                  </a:cubicBezTo>
                  <a:cubicBezTo>
                    <a:pt x="12635" y="29297"/>
                    <a:pt x="13185" y="29828"/>
                    <a:pt x="12857" y="30205"/>
                  </a:cubicBezTo>
                  <a:cubicBezTo>
                    <a:pt x="12690" y="30403"/>
                    <a:pt x="12344" y="30397"/>
                    <a:pt x="12202" y="30613"/>
                  </a:cubicBezTo>
                  <a:cubicBezTo>
                    <a:pt x="12073" y="30829"/>
                    <a:pt x="12208" y="31107"/>
                    <a:pt x="12388" y="31287"/>
                  </a:cubicBezTo>
                  <a:cubicBezTo>
                    <a:pt x="12567" y="31460"/>
                    <a:pt x="12789" y="31614"/>
                    <a:pt x="12870" y="31855"/>
                  </a:cubicBezTo>
                  <a:cubicBezTo>
                    <a:pt x="12950" y="32145"/>
                    <a:pt x="12789" y="32454"/>
                    <a:pt x="12567" y="32664"/>
                  </a:cubicBezTo>
                  <a:cubicBezTo>
                    <a:pt x="12351" y="32874"/>
                    <a:pt x="12079" y="33035"/>
                    <a:pt x="11887" y="33270"/>
                  </a:cubicBezTo>
                  <a:cubicBezTo>
                    <a:pt x="11492" y="33739"/>
                    <a:pt x="11479" y="34400"/>
                    <a:pt x="11337" y="35000"/>
                  </a:cubicBezTo>
                  <a:cubicBezTo>
                    <a:pt x="11189" y="35593"/>
                    <a:pt x="10750" y="36235"/>
                    <a:pt x="10151" y="36180"/>
                  </a:cubicBezTo>
                  <a:cubicBezTo>
                    <a:pt x="9842" y="36149"/>
                    <a:pt x="9570" y="35914"/>
                    <a:pt x="9484" y="35617"/>
                  </a:cubicBezTo>
                  <a:cubicBezTo>
                    <a:pt x="9379" y="35321"/>
                    <a:pt x="9614" y="34808"/>
                    <a:pt x="9842" y="34604"/>
                  </a:cubicBez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3">
              <a:extLst>
                <a:ext uri="{FF2B5EF4-FFF2-40B4-BE49-F238E27FC236}">
                  <a16:creationId xmlns:a16="http://schemas.microsoft.com/office/drawing/2014/main" id="{91121B30-66A6-A345-CFBA-67B185A05335}"/>
                </a:ext>
              </a:extLst>
            </p:cNvPr>
            <p:cNvSpPr/>
            <p:nvPr/>
          </p:nvSpPr>
          <p:spPr>
            <a:xfrm flipH="1">
              <a:off x="7619673" y="2878526"/>
              <a:ext cx="230914" cy="1280913"/>
            </a:xfrm>
            <a:custGeom>
              <a:avLst/>
              <a:gdLst/>
              <a:ahLst/>
              <a:cxnLst/>
              <a:rect l="l" t="t" r="r" b="b"/>
              <a:pathLst>
                <a:path w="3338" h="18517" extrusionOk="0">
                  <a:moveTo>
                    <a:pt x="1" y="18393"/>
                  </a:moveTo>
                  <a:cubicBezTo>
                    <a:pt x="180" y="18084"/>
                    <a:pt x="489" y="124"/>
                    <a:pt x="489" y="124"/>
                  </a:cubicBezTo>
                  <a:lnTo>
                    <a:pt x="3275" y="1"/>
                  </a:lnTo>
                  <a:lnTo>
                    <a:pt x="3337" y="1851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3">
              <a:extLst>
                <a:ext uri="{FF2B5EF4-FFF2-40B4-BE49-F238E27FC236}">
                  <a16:creationId xmlns:a16="http://schemas.microsoft.com/office/drawing/2014/main" id="{1F10F010-F367-2F4F-77EF-29E05397DFFF}"/>
                </a:ext>
              </a:extLst>
            </p:cNvPr>
            <p:cNvSpPr/>
            <p:nvPr/>
          </p:nvSpPr>
          <p:spPr>
            <a:xfrm flipH="1">
              <a:off x="5036224" y="2529811"/>
              <a:ext cx="562067" cy="1567644"/>
            </a:xfrm>
            <a:custGeom>
              <a:avLst/>
              <a:gdLst/>
              <a:ahLst/>
              <a:cxnLst/>
              <a:rect l="l" t="t" r="r" b="b"/>
              <a:pathLst>
                <a:path w="8125" h="22662" extrusionOk="0">
                  <a:moveTo>
                    <a:pt x="1" y="22661"/>
                  </a:moveTo>
                  <a:lnTo>
                    <a:pt x="1" y="0"/>
                  </a:lnTo>
                  <a:lnTo>
                    <a:pt x="1539" y="0"/>
                  </a:lnTo>
                  <a:cubicBezTo>
                    <a:pt x="1539" y="0"/>
                    <a:pt x="1768" y="278"/>
                    <a:pt x="1768" y="507"/>
                  </a:cubicBezTo>
                  <a:cubicBezTo>
                    <a:pt x="1768" y="742"/>
                    <a:pt x="2002" y="1020"/>
                    <a:pt x="2002" y="1020"/>
                  </a:cubicBezTo>
                  <a:cubicBezTo>
                    <a:pt x="2002" y="1020"/>
                    <a:pt x="2280" y="1112"/>
                    <a:pt x="2509" y="1020"/>
                  </a:cubicBezTo>
                  <a:cubicBezTo>
                    <a:pt x="2744" y="927"/>
                    <a:pt x="2929" y="970"/>
                    <a:pt x="2929" y="970"/>
                  </a:cubicBezTo>
                  <a:lnTo>
                    <a:pt x="3436" y="1341"/>
                  </a:lnTo>
                  <a:lnTo>
                    <a:pt x="3300" y="2224"/>
                  </a:lnTo>
                  <a:lnTo>
                    <a:pt x="3392" y="3151"/>
                  </a:lnTo>
                  <a:lnTo>
                    <a:pt x="4319" y="3429"/>
                  </a:lnTo>
                  <a:lnTo>
                    <a:pt x="4782" y="3522"/>
                  </a:lnTo>
                  <a:lnTo>
                    <a:pt x="5752" y="3522"/>
                  </a:lnTo>
                  <a:lnTo>
                    <a:pt x="5987" y="3565"/>
                  </a:lnTo>
                  <a:lnTo>
                    <a:pt x="5987" y="8724"/>
                  </a:lnTo>
                  <a:lnTo>
                    <a:pt x="8125" y="8724"/>
                  </a:lnTo>
                  <a:lnTo>
                    <a:pt x="8125" y="2256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3">
              <a:extLst>
                <a:ext uri="{FF2B5EF4-FFF2-40B4-BE49-F238E27FC236}">
                  <a16:creationId xmlns:a16="http://schemas.microsoft.com/office/drawing/2014/main" id="{9026D4FD-BF8E-F95F-E0B2-2175D29B6BAE}"/>
                </a:ext>
              </a:extLst>
            </p:cNvPr>
            <p:cNvSpPr/>
            <p:nvPr/>
          </p:nvSpPr>
          <p:spPr>
            <a:xfrm flipH="1">
              <a:off x="5623883" y="2860126"/>
              <a:ext cx="128670" cy="871052"/>
            </a:xfrm>
            <a:custGeom>
              <a:avLst/>
              <a:gdLst/>
              <a:ahLst/>
              <a:cxnLst/>
              <a:rect l="l" t="t" r="r" b="b"/>
              <a:pathLst>
                <a:path w="1860" h="12592" extrusionOk="0">
                  <a:moveTo>
                    <a:pt x="1539" y="1"/>
                  </a:moveTo>
                  <a:lnTo>
                    <a:pt x="0" y="2651"/>
                  </a:lnTo>
                  <a:cubicBezTo>
                    <a:pt x="0" y="2651"/>
                    <a:pt x="186" y="12357"/>
                    <a:pt x="186" y="12542"/>
                  </a:cubicBezTo>
                  <a:lnTo>
                    <a:pt x="1860" y="1259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3">
              <a:extLst>
                <a:ext uri="{FF2B5EF4-FFF2-40B4-BE49-F238E27FC236}">
                  <a16:creationId xmlns:a16="http://schemas.microsoft.com/office/drawing/2014/main" id="{781B18F7-CCB0-5BD2-2AFC-56DB60A1BB28}"/>
                </a:ext>
              </a:extLst>
            </p:cNvPr>
            <p:cNvSpPr/>
            <p:nvPr/>
          </p:nvSpPr>
          <p:spPr>
            <a:xfrm flipH="1">
              <a:off x="6778222" y="2375072"/>
              <a:ext cx="440661" cy="1624506"/>
            </a:xfrm>
            <a:custGeom>
              <a:avLst/>
              <a:gdLst/>
              <a:ahLst/>
              <a:cxnLst/>
              <a:rect l="l" t="t" r="r" b="b"/>
              <a:pathLst>
                <a:path w="6370" h="23484" extrusionOk="0">
                  <a:moveTo>
                    <a:pt x="0" y="22736"/>
                  </a:moveTo>
                  <a:lnTo>
                    <a:pt x="0" y="1"/>
                  </a:lnTo>
                  <a:cubicBezTo>
                    <a:pt x="0" y="1"/>
                    <a:pt x="989" y="62"/>
                    <a:pt x="1421" y="62"/>
                  </a:cubicBezTo>
                  <a:cubicBezTo>
                    <a:pt x="1854" y="62"/>
                    <a:pt x="2101" y="124"/>
                    <a:pt x="2101" y="124"/>
                  </a:cubicBezTo>
                  <a:lnTo>
                    <a:pt x="2904" y="433"/>
                  </a:lnTo>
                  <a:lnTo>
                    <a:pt x="3769" y="186"/>
                  </a:lnTo>
                  <a:lnTo>
                    <a:pt x="4757" y="371"/>
                  </a:lnTo>
                  <a:lnTo>
                    <a:pt x="4634" y="2052"/>
                  </a:lnTo>
                  <a:lnTo>
                    <a:pt x="6370" y="1372"/>
                  </a:lnTo>
                  <a:lnTo>
                    <a:pt x="6370" y="2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3">
              <a:extLst>
                <a:ext uri="{FF2B5EF4-FFF2-40B4-BE49-F238E27FC236}">
                  <a16:creationId xmlns:a16="http://schemas.microsoft.com/office/drawing/2014/main" id="{768F4CD3-77C4-F5D4-91A1-E55EEA2060D5}"/>
                </a:ext>
              </a:extLst>
            </p:cNvPr>
            <p:cNvSpPr/>
            <p:nvPr/>
          </p:nvSpPr>
          <p:spPr>
            <a:xfrm flipH="1">
              <a:off x="4995626" y="3679850"/>
              <a:ext cx="368024" cy="604404"/>
            </a:xfrm>
            <a:custGeom>
              <a:avLst/>
              <a:gdLst/>
              <a:ahLst/>
              <a:cxnLst/>
              <a:rect l="l" t="t" r="r" b="b"/>
              <a:pathLst>
                <a:path w="4690" h="8737" extrusionOk="0">
                  <a:moveTo>
                    <a:pt x="0" y="8736"/>
                  </a:moveTo>
                  <a:cubicBezTo>
                    <a:pt x="93" y="8594"/>
                    <a:pt x="1248" y="0"/>
                    <a:pt x="1248" y="0"/>
                  </a:cubicBezTo>
                  <a:lnTo>
                    <a:pt x="2743" y="0"/>
                  </a:lnTo>
                  <a:lnTo>
                    <a:pt x="2972" y="692"/>
                  </a:lnTo>
                  <a:lnTo>
                    <a:pt x="3343" y="927"/>
                  </a:lnTo>
                  <a:lnTo>
                    <a:pt x="3713" y="1248"/>
                  </a:lnTo>
                  <a:lnTo>
                    <a:pt x="4412" y="878"/>
                  </a:lnTo>
                  <a:lnTo>
                    <a:pt x="4690" y="827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3">
              <a:extLst>
                <a:ext uri="{FF2B5EF4-FFF2-40B4-BE49-F238E27FC236}">
                  <a16:creationId xmlns:a16="http://schemas.microsoft.com/office/drawing/2014/main" id="{AD082B2B-88F1-E7AE-CE3C-3BE176DF088E}"/>
                </a:ext>
              </a:extLst>
            </p:cNvPr>
            <p:cNvSpPr/>
            <p:nvPr/>
          </p:nvSpPr>
          <p:spPr>
            <a:xfrm flipH="1">
              <a:off x="5095586" y="3831145"/>
              <a:ext cx="171076" cy="227032"/>
            </a:xfrm>
            <a:custGeom>
              <a:avLst/>
              <a:gdLst/>
              <a:ahLst/>
              <a:cxnLst/>
              <a:rect l="l" t="t" r="r" b="b"/>
              <a:pathLst>
                <a:path w="2473" h="3282" extrusionOk="0">
                  <a:moveTo>
                    <a:pt x="1477" y="99"/>
                  </a:moveTo>
                  <a:lnTo>
                    <a:pt x="458" y="0"/>
                  </a:lnTo>
                  <a:lnTo>
                    <a:pt x="421" y="390"/>
                  </a:lnTo>
                  <a:lnTo>
                    <a:pt x="1440" y="495"/>
                  </a:lnTo>
                  <a:close/>
                  <a:moveTo>
                    <a:pt x="1" y="3034"/>
                  </a:moveTo>
                  <a:lnTo>
                    <a:pt x="1020" y="3133"/>
                  </a:lnTo>
                  <a:lnTo>
                    <a:pt x="1057" y="2737"/>
                  </a:lnTo>
                  <a:lnTo>
                    <a:pt x="44" y="2638"/>
                  </a:lnTo>
                  <a:close/>
                  <a:moveTo>
                    <a:pt x="1453" y="2787"/>
                  </a:moveTo>
                  <a:lnTo>
                    <a:pt x="1416" y="3182"/>
                  </a:lnTo>
                  <a:lnTo>
                    <a:pt x="2435" y="3281"/>
                  </a:lnTo>
                  <a:lnTo>
                    <a:pt x="2472" y="2886"/>
                  </a:lnTo>
                  <a:close/>
                  <a:moveTo>
                    <a:pt x="211" y="1619"/>
                  </a:moveTo>
                  <a:lnTo>
                    <a:pt x="1230" y="1718"/>
                  </a:lnTo>
                  <a:lnTo>
                    <a:pt x="1267" y="1323"/>
                  </a:lnTo>
                  <a:lnTo>
                    <a:pt x="248" y="122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3">
              <a:extLst>
                <a:ext uri="{FF2B5EF4-FFF2-40B4-BE49-F238E27FC236}">
                  <a16:creationId xmlns:a16="http://schemas.microsoft.com/office/drawing/2014/main" id="{1043858A-5CDA-09E8-95E6-F0C4B4910C59}"/>
                </a:ext>
              </a:extLst>
            </p:cNvPr>
            <p:cNvSpPr/>
            <p:nvPr/>
          </p:nvSpPr>
          <p:spPr>
            <a:xfrm flipH="1">
              <a:off x="7163477" y="149825"/>
              <a:ext cx="1577089" cy="3507408"/>
            </a:xfrm>
            <a:custGeom>
              <a:avLst/>
              <a:gdLst/>
              <a:ahLst/>
              <a:cxnLst/>
              <a:rect l="l" t="t" r="r" b="b"/>
              <a:pathLst>
                <a:path w="11912" h="26493" extrusionOk="0">
                  <a:moveTo>
                    <a:pt x="10929" y="23064"/>
                  </a:moveTo>
                  <a:cubicBezTo>
                    <a:pt x="10972" y="21680"/>
                    <a:pt x="10169" y="20426"/>
                    <a:pt x="9379" y="19295"/>
                  </a:cubicBezTo>
                  <a:cubicBezTo>
                    <a:pt x="8767" y="18418"/>
                    <a:pt x="7865" y="17448"/>
                    <a:pt x="6833" y="17720"/>
                  </a:cubicBezTo>
                  <a:cubicBezTo>
                    <a:pt x="7500" y="17071"/>
                    <a:pt x="7278" y="15946"/>
                    <a:pt x="6876" y="15112"/>
                  </a:cubicBezTo>
                  <a:cubicBezTo>
                    <a:pt x="6506" y="14328"/>
                    <a:pt x="6018" y="13599"/>
                    <a:pt x="5443" y="12944"/>
                  </a:cubicBezTo>
                  <a:cubicBezTo>
                    <a:pt x="5184" y="12641"/>
                    <a:pt x="4881" y="12332"/>
                    <a:pt x="4819" y="11937"/>
                  </a:cubicBezTo>
                  <a:cubicBezTo>
                    <a:pt x="4757" y="11585"/>
                    <a:pt x="4899" y="11239"/>
                    <a:pt x="4974" y="10880"/>
                  </a:cubicBezTo>
                  <a:cubicBezTo>
                    <a:pt x="5369" y="9181"/>
                    <a:pt x="4232" y="7285"/>
                    <a:pt x="2552" y="6828"/>
                  </a:cubicBezTo>
                  <a:cubicBezTo>
                    <a:pt x="2027" y="6679"/>
                    <a:pt x="1378" y="6605"/>
                    <a:pt x="1149" y="6111"/>
                  </a:cubicBezTo>
                  <a:cubicBezTo>
                    <a:pt x="995" y="5771"/>
                    <a:pt x="1112" y="5370"/>
                    <a:pt x="1013" y="5011"/>
                  </a:cubicBezTo>
                  <a:cubicBezTo>
                    <a:pt x="871" y="4511"/>
                    <a:pt x="334" y="4196"/>
                    <a:pt x="210" y="3695"/>
                  </a:cubicBezTo>
                  <a:cubicBezTo>
                    <a:pt x="0" y="2849"/>
                    <a:pt x="989" y="2250"/>
                    <a:pt x="1810" y="1947"/>
                  </a:cubicBezTo>
                  <a:cubicBezTo>
                    <a:pt x="3231" y="1422"/>
                    <a:pt x="4652" y="903"/>
                    <a:pt x="6079" y="378"/>
                  </a:cubicBezTo>
                  <a:cubicBezTo>
                    <a:pt x="6586" y="192"/>
                    <a:pt x="7105" y="1"/>
                    <a:pt x="7649" y="26"/>
                  </a:cubicBezTo>
                  <a:cubicBezTo>
                    <a:pt x="8186" y="50"/>
                    <a:pt x="8748" y="334"/>
                    <a:pt x="8934" y="841"/>
                  </a:cubicBezTo>
                  <a:cubicBezTo>
                    <a:pt x="9212" y="1613"/>
                    <a:pt x="8532" y="2441"/>
                    <a:pt x="8674" y="3251"/>
                  </a:cubicBezTo>
                  <a:cubicBezTo>
                    <a:pt x="8804" y="4017"/>
                    <a:pt x="9638" y="4579"/>
                    <a:pt x="9582" y="5351"/>
                  </a:cubicBezTo>
                  <a:cubicBezTo>
                    <a:pt x="9521" y="6179"/>
                    <a:pt x="8483" y="6686"/>
                    <a:pt x="8483" y="7513"/>
                  </a:cubicBezTo>
                  <a:cubicBezTo>
                    <a:pt x="8483" y="8706"/>
                    <a:pt x="10509" y="8965"/>
                    <a:pt x="10676" y="10139"/>
                  </a:cubicBezTo>
                  <a:cubicBezTo>
                    <a:pt x="10744" y="10689"/>
                    <a:pt x="10373" y="11177"/>
                    <a:pt x="10070" y="11628"/>
                  </a:cubicBezTo>
                  <a:cubicBezTo>
                    <a:pt x="9768" y="12091"/>
                    <a:pt x="9533" y="12722"/>
                    <a:pt x="9854" y="13160"/>
                  </a:cubicBezTo>
                  <a:cubicBezTo>
                    <a:pt x="10404" y="13599"/>
                    <a:pt x="10497" y="14495"/>
                    <a:pt x="10046" y="15038"/>
                  </a:cubicBezTo>
                  <a:cubicBezTo>
                    <a:pt x="10528" y="14791"/>
                    <a:pt x="10960" y="15545"/>
                    <a:pt x="10775" y="16058"/>
                  </a:cubicBezTo>
                  <a:cubicBezTo>
                    <a:pt x="10589" y="16558"/>
                    <a:pt x="10132" y="16935"/>
                    <a:pt x="9984" y="17454"/>
                  </a:cubicBezTo>
                  <a:cubicBezTo>
                    <a:pt x="9718" y="18436"/>
                    <a:pt x="10664" y="19276"/>
                    <a:pt x="11510" y="19851"/>
                  </a:cubicBezTo>
                  <a:cubicBezTo>
                    <a:pt x="11115" y="20506"/>
                    <a:pt x="11189" y="21346"/>
                    <a:pt x="11386" y="22088"/>
                  </a:cubicBezTo>
                  <a:cubicBezTo>
                    <a:pt x="11578" y="22829"/>
                    <a:pt x="11887" y="23558"/>
                    <a:pt x="11899" y="24330"/>
                  </a:cubicBezTo>
                  <a:cubicBezTo>
                    <a:pt x="11912" y="24781"/>
                    <a:pt x="11436" y="26492"/>
                    <a:pt x="10682" y="25770"/>
                  </a:cubicBezTo>
                  <a:cubicBezTo>
                    <a:pt x="10262" y="25368"/>
                    <a:pt x="10911" y="23589"/>
                    <a:pt x="10929" y="23064"/>
                  </a:cubicBez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3">
              <a:extLst>
                <a:ext uri="{FF2B5EF4-FFF2-40B4-BE49-F238E27FC236}">
                  <a16:creationId xmlns:a16="http://schemas.microsoft.com/office/drawing/2014/main" id="{266FBDCD-3862-EEBB-650F-B8C55031B28F}"/>
                </a:ext>
              </a:extLst>
            </p:cNvPr>
            <p:cNvSpPr/>
            <p:nvPr/>
          </p:nvSpPr>
          <p:spPr>
            <a:xfrm flipH="1">
              <a:off x="7129556" y="3159311"/>
              <a:ext cx="812490" cy="845388"/>
            </a:xfrm>
            <a:custGeom>
              <a:avLst/>
              <a:gdLst/>
              <a:ahLst/>
              <a:cxnLst/>
              <a:rect l="l" t="t" r="r" b="b"/>
              <a:pathLst>
                <a:path w="11745" h="12221" extrusionOk="0">
                  <a:moveTo>
                    <a:pt x="0" y="1205"/>
                  </a:moveTo>
                  <a:lnTo>
                    <a:pt x="5758" y="1205"/>
                  </a:lnTo>
                  <a:lnTo>
                    <a:pt x="5758" y="3256"/>
                  </a:lnTo>
                  <a:cubicBezTo>
                    <a:pt x="5758" y="3256"/>
                    <a:pt x="6500" y="3164"/>
                    <a:pt x="6734" y="3256"/>
                  </a:cubicBezTo>
                  <a:cubicBezTo>
                    <a:pt x="6963" y="3349"/>
                    <a:pt x="7383" y="3627"/>
                    <a:pt x="7383" y="3627"/>
                  </a:cubicBezTo>
                  <a:lnTo>
                    <a:pt x="7797" y="3992"/>
                  </a:lnTo>
                  <a:lnTo>
                    <a:pt x="8260" y="3528"/>
                  </a:lnTo>
                  <a:cubicBezTo>
                    <a:pt x="8260" y="3528"/>
                    <a:pt x="8680" y="3349"/>
                    <a:pt x="8816" y="3392"/>
                  </a:cubicBezTo>
                  <a:cubicBezTo>
                    <a:pt x="8958" y="3442"/>
                    <a:pt x="9372" y="3442"/>
                    <a:pt x="9372" y="3442"/>
                  </a:cubicBezTo>
                  <a:lnTo>
                    <a:pt x="9372" y="1"/>
                  </a:lnTo>
                  <a:lnTo>
                    <a:pt x="11745" y="1"/>
                  </a:lnTo>
                  <a:lnTo>
                    <a:pt x="11745" y="4418"/>
                  </a:lnTo>
                  <a:lnTo>
                    <a:pt x="11695" y="4745"/>
                  </a:lnTo>
                  <a:lnTo>
                    <a:pt x="11745" y="5023"/>
                  </a:lnTo>
                  <a:lnTo>
                    <a:pt x="11603" y="5530"/>
                  </a:lnTo>
                  <a:lnTo>
                    <a:pt x="11281" y="5857"/>
                  </a:lnTo>
                  <a:lnTo>
                    <a:pt x="11559" y="6135"/>
                  </a:lnTo>
                  <a:lnTo>
                    <a:pt x="11603" y="6642"/>
                  </a:lnTo>
                  <a:lnTo>
                    <a:pt x="11603" y="12221"/>
                  </a:lnTo>
                  <a:lnTo>
                    <a:pt x="223" y="12221"/>
                  </a:lnTo>
                  <a:close/>
                </a:path>
              </a:pathLst>
            </a:custGeom>
            <a:solidFill>
              <a:srgbClr val="C94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3">
              <a:extLst>
                <a:ext uri="{FF2B5EF4-FFF2-40B4-BE49-F238E27FC236}">
                  <a16:creationId xmlns:a16="http://schemas.microsoft.com/office/drawing/2014/main" id="{9A58A774-4DC0-853D-3849-BE0F63C48DD9}"/>
                </a:ext>
              </a:extLst>
            </p:cNvPr>
            <p:cNvSpPr/>
            <p:nvPr/>
          </p:nvSpPr>
          <p:spPr>
            <a:xfrm flipH="1">
              <a:off x="7128666" y="3159311"/>
              <a:ext cx="414650" cy="845388"/>
            </a:xfrm>
            <a:custGeom>
              <a:avLst/>
              <a:gdLst/>
              <a:ahLst/>
              <a:cxnLst/>
              <a:rect l="l" t="t" r="r" b="b"/>
              <a:pathLst>
                <a:path w="5994" h="12221" extrusionOk="0">
                  <a:moveTo>
                    <a:pt x="3615" y="3442"/>
                  </a:moveTo>
                  <a:cubicBezTo>
                    <a:pt x="3615" y="3442"/>
                    <a:pt x="3201" y="3442"/>
                    <a:pt x="3059" y="3392"/>
                  </a:cubicBezTo>
                  <a:cubicBezTo>
                    <a:pt x="2923" y="3349"/>
                    <a:pt x="2503" y="3528"/>
                    <a:pt x="2503" y="3528"/>
                  </a:cubicBezTo>
                  <a:lnTo>
                    <a:pt x="2039" y="3992"/>
                  </a:lnTo>
                  <a:lnTo>
                    <a:pt x="1625" y="3627"/>
                  </a:lnTo>
                  <a:cubicBezTo>
                    <a:pt x="1625" y="3627"/>
                    <a:pt x="1205" y="3349"/>
                    <a:pt x="977" y="3256"/>
                  </a:cubicBezTo>
                  <a:cubicBezTo>
                    <a:pt x="742" y="3164"/>
                    <a:pt x="0" y="3256"/>
                    <a:pt x="0" y="3256"/>
                  </a:cubicBezTo>
                  <a:lnTo>
                    <a:pt x="0" y="12221"/>
                  </a:lnTo>
                  <a:lnTo>
                    <a:pt x="5857" y="12221"/>
                  </a:lnTo>
                  <a:lnTo>
                    <a:pt x="5857" y="6642"/>
                  </a:lnTo>
                  <a:lnTo>
                    <a:pt x="5808" y="6135"/>
                  </a:lnTo>
                  <a:lnTo>
                    <a:pt x="5530" y="5857"/>
                  </a:lnTo>
                  <a:lnTo>
                    <a:pt x="5857" y="5530"/>
                  </a:lnTo>
                  <a:lnTo>
                    <a:pt x="5993" y="5023"/>
                  </a:lnTo>
                  <a:lnTo>
                    <a:pt x="5950" y="4745"/>
                  </a:lnTo>
                  <a:lnTo>
                    <a:pt x="5993" y="4418"/>
                  </a:lnTo>
                  <a:lnTo>
                    <a:pt x="5993" y="1"/>
                  </a:lnTo>
                  <a:lnTo>
                    <a:pt x="3627" y="1"/>
                  </a:lnTo>
                  <a:lnTo>
                    <a:pt x="3627" y="3442"/>
                  </a:lnTo>
                  <a:close/>
                </a:path>
              </a:pathLst>
            </a:custGeom>
            <a:solidFill>
              <a:srgbClr val="C94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3">
              <a:extLst>
                <a:ext uri="{FF2B5EF4-FFF2-40B4-BE49-F238E27FC236}">
                  <a16:creationId xmlns:a16="http://schemas.microsoft.com/office/drawing/2014/main" id="{4CF43626-E085-B011-DA8E-D9ACCDB15687}"/>
                </a:ext>
              </a:extLst>
            </p:cNvPr>
            <p:cNvSpPr/>
            <p:nvPr/>
          </p:nvSpPr>
          <p:spPr>
            <a:xfrm flipH="1">
              <a:off x="5815280" y="3140080"/>
              <a:ext cx="679669" cy="385097"/>
            </a:xfrm>
            <a:custGeom>
              <a:avLst/>
              <a:gdLst/>
              <a:ahLst/>
              <a:cxnLst/>
              <a:rect l="l" t="t" r="r" b="b"/>
              <a:pathLst>
                <a:path w="9825" h="5567" extrusionOk="0">
                  <a:moveTo>
                    <a:pt x="1" y="5110"/>
                  </a:moveTo>
                  <a:lnTo>
                    <a:pt x="742" y="2274"/>
                  </a:lnTo>
                  <a:lnTo>
                    <a:pt x="1255" y="1903"/>
                  </a:lnTo>
                  <a:cubicBezTo>
                    <a:pt x="1255" y="1903"/>
                    <a:pt x="2089" y="2039"/>
                    <a:pt x="2460" y="1854"/>
                  </a:cubicBezTo>
                  <a:cubicBezTo>
                    <a:pt x="2830" y="1669"/>
                    <a:pt x="2830" y="1113"/>
                    <a:pt x="3059" y="977"/>
                  </a:cubicBezTo>
                  <a:cubicBezTo>
                    <a:pt x="3294" y="835"/>
                    <a:pt x="4035" y="927"/>
                    <a:pt x="4035" y="927"/>
                  </a:cubicBezTo>
                  <a:lnTo>
                    <a:pt x="4684" y="279"/>
                  </a:lnTo>
                  <a:lnTo>
                    <a:pt x="5703" y="371"/>
                  </a:lnTo>
                  <a:lnTo>
                    <a:pt x="6908" y="513"/>
                  </a:lnTo>
                  <a:lnTo>
                    <a:pt x="7507" y="0"/>
                  </a:lnTo>
                  <a:lnTo>
                    <a:pt x="8020" y="421"/>
                  </a:lnTo>
                  <a:lnTo>
                    <a:pt x="9132" y="328"/>
                  </a:lnTo>
                  <a:cubicBezTo>
                    <a:pt x="9132" y="328"/>
                    <a:pt x="9225" y="1440"/>
                    <a:pt x="9361" y="1483"/>
                  </a:cubicBezTo>
                  <a:cubicBezTo>
                    <a:pt x="9503" y="1533"/>
                    <a:pt x="9824" y="2132"/>
                    <a:pt x="9824" y="2132"/>
                  </a:cubicBezTo>
                  <a:lnTo>
                    <a:pt x="9731" y="4134"/>
                  </a:lnTo>
                  <a:lnTo>
                    <a:pt x="9503" y="556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3">
              <a:extLst>
                <a:ext uri="{FF2B5EF4-FFF2-40B4-BE49-F238E27FC236}">
                  <a16:creationId xmlns:a16="http://schemas.microsoft.com/office/drawing/2014/main" id="{E5E8BD4E-91E6-78E6-67BA-C48DBC391EE2}"/>
                </a:ext>
              </a:extLst>
            </p:cNvPr>
            <p:cNvSpPr/>
            <p:nvPr/>
          </p:nvSpPr>
          <p:spPr>
            <a:xfrm flipH="1">
              <a:off x="5193043" y="3008438"/>
              <a:ext cx="649300" cy="1238578"/>
            </a:xfrm>
            <a:custGeom>
              <a:avLst/>
              <a:gdLst/>
              <a:ahLst/>
              <a:cxnLst/>
              <a:rect l="l" t="t" r="r" b="b"/>
              <a:pathLst>
                <a:path w="9386" h="17905" extrusionOk="0">
                  <a:moveTo>
                    <a:pt x="3899" y="2694"/>
                  </a:moveTo>
                  <a:lnTo>
                    <a:pt x="4604" y="2602"/>
                  </a:lnTo>
                  <a:lnTo>
                    <a:pt x="5110" y="2416"/>
                  </a:lnTo>
                  <a:lnTo>
                    <a:pt x="5296" y="1903"/>
                  </a:lnTo>
                  <a:lnTo>
                    <a:pt x="5716" y="1527"/>
                  </a:lnTo>
                  <a:lnTo>
                    <a:pt x="5852" y="600"/>
                  </a:lnTo>
                  <a:lnTo>
                    <a:pt x="6179" y="1"/>
                  </a:lnTo>
                  <a:lnTo>
                    <a:pt x="9385" y="1113"/>
                  </a:lnTo>
                  <a:lnTo>
                    <a:pt x="5549" y="17905"/>
                  </a:lnTo>
                  <a:lnTo>
                    <a:pt x="1" y="1788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3">
              <a:extLst>
                <a:ext uri="{FF2B5EF4-FFF2-40B4-BE49-F238E27FC236}">
                  <a16:creationId xmlns:a16="http://schemas.microsoft.com/office/drawing/2014/main" id="{1E81618A-F760-5419-2472-F2D7D40A1DC9}"/>
                </a:ext>
              </a:extLst>
            </p:cNvPr>
            <p:cNvSpPr/>
            <p:nvPr/>
          </p:nvSpPr>
          <p:spPr>
            <a:xfrm flipH="1">
              <a:off x="5721775" y="3056308"/>
              <a:ext cx="125280" cy="838539"/>
            </a:xfrm>
            <a:custGeom>
              <a:avLst/>
              <a:gdLst/>
              <a:ahLst/>
              <a:cxnLst/>
              <a:rect l="l" t="t" r="r" b="b"/>
              <a:pathLst>
                <a:path w="1811" h="12122" extrusionOk="0">
                  <a:moveTo>
                    <a:pt x="0" y="12122"/>
                  </a:moveTo>
                  <a:lnTo>
                    <a:pt x="278" y="1"/>
                  </a:lnTo>
                  <a:lnTo>
                    <a:pt x="698" y="1"/>
                  </a:lnTo>
                  <a:cubicBezTo>
                    <a:pt x="698" y="1"/>
                    <a:pt x="1020" y="279"/>
                    <a:pt x="1205" y="229"/>
                  </a:cubicBezTo>
                  <a:cubicBezTo>
                    <a:pt x="1390" y="186"/>
                    <a:pt x="1811" y="279"/>
                    <a:pt x="1811" y="279"/>
                  </a:cubicBezTo>
                  <a:lnTo>
                    <a:pt x="1811" y="1212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3">
              <a:extLst>
                <a:ext uri="{FF2B5EF4-FFF2-40B4-BE49-F238E27FC236}">
                  <a16:creationId xmlns:a16="http://schemas.microsoft.com/office/drawing/2014/main" id="{E5B0E479-AD15-844D-BBCD-077B4097D69F}"/>
                </a:ext>
              </a:extLst>
            </p:cNvPr>
            <p:cNvSpPr/>
            <p:nvPr/>
          </p:nvSpPr>
          <p:spPr>
            <a:xfrm flipH="1">
              <a:off x="6618428" y="2982774"/>
              <a:ext cx="320984" cy="874095"/>
            </a:xfrm>
            <a:custGeom>
              <a:avLst/>
              <a:gdLst/>
              <a:ahLst/>
              <a:cxnLst/>
              <a:rect l="l" t="t" r="r" b="b"/>
              <a:pathLst>
                <a:path w="4640" h="12636" extrusionOk="0">
                  <a:moveTo>
                    <a:pt x="927" y="12635"/>
                  </a:moveTo>
                  <a:lnTo>
                    <a:pt x="0" y="742"/>
                  </a:lnTo>
                  <a:lnTo>
                    <a:pt x="3299" y="1"/>
                  </a:lnTo>
                  <a:lnTo>
                    <a:pt x="3991" y="4363"/>
                  </a:lnTo>
                  <a:lnTo>
                    <a:pt x="3806" y="4777"/>
                  </a:lnTo>
                  <a:lnTo>
                    <a:pt x="4084" y="5296"/>
                  </a:lnTo>
                  <a:lnTo>
                    <a:pt x="4146" y="5926"/>
                  </a:lnTo>
                  <a:lnTo>
                    <a:pt x="4640" y="126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3">
              <a:extLst>
                <a:ext uri="{FF2B5EF4-FFF2-40B4-BE49-F238E27FC236}">
                  <a16:creationId xmlns:a16="http://schemas.microsoft.com/office/drawing/2014/main" id="{B787AFB5-43AC-BC9E-03C6-AB5E5A68E563}"/>
                </a:ext>
              </a:extLst>
            </p:cNvPr>
            <p:cNvSpPr/>
            <p:nvPr/>
          </p:nvSpPr>
          <p:spPr>
            <a:xfrm flipH="1">
              <a:off x="5870081" y="2889664"/>
              <a:ext cx="433397" cy="1009056"/>
            </a:xfrm>
            <a:custGeom>
              <a:avLst/>
              <a:gdLst/>
              <a:ahLst/>
              <a:cxnLst/>
              <a:rect l="l" t="t" r="r" b="b"/>
              <a:pathLst>
                <a:path w="6265" h="14587" extrusionOk="0">
                  <a:moveTo>
                    <a:pt x="142" y="14259"/>
                  </a:moveTo>
                  <a:lnTo>
                    <a:pt x="142" y="14117"/>
                  </a:lnTo>
                  <a:lnTo>
                    <a:pt x="142" y="4967"/>
                  </a:lnTo>
                  <a:lnTo>
                    <a:pt x="50" y="3948"/>
                  </a:lnTo>
                  <a:lnTo>
                    <a:pt x="2094" y="3899"/>
                  </a:lnTo>
                  <a:lnTo>
                    <a:pt x="2144" y="3342"/>
                  </a:lnTo>
                  <a:lnTo>
                    <a:pt x="0" y="3250"/>
                  </a:lnTo>
                  <a:lnTo>
                    <a:pt x="420" y="884"/>
                  </a:lnTo>
                  <a:lnTo>
                    <a:pt x="1162" y="513"/>
                  </a:lnTo>
                  <a:lnTo>
                    <a:pt x="1946" y="420"/>
                  </a:lnTo>
                  <a:cubicBezTo>
                    <a:pt x="1946" y="420"/>
                    <a:pt x="2138" y="0"/>
                    <a:pt x="2366" y="50"/>
                  </a:cubicBezTo>
                  <a:cubicBezTo>
                    <a:pt x="2601" y="93"/>
                    <a:pt x="3015" y="328"/>
                    <a:pt x="3015" y="328"/>
                  </a:cubicBezTo>
                  <a:lnTo>
                    <a:pt x="3942" y="371"/>
                  </a:lnTo>
                  <a:lnTo>
                    <a:pt x="4547" y="142"/>
                  </a:lnTo>
                  <a:lnTo>
                    <a:pt x="6079" y="0"/>
                  </a:lnTo>
                  <a:lnTo>
                    <a:pt x="6265" y="2045"/>
                  </a:lnTo>
                  <a:lnTo>
                    <a:pt x="6265" y="145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3">
              <a:extLst>
                <a:ext uri="{FF2B5EF4-FFF2-40B4-BE49-F238E27FC236}">
                  <a16:creationId xmlns:a16="http://schemas.microsoft.com/office/drawing/2014/main" id="{B1DF8D51-B2E2-4CCE-DA5E-36C545A74B0C}"/>
                </a:ext>
              </a:extLst>
            </p:cNvPr>
            <p:cNvSpPr/>
            <p:nvPr/>
          </p:nvSpPr>
          <p:spPr>
            <a:xfrm flipH="1">
              <a:off x="6570459" y="2610125"/>
              <a:ext cx="1230114" cy="1677079"/>
            </a:xfrm>
            <a:custGeom>
              <a:avLst/>
              <a:gdLst/>
              <a:ahLst/>
              <a:cxnLst/>
              <a:rect l="l" t="t" r="r" b="b"/>
              <a:pathLst>
                <a:path w="17782" h="24244" extrusionOk="0">
                  <a:moveTo>
                    <a:pt x="17621" y="6265"/>
                  </a:moveTo>
                  <a:lnTo>
                    <a:pt x="16972" y="6173"/>
                  </a:lnTo>
                  <a:cubicBezTo>
                    <a:pt x="16972" y="6173"/>
                    <a:pt x="16416" y="5987"/>
                    <a:pt x="16274" y="5895"/>
                  </a:cubicBezTo>
                  <a:cubicBezTo>
                    <a:pt x="16138" y="5802"/>
                    <a:pt x="15625" y="5666"/>
                    <a:pt x="15625" y="5666"/>
                  </a:cubicBezTo>
                  <a:lnTo>
                    <a:pt x="15625" y="4437"/>
                  </a:lnTo>
                  <a:lnTo>
                    <a:pt x="14977" y="4437"/>
                  </a:lnTo>
                  <a:lnTo>
                    <a:pt x="14977" y="3510"/>
                  </a:lnTo>
                  <a:lnTo>
                    <a:pt x="15625" y="3510"/>
                  </a:lnTo>
                  <a:lnTo>
                    <a:pt x="15625" y="3300"/>
                  </a:lnTo>
                  <a:cubicBezTo>
                    <a:pt x="15625" y="3300"/>
                    <a:pt x="15347" y="791"/>
                    <a:pt x="15162" y="791"/>
                  </a:cubicBezTo>
                  <a:cubicBezTo>
                    <a:pt x="14977" y="791"/>
                    <a:pt x="14142" y="513"/>
                    <a:pt x="14142" y="513"/>
                  </a:cubicBezTo>
                  <a:lnTo>
                    <a:pt x="12654" y="699"/>
                  </a:lnTo>
                  <a:cubicBezTo>
                    <a:pt x="12654" y="699"/>
                    <a:pt x="11869" y="557"/>
                    <a:pt x="11634" y="513"/>
                  </a:cubicBezTo>
                  <a:cubicBezTo>
                    <a:pt x="11406" y="464"/>
                    <a:pt x="10942" y="421"/>
                    <a:pt x="10942" y="421"/>
                  </a:cubicBezTo>
                  <a:lnTo>
                    <a:pt x="9873" y="927"/>
                  </a:lnTo>
                  <a:lnTo>
                    <a:pt x="8292" y="1"/>
                  </a:lnTo>
                  <a:lnTo>
                    <a:pt x="7594" y="977"/>
                  </a:lnTo>
                  <a:lnTo>
                    <a:pt x="6945" y="1533"/>
                  </a:lnTo>
                  <a:lnTo>
                    <a:pt x="6389" y="1947"/>
                  </a:lnTo>
                  <a:cubicBezTo>
                    <a:pt x="6389" y="1947"/>
                    <a:pt x="6204" y="2460"/>
                    <a:pt x="6296" y="2688"/>
                  </a:cubicBezTo>
                  <a:cubicBezTo>
                    <a:pt x="6389" y="2923"/>
                    <a:pt x="6346" y="3942"/>
                    <a:pt x="6346" y="3942"/>
                  </a:cubicBezTo>
                  <a:cubicBezTo>
                    <a:pt x="6346" y="3942"/>
                    <a:pt x="6018" y="4591"/>
                    <a:pt x="5833" y="4776"/>
                  </a:cubicBezTo>
                  <a:cubicBezTo>
                    <a:pt x="5648" y="4962"/>
                    <a:pt x="4999" y="5147"/>
                    <a:pt x="4678" y="5190"/>
                  </a:cubicBezTo>
                  <a:cubicBezTo>
                    <a:pt x="4350" y="5240"/>
                    <a:pt x="3751" y="5746"/>
                    <a:pt x="3751" y="5746"/>
                  </a:cubicBezTo>
                  <a:lnTo>
                    <a:pt x="3609" y="6908"/>
                  </a:lnTo>
                  <a:cubicBezTo>
                    <a:pt x="3609" y="6908"/>
                    <a:pt x="3102" y="7278"/>
                    <a:pt x="2824" y="7371"/>
                  </a:cubicBezTo>
                  <a:cubicBezTo>
                    <a:pt x="2546" y="7464"/>
                    <a:pt x="2404" y="6815"/>
                    <a:pt x="2404" y="6815"/>
                  </a:cubicBezTo>
                  <a:lnTo>
                    <a:pt x="1755" y="6352"/>
                  </a:lnTo>
                  <a:cubicBezTo>
                    <a:pt x="1755" y="6352"/>
                    <a:pt x="1341" y="6259"/>
                    <a:pt x="921" y="6117"/>
                  </a:cubicBezTo>
                  <a:cubicBezTo>
                    <a:pt x="507" y="5981"/>
                    <a:pt x="1" y="5796"/>
                    <a:pt x="1" y="5796"/>
                  </a:cubicBezTo>
                  <a:lnTo>
                    <a:pt x="1" y="23984"/>
                  </a:lnTo>
                  <a:lnTo>
                    <a:pt x="17732" y="24243"/>
                  </a:lnTo>
                  <a:cubicBezTo>
                    <a:pt x="17732" y="24243"/>
                    <a:pt x="17689" y="8403"/>
                    <a:pt x="17732" y="8069"/>
                  </a:cubicBezTo>
                  <a:cubicBezTo>
                    <a:pt x="17781" y="7742"/>
                    <a:pt x="17621" y="6265"/>
                    <a:pt x="17621" y="62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3">
              <a:extLst>
                <a:ext uri="{FF2B5EF4-FFF2-40B4-BE49-F238E27FC236}">
                  <a16:creationId xmlns:a16="http://schemas.microsoft.com/office/drawing/2014/main" id="{7C52D84D-3238-3C58-0E8B-375879673FA9}"/>
                </a:ext>
              </a:extLst>
            </p:cNvPr>
            <p:cNvSpPr/>
            <p:nvPr/>
          </p:nvSpPr>
          <p:spPr>
            <a:xfrm flipH="1">
              <a:off x="7226539" y="2609709"/>
              <a:ext cx="574450" cy="1666841"/>
            </a:xfrm>
            <a:custGeom>
              <a:avLst/>
              <a:gdLst/>
              <a:ahLst/>
              <a:cxnLst/>
              <a:rect l="l" t="t" r="r" b="b"/>
              <a:pathLst>
                <a:path w="8304" h="24096" extrusionOk="0">
                  <a:moveTo>
                    <a:pt x="6945" y="1533"/>
                  </a:moveTo>
                  <a:lnTo>
                    <a:pt x="6389" y="1947"/>
                  </a:lnTo>
                  <a:cubicBezTo>
                    <a:pt x="6389" y="1947"/>
                    <a:pt x="6203" y="2459"/>
                    <a:pt x="6296" y="2688"/>
                  </a:cubicBezTo>
                  <a:cubicBezTo>
                    <a:pt x="6389" y="2923"/>
                    <a:pt x="6339" y="3942"/>
                    <a:pt x="6339" y="3942"/>
                  </a:cubicBezTo>
                  <a:cubicBezTo>
                    <a:pt x="6339" y="3942"/>
                    <a:pt x="6018" y="4591"/>
                    <a:pt x="5833" y="4776"/>
                  </a:cubicBezTo>
                  <a:cubicBezTo>
                    <a:pt x="5647" y="4961"/>
                    <a:pt x="4999" y="5147"/>
                    <a:pt x="4671" y="5190"/>
                  </a:cubicBezTo>
                  <a:cubicBezTo>
                    <a:pt x="4350" y="5240"/>
                    <a:pt x="3745" y="5746"/>
                    <a:pt x="3745" y="5746"/>
                  </a:cubicBezTo>
                  <a:lnTo>
                    <a:pt x="3609" y="6908"/>
                  </a:lnTo>
                  <a:cubicBezTo>
                    <a:pt x="3609" y="6908"/>
                    <a:pt x="3102" y="7278"/>
                    <a:pt x="2818" y="7371"/>
                  </a:cubicBezTo>
                  <a:cubicBezTo>
                    <a:pt x="2540" y="7457"/>
                    <a:pt x="2404" y="6815"/>
                    <a:pt x="2404" y="6815"/>
                  </a:cubicBezTo>
                  <a:lnTo>
                    <a:pt x="1755" y="6352"/>
                  </a:lnTo>
                  <a:cubicBezTo>
                    <a:pt x="1755" y="6352"/>
                    <a:pt x="1335" y="6259"/>
                    <a:pt x="921" y="6117"/>
                  </a:cubicBezTo>
                  <a:cubicBezTo>
                    <a:pt x="501" y="5981"/>
                    <a:pt x="1" y="5796"/>
                    <a:pt x="1" y="5796"/>
                  </a:cubicBezTo>
                  <a:lnTo>
                    <a:pt x="1" y="23978"/>
                  </a:lnTo>
                  <a:lnTo>
                    <a:pt x="8119" y="24095"/>
                  </a:lnTo>
                  <a:lnTo>
                    <a:pt x="8119" y="7340"/>
                  </a:lnTo>
                  <a:cubicBezTo>
                    <a:pt x="8119" y="7340"/>
                    <a:pt x="8211" y="6877"/>
                    <a:pt x="8162" y="6735"/>
                  </a:cubicBezTo>
                  <a:cubicBezTo>
                    <a:pt x="8119" y="6599"/>
                    <a:pt x="7841" y="6457"/>
                    <a:pt x="7841" y="6457"/>
                  </a:cubicBezTo>
                  <a:lnTo>
                    <a:pt x="8304" y="5579"/>
                  </a:lnTo>
                  <a:lnTo>
                    <a:pt x="8304" y="0"/>
                  </a:lnTo>
                  <a:lnTo>
                    <a:pt x="7606" y="97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3">
              <a:extLst>
                <a:ext uri="{FF2B5EF4-FFF2-40B4-BE49-F238E27FC236}">
                  <a16:creationId xmlns:a16="http://schemas.microsoft.com/office/drawing/2014/main" id="{908E955C-E96C-DE79-74F8-869B4FE24BC8}"/>
                </a:ext>
              </a:extLst>
            </p:cNvPr>
            <p:cNvSpPr/>
            <p:nvPr/>
          </p:nvSpPr>
          <p:spPr>
            <a:xfrm flipH="1">
              <a:off x="7337642" y="3120434"/>
              <a:ext cx="272283" cy="654326"/>
            </a:xfrm>
            <a:custGeom>
              <a:avLst/>
              <a:gdLst/>
              <a:ahLst/>
              <a:cxnLst/>
              <a:rect l="l" t="t" r="r" b="b"/>
              <a:pathLst>
                <a:path w="3936" h="9459" extrusionOk="0">
                  <a:moveTo>
                    <a:pt x="507" y="1563"/>
                  </a:moveTo>
                  <a:lnTo>
                    <a:pt x="1854" y="2002"/>
                  </a:lnTo>
                  <a:lnTo>
                    <a:pt x="2317" y="2119"/>
                  </a:lnTo>
                  <a:lnTo>
                    <a:pt x="2478" y="3046"/>
                  </a:lnTo>
                  <a:lnTo>
                    <a:pt x="2966" y="4177"/>
                  </a:lnTo>
                  <a:lnTo>
                    <a:pt x="3244" y="4875"/>
                  </a:lnTo>
                  <a:lnTo>
                    <a:pt x="3262" y="5153"/>
                  </a:lnTo>
                  <a:lnTo>
                    <a:pt x="3126" y="5869"/>
                  </a:lnTo>
                  <a:lnTo>
                    <a:pt x="2824" y="6450"/>
                  </a:lnTo>
                  <a:lnTo>
                    <a:pt x="3102" y="6889"/>
                  </a:lnTo>
                  <a:cubicBezTo>
                    <a:pt x="3102" y="6889"/>
                    <a:pt x="3423" y="7630"/>
                    <a:pt x="3423" y="7723"/>
                  </a:cubicBezTo>
                  <a:cubicBezTo>
                    <a:pt x="3423" y="7816"/>
                    <a:pt x="3448" y="8532"/>
                    <a:pt x="3448" y="8532"/>
                  </a:cubicBezTo>
                  <a:lnTo>
                    <a:pt x="3219" y="9459"/>
                  </a:lnTo>
                  <a:lnTo>
                    <a:pt x="3565" y="8582"/>
                  </a:lnTo>
                  <a:lnTo>
                    <a:pt x="3565" y="7748"/>
                  </a:lnTo>
                  <a:lnTo>
                    <a:pt x="3287" y="7049"/>
                  </a:lnTo>
                  <a:lnTo>
                    <a:pt x="3009" y="6518"/>
                  </a:lnTo>
                  <a:cubicBezTo>
                    <a:pt x="3009" y="6518"/>
                    <a:pt x="3126" y="6197"/>
                    <a:pt x="3244" y="5987"/>
                  </a:cubicBezTo>
                  <a:cubicBezTo>
                    <a:pt x="3355" y="5777"/>
                    <a:pt x="3380" y="5245"/>
                    <a:pt x="3380" y="5245"/>
                  </a:cubicBezTo>
                  <a:lnTo>
                    <a:pt x="3608" y="5524"/>
                  </a:lnTo>
                  <a:lnTo>
                    <a:pt x="3936" y="6308"/>
                  </a:lnTo>
                  <a:lnTo>
                    <a:pt x="3682" y="5406"/>
                  </a:lnTo>
                  <a:lnTo>
                    <a:pt x="3448" y="5060"/>
                  </a:lnTo>
                  <a:cubicBezTo>
                    <a:pt x="3448" y="5060"/>
                    <a:pt x="3244" y="4319"/>
                    <a:pt x="3034" y="3991"/>
                  </a:cubicBezTo>
                  <a:cubicBezTo>
                    <a:pt x="2824" y="3670"/>
                    <a:pt x="2589" y="2879"/>
                    <a:pt x="2589" y="2879"/>
                  </a:cubicBezTo>
                  <a:lnTo>
                    <a:pt x="2496" y="1977"/>
                  </a:lnTo>
                  <a:lnTo>
                    <a:pt x="1897" y="1885"/>
                  </a:lnTo>
                  <a:cubicBezTo>
                    <a:pt x="1897" y="1885"/>
                    <a:pt x="810" y="1582"/>
                    <a:pt x="624" y="1471"/>
                  </a:cubicBezTo>
                  <a:cubicBezTo>
                    <a:pt x="488" y="1384"/>
                    <a:pt x="204" y="501"/>
                    <a:pt x="50" y="0"/>
                  </a:cubicBezTo>
                  <a:lnTo>
                    <a:pt x="43" y="0"/>
                  </a:lnTo>
                  <a:cubicBezTo>
                    <a:pt x="25" y="6"/>
                    <a:pt x="13" y="6"/>
                    <a:pt x="0" y="6"/>
                  </a:cubicBez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3">
              <a:extLst>
                <a:ext uri="{FF2B5EF4-FFF2-40B4-BE49-F238E27FC236}">
                  <a16:creationId xmlns:a16="http://schemas.microsoft.com/office/drawing/2014/main" id="{04866CA8-EB84-0008-EBDE-6332EBB141CD}"/>
                </a:ext>
              </a:extLst>
            </p:cNvPr>
            <p:cNvSpPr/>
            <p:nvPr/>
          </p:nvSpPr>
          <p:spPr>
            <a:xfrm flipH="1">
              <a:off x="7604736" y="3155022"/>
              <a:ext cx="42821" cy="247992"/>
            </a:xfrm>
            <a:custGeom>
              <a:avLst/>
              <a:gdLst/>
              <a:ahLst/>
              <a:cxnLst/>
              <a:rect l="l" t="t" r="r" b="b"/>
              <a:pathLst>
                <a:path w="619" h="3585" extrusionOk="0">
                  <a:moveTo>
                    <a:pt x="93" y="1"/>
                  </a:moveTo>
                  <a:cubicBezTo>
                    <a:pt x="93" y="1"/>
                    <a:pt x="402" y="557"/>
                    <a:pt x="445" y="773"/>
                  </a:cubicBezTo>
                  <a:cubicBezTo>
                    <a:pt x="495" y="989"/>
                    <a:pt x="464" y="1193"/>
                    <a:pt x="464" y="1193"/>
                  </a:cubicBezTo>
                  <a:lnTo>
                    <a:pt x="19" y="1564"/>
                  </a:lnTo>
                  <a:cubicBezTo>
                    <a:pt x="19" y="1564"/>
                    <a:pt x="1" y="1916"/>
                    <a:pt x="62" y="2058"/>
                  </a:cubicBezTo>
                  <a:cubicBezTo>
                    <a:pt x="124" y="2194"/>
                    <a:pt x="217" y="2287"/>
                    <a:pt x="217" y="2503"/>
                  </a:cubicBezTo>
                  <a:cubicBezTo>
                    <a:pt x="217" y="2719"/>
                    <a:pt x="155" y="3584"/>
                    <a:pt x="155" y="3584"/>
                  </a:cubicBezTo>
                  <a:lnTo>
                    <a:pt x="291" y="2534"/>
                  </a:lnTo>
                  <a:lnTo>
                    <a:pt x="260" y="2194"/>
                  </a:lnTo>
                  <a:lnTo>
                    <a:pt x="124" y="1996"/>
                  </a:lnTo>
                  <a:lnTo>
                    <a:pt x="124" y="1564"/>
                  </a:lnTo>
                  <a:lnTo>
                    <a:pt x="618" y="1162"/>
                  </a:lnTo>
                  <a:lnTo>
                    <a:pt x="575" y="761"/>
                  </a:ln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3">
              <a:extLst>
                <a:ext uri="{FF2B5EF4-FFF2-40B4-BE49-F238E27FC236}">
                  <a16:creationId xmlns:a16="http://schemas.microsoft.com/office/drawing/2014/main" id="{1CA06351-4C1D-C0E5-F12F-1DA2C676FE3A}"/>
                </a:ext>
              </a:extLst>
            </p:cNvPr>
            <p:cNvSpPr/>
            <p:nvPr/>
          </p:nvSpPr>
          <p:spPr>
            <a:xfrm flipH="1">
              <a:off x="6695694" y="3002489"/>
              <a:ext cx="100930" cy="379978"/>
            </a:xfrm>
            <a:custGeom>
              <a:avLst/>
              <a:gdLst/>
              <a:ahLst/>
              <a:cxnLst/>
              <a:rect l="l" t="t" r="r" b="b"/>
              <a:pathLst>
                <a:path w="1459" h="5493" extrusionOk="0">
                  <a:moveTo>
                    <a:pt x="272" y="4263"/>
                  </a:moveTo>
                  <a:lnTo>
                    <a:pt x="111" y="3701"/>
                  </a:lnTo>
                  <a:lnTo>
                    <a:pt x="111" y="3750"/>
                  </a:lnTo>
                  <a:close/>
                  <a:moveTo>
                    <a:pt x="927" y="4356"/>
                  </a:moveTo>
                  <a:lnTo>
                    <a:pt x="859" y="3775"/>
                  </a:lnTo>
                  <a:lnTo>
                    <a:pt x="556" y="3244"/>
                  </a:lnTo>
                  <a:lnTo>
                    <a:pt x="420" y="2570"/>
                  </a:lnTo>
                  <a:lnTo>
                    <a:pt x="513" y="2082"/>
                  </a:lnTo>
                  <a:lnTo>
                    <a:pt x="809" y="1458"/>
                  </a:lnTo>
                  <a:lnTo>
                    <a:pt x="674" y="649"/>
                  </a:lnTo>
                  <a:lnTo>
                    <a:pt x="513" y="396"/>
                  </a:lnTo>
                  <a:lnTo>
                    <a:pt x="1458" y="105"/>
                  </a:lnTo>
                  <a:cubicBezTo>
                    <a:pt x="1291" y="43"/>
                    <a:pt x="1112" y="0"/>
                    <a:pt x="1112" y="0"/>
                  </a:cubicBezTo>
                  <a:lnTo>
                    <a:pt x="210" y="321"/>
                  </a:lnTo>
                  <a:lnTo>
                    <a:pt x="513" y="649"/>
                  </a:lnTo>
                  <a:lnTo>
                    <a:pt x="698" y="1390"/>
                  </a:lnTo>
                  <a:lnTo>
                    <a:pt x="680" y="1421"/>
                  </a:lnTo>
                  <a:lnTo>
                    <a:pt x="328" y="2064"/>
                  </a:lnTo>
                  <a:lnTo>
                    <a:pt x="260" y="2688"/>
                  </a:lnTo>
                  <a:lnTo>
                    <a:pt x="0" y="3312"/>
                  </a:lnTo>
                  <a:lnTo>
                    <a:pt x="118" y="3701"/>
                  </a:lnTo>
                  <a:lnTo>
                    <a:pt x="93" y="3312"/>
                  </a:lnTo>
                  <a:lnTo>
                    <a:pt x="346" y="2848"/>
                  </a:lnTo>
                  <a:lnTo>
                    <a:pt x="439" y="3268"/>
                  </a:lnTo>
                  <a:lnTo>
                    <a:pt x="742" y="3868"/>
                  </a:lnTo>
                  <a:lnTo>
                    <a:pt x="809" y="4306"/>
                  </a:lnTo>
                  <a:lnTo>
                    <a:pt x="606" y="4751"/>
                  </a:lnTo>
                  <a:cubicBezTo>
                    <a:pt x="606" y="4751"/>
                    <a:pt x="908" y="5418"/>
                    <a:pt x="952" y="5492"/>
                  </a:cubicBezTo>
                  <a:lnTo>
                    <a:pt x="723" y="475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3">
              <a:extLst>
                <a:ext uri="{FF2B5EF4-FFF2-40B4-BE49-F238E27FC236}">
                  <a16:creationId xmlns:a16="http://schemas.microsoft.com/office/drawing/2014/main" id="{208E87D4-4404-B304-5FCC-CC91B6BFC436}"/>
                </a:ext>
              </a:extLst>
            </p:cNvPr>
            <p:cNvSpPr/>
            <p:nvPr/>
          </p:nvSpPr>
          <p:spPr>
            <a:xfrm flipH="1">
              <a:off x="6985057" y="3006709"/>
              <a:ext cx="94496" cy="64194"/>
            </a:xfrm>
            <a:custGeom>
              <a:avLst/>
              <a:gdLst/>
              <a:ahLst/>
              <a:cxnLst/>
              <a:rect l="l" t="t" r="r" b="b"/>
              <a:pathLst>
                <a:path w="1366" h="928" extrusionOk="0">
                  <a:moveTo>
                    <a:pt x="0" y="1"/>
                  </a:moveTo>
                  <a:lnTo>
                    <a:pt x="1366" y="1"/>
                  </a:lnTo>
                  <a:lnTo>
                    <a:pt x="1366" y="928"/>
                  </a:lnTo>
                  <a:lnTo>
                    <a:pt x="0" y="9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3">
              <a:extLst>
                <a:ext uri="{FF2B5EF4-FFF2-40B4-BE49-F238E27FC236}">
                  <a16:creationId xmlns:a16="http://schemas.microsoft.com/office/drawing/2014/main" id="{21BD06C4-491B-B5AB-E284-3091C7108A60}"/>
                </a:ext>
              </a:extLst>
            </p:cNvPr>
            <p:cNvSpPr/>
            <p:nvPr/>
          </p:nvSpPr>
          <p:spPr>
            <a:xfrm flipH="1">
              <a:off x="6825607" y="3006709"/>
              <a:ext cx="94981" cy="64194"/>
            </a:xfrm>
            <a:custGeom>
              <a:avLst/>
              <a:gdLst/>
              <a:ahLst/>
              <a:cxnLst/>
              <a:rect l="l" t="t" r="r" b="b"/>
              <a:pathLst>
                <a:path w="1373" h="928" extrusionOk="0">
                  <a:moveTo>
                    <a:pt x="0" y="1"/>
                  </a:moveTo>
                  <a:lnTo>
                    <a:pt x="1372" y="1"/>
                  </a:lnTo>
                  <a:lnTo>
                    <a:pt x="1372" y="928"/>
                  </a:lnTo>
                  <a:lnTo>
                    <a:pt x="0" y="9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3">
              <a:extLst>
                <a:ext uri="{FF2B5EF4-FFF2-40B4-BE49-F238E27FC236}">
                  <a16:creationId xmlns:a16="http://schemas.microsoft.com/office/drawing/2014/main" id="{9F83B7F5-E36C-625D-C1D2-A3B4ED023CAE}"/>
                </a:ext>
              </a:extLst>
            </p:cNvPr>
            <p:cNvSpPr/>
            <p:nvPr/>
          </p:nvSpPr>
          <p:spPr>
            <a:xfrm flipH="1">
              <a:off x="6662352" y="3172108"/>
              <a:ext cx="94566" cy="64194"/>
            </a:xfrm>
            <a:custGeom>
              <a:avLst/>
              <a:gdLst/>
              <a:ahLst/>
              <a:cxnLst/>
              <a:rect l="l" t="t" r="r" b="b"/>
              <a:pathLst>
                <a:path w="1367" h="928" extrusionOk="0">
                  <a:moveTo>
                    <a:pt x="1" y="1"/>
                  </a:moveTo>
                  <a:lnTo>
                    <a:pt x="1366" y="1"/>
                  </a:lnTo>
                  <a:lnTo>
                    <a:pt x="1366" y="928"/>
                  </a:lnTo>
                  <a:lnTo>
                    <a:pt x="1" y="9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3">
              <a:extLst>
                <a:ext uri="{FF2B5EF4-FFF2-40B4-BE49-F238E27FC236}">
                  <a16:creationId xmlns:a16="http://schemas.microsoft.com/office/drawing/2014/main" id="{EE9B35E8-F049-BCF7-8876-47071B9D830E}"/>
                </a:ext>
              </a:extLst>
            </p:cNvPr>
            <p:cNvSpPr/>
            <p:nvPr/>
          </p:nvSpPr>
          <p:spPr>
            <a:xfrm flipH="1">
              <a:off x="6808105" y="3325955"/>
              <a:ext cx="94566" cy="64194"/>
            </a:xfrm>
            <a:custGeom>
              <a:avLst/>
              <a:gdLst/>
              <a:ahLst/>
              <a:cxnLst/>
              <a:rect l="l" t="t" r="r" b="b"/>
              <a:pathLst>
                <a:path w="1367" h="928" extrusionOk="0">
                  <a:moveTo>
                    <a:pt x="1" y="1"/>
                  </a:moveTo>
                  <a:lnTo>
                    <a:pt x="1366" y="1"/>
                  </a:lnTo>
                  <a:lnTo>
                    <a:pt x="1366" y="928"/>
                  </a:lnTo>
                  <a:lnTo>
                    <a:pt x="1" y="9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3">
              <a:extLst>
                <a:ext uri="{FF2B5EF4-FFF2-40B4-BE49-F238E27FC236}">
                  <a16:creationId xmlns:a16="http://schemas.microsoft.com/office/drawing/2014/main" id="{F0968462-E709-13D0-6CA2-1C4BBDE6FA36}"/>
                </a:ext>
              </a:extLst>
            </p:cNvPr>
            <p:cNvSpPr/>
            <p:nvPr/>
          </p:nvSpPr>
          <p:spPr>
            <a:xfrm flipH="1">
              <a:off x="6985057" y="2852447"/>
              <a:ext cx="94496" cy="64194"/>
            </a:xfrm>
            <a:custGeom>
              <a:avLst/>
              <a:gdLst/>
              <a:ahLst/>
              <a:cxnLst/>
              <a:rect l="l" t="t" r="r" b="b"/>
              <a:pathLst>
                <a:path w="1366" h="928" extrusionOk="0">
                  <a:moveTo>
                    <a:pt x="0" y="1"/>
                  </a:moveTo>
                  <a:lnTo>
                    <a:pt x="1366" y="1"/>
                  </a:lnTo>
                  <a:lnTo>
                    <a:pt x="1366" y="927"/>
                  </a:lnTo>
                  <a:lnTo>
                    <a:pt x="0" y="92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3">
              <a:extLst>
                <a:ext uri="{FF2B5EF4-FFF2-40B4-BE49-F238E27FC236}">
                  <a16:creationId xmlns:a16="http://schemas.microsoft.com/office/drawing/2014/main" id="{38F8E991-C8AC-2BF6-8EC5-863FAB8B5C0D}"/>
                </a:ext>
              </a:extLst>
            </p:cNvPr>
            <p:cNvSpPr/>
            <p:nvPr/>
          </p:nvSpPr>
          <p:spPr>
            <a:xfrm flipH="1">
              <a:off x="6825607" y="2852447"/>
              <a:ext cx="94981" cy="64194"/>
            </a:xfrm>
            <a:custGeom>
              <a:avLst/>
              <a:gdLst/>
              <a:ahLst/>
              <a:cxnLst/>
              <a:rect l="l" t="t" r="r" b="b"/>
              <a:pathLst>
                <a:path w="1373" h="928" extrusionOk="0">
                  <a:moveTo>
                    <a:pt x="0" y="1"/>
                  </a:moveTo>
                  <a:lnTo>
                    <a:pt x="1372" y="1"/>
                  </a:lnTo>
                  <a:lnTo>
                    <a:pt x="1372" y="927"/>
                  </a:lnTo>
                  <a:lnTo>
                    <a:pt x="0" y="92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3">
              <a:extLst>
                <a:ext uri="{FF2B5EF4-FFF2-40B4-BE49-F238E27FC236}">
                  <a16:creationId xmlns:a16="http://schemas.microsoft.com/office/drawing/2014/main" id="{4AEE5324-6A97-CF5C-6AA1-4BCEC968CD66}"/>
                </a:ext>
              </a:extLst>
            </p:cNvPr>
            <p:cNvSpPr/>
            <p:nvPr/>
          </p:nvSpPr>
          <p:spPr>
            <a:xfrm flipH="1">
              <a:off x="6749999" y="2663528"/>
              <a:ext cx="31683" cy="94147"/>
            </a:xfrm>
            <a:custGeom>
              <a:avLst/>
              <a:gdLst/>
              <a:ahLst/>
              <a:cxnLst/>
              <a:rect l="l" t="t" r="r" b="b"/>
              <a:pathLst>
                <a:path w="458" h="1361" extrusionOk="0">
                  <a:moveTo>
                    <a:pt x="93" y="884"/>
                  </a:moveTo>
                  <a:lnTo>
                    <a:pt x="248" y="569"/>
                  </a:lnTo>
                  <a:lnTo>
                    <a:pt x="285" y="335"/>
                  </a:lnTo>
                  <a:lnTo>
                    <a:pt x="458" y="19"/>
                  </a:lnTo>
                  <a:cubicBezTo>
                    <a:pt x="451" y="19"/>
                    <a:pt x="451" y="7"/>
                    <a:pt x="439" y="7"/>
                  </a:cubicBezTo>
                  <a:cubicBezTo>
                    <a:pt x="420" y="7"/>
                    <a:pt x="390" y="1"/>
                    <a:pt x="353" y="1"/>
                  </a:cubicBezTo>
                  <a:lnTo>
                    <a:pt x="186" y="347"/>
                  </a:lnTo>
                  <a:cubicBezTo>
                    <a:pt x="186" y="347"/>
                    <a:pt x="229" y="606"/>
                    <a:pt x="118" y="674"/>
                  </a:cubicBezTo>
                  <a:lnTo>
                    <a:pt x="0" y="903"/>
                  </a:lnTo>
                  <a:lnTo>
                    <a:pt x="130" y="136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3">
              <a:extLst>
                <a:ext uri="{FF2B5EF4-FFF2-40B4-BE49-F238E27FC236}">
                  <a16:creationId xmlns:a16="http://schemas.microsoft.com/office/drawing/2014/main" id="{E02FE3CB-C09E-A00B-9766-B987F534DCC0}"/>
                </a:ext>
              </a:extLst>
            </p:cNvPr>
            <p:cNvSpPr/>
            <p:nvPr/>
          </p:nvSpPr>
          <p:spPr>
            <a:xfrm flipH="1">
              <a:off x="6861083" y="3926469"/>
              <a:ext cx="557847" cy="351755"/>
            </a:xfrm>
            <a:custGeom>
              <a:avLst/>
              <a:gdLst/>
              <a:ahLst/>
              <a:cxnLst/>
              <a:rect l="l" t="t" r="r" b="b"/>
              <a:pathLst>
                <a:path w="8064" h="5085" extrusionOk="0">
                  <a:moveTo>
                    <a:pt x="1" y="4683"/>
                  </a:moveTo>
                  <a:cubicBezTo>
                    <a:pt x="26" y="4615"/>
                    <a:pt x="372" y="4078"/>
                    <a:pt x="372" y="4078"/>
                  </a:cubicBezTo>
                  <a:lnTo>
                    <a:pt x="792" y="3756"/>
                  </a:lnTo>
                  <a:lnTo>
                    <a:pt x="928" y="3132"/>
                  </a:lnTo>
                  <a:lnTo>
                    <a:pt x="1737" y="2366"/>
                  </a:lnTo>
                  <a:lnTo>
                    <a:pt x="2552" y="1786"/>
                  </a:lnTo>
                  <a:lnTo>
                    <a:pt x="3386" y="1736"/>
                  </a:lnTo>
                  <a:lnTo>
                    <a:pt x="3868" y="1576"/>
                  </a:lnTo>
                  <a:lnTo>
                    <a:pt x="4078" y="581"/>
                  </a:lnTo>
                  <a:lnTo>
                    <a:pt x="4912" y="118"/>
                  </a:lnTo>
                  <a:lnTo>
                    <a:pt x="6235" y="0"/>
                  </a:lnTo>
                  <a:lnTo>
                    <a:pt x="7044" y="717"/>
                  </a:lnTo>
                  <a:lnTo>
                    <a:pt x="7297" y="3441"/>
                  </a:lnTo>
                  <a:lnTo>
                    <a:pt x="7835" y="4504"/>
                  </a:lnTo>
                  <a:lnTo>
                    <a:pt x="8063" y="5085"/>
                  </a:lnTo>
                  <a:lnTo>
                    <a:pt x="3485" y="4831"/>
                  </a:lnTo>
                  <a:close/>
                </a:path>
              </a:pathLst>
            </a:custGeom>
            <a:solidFill>
              <a:srgbClr val="E459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3">
              <a:extLst>
                <a:ext uri="{FF2B5EF4-FFF2-40B4-BE49-F238E27FC236}">
                  <a16:creationId xmlns:a16="http://schemas.microsoft.com/office/drawing/2014/main" id="{AE072478-91BE-5B68-77A6-0410D668C75B}"/>
                </a:ext>
              </a:extLst>
            </p:cNvPr>
            <p:cNvSpPr/>
            <p:nvPr/>
          </p:nvSpPr>
          <p:spPr>
            <a:xfrm flipH="1">
              <a:off x="6859423" y="4073468"/>
              <a:ext cx="558608" cy="204343"/>
            </a:xfrm>
            <a:custGeom>
              <a:avLst/>
              <a:gdLst/>
              <a:ahLst/>
              <a:cxnLst/>
              <a:rect l="l" t="t" r="r" b="b"/>
              <a:pathLst>
                <a:path w="8075" h="2954" extrusionOk="0">
                  <a:moveTo>
                    <a:pt x="3497" y="2694"/>
                  </a:moveTo>
                  <a:lnTo>
                    <a:pt x="8075" y="2954"/>
                  </a:lnTo>
                  <a:lnTo>
                    <a:pt x="7840" y="2373"/>
                  </a:lnTo>
                  <a:lnTo>
                    <a:pt x="7309" y="1304"/>
                  </a:lnTo>
                  <a:lnTo>
                    <a:pt x="7191" y="68"/>
                  </a:lnTo>
                  <a:lnTo>
                    <a:pt x="5851" y="50"/>
                  </a:lnTo>
                  <a:lnTo>
                    <a:pt x="5202" y="649"/>
                  </a:lnTo>
                  <a:lnTo>
                    <a:pt x="5128" y="143"/>
                  </a:lnTo>
                  <a:lnTo>
                    <a:pt x="4665" y="0"/>
                  </a:lnTo>
                  <a:lnTo>
                    <a:pt x="3719" y="396"/>
                  </a:lnTo>
                  <a:lnTo>
                    <a:pt x="2997" y="1088"/>
                  </a:lnTo>
                  <a:lnTo>
                    <a:pt x="2422" y="1483"/>
                  </a:lnTo>
                  <a:lnTo>
                    <a:pt x="2861" y="2249"/>
                  </a:lnTo>
                  <a:lnTo>
                    <a:pt x="2305" y="1576"/>
                  </a:lnTo>
                  <a:lnTo>
                    <a:pt x="1403" y="1323"/>
                  </a:lnTo>
                  <a:cubicBezTo>
                    <a:pt x="1403" y="1323"/>
                    <a:pt x="1094" y="1360"/>
                    <a:pt x="834" y="1428"/>
                  </a:cubicBezTo>
                  <a:lnTo>
                    <a:pt x="791" y="1631"/>
                  </a:lnTo>
                  <a:lnTo>
                    <a:pt x="371" y="1953"/>
                  </a:lnTo>
                  <a:cubicBezTo>
                    <a:pt x="371" y="1953"/>
                    <a:pt x="25" y="2490"/>
                    <a:pt x="0" y="2558"/>
                  </a:cubicBezTo>
                  <a:close/>
                </a:path>
              </a:pathLst>
            </a:custGeom>
            <a:solidFill>
              <a:srgbClr val="E459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3">
              <a:extLst>
                <a:ext uri="{FF2B5EF4-FFF2-40B4-BE49-F238E27FC236}">
                  <a16:creationId xmlns:a16="http://schemas.microsoft.com/office/drawing/2014/main" id="{B6AED591-4B7F-207F-8616-37F1F35F4199}"/>
                </a:ext>
              </a:extLst>
            </p:cNvPr>
            <p:cNvSpPr/>
            <p:nvPr/>
          </p:nvSpPr>
          <p:spPr>
            <a:xfrm flipH="1">
              <a:off x="6972681" y="3279815"/>
              <a:ext cx="163812" cy="632605"/>
            </a:xfrm>
            <a:custGeom>
              <a:avLst/>
              <a:gdLst/>
              <a:ahLst/>
              <a:cxnLst/>
              <a:rect l="l" t="t" r="r" b="b"/>
              <a:pathLst>
                <a:path w="2368" h="9145" extrusionOk="0">
                  <a:moveTo>
                    <a:pt x="2349" y="7730"/>
                  </a:moveTo>
                  <a:cubicBezTo>
                    <a:pt x="2244" y="7699"/>
                    <a:pt x="2132" y="7730"/>
                    <a:pt x="2021" y="7742"/>
                  </a:cubicBezTo>
                  <a:lnTo>
                    <a:pt x="1811" y="7767"/>
                  </a:lnTo>
                  <a:cubicBezTo>
                    <a:pt x="1749" y="6549"/>
                    <a:pt x="1688" y="5326"/>
                    <a:pt x="1651" y="4097"/>
                  </a:cubicBezTo>
                  <a:cubicBezTo>
                    <a:pt x="1681" y="4091"/>
                    <a:pt x="1718" y="4084"/>
                    <a:pt x="1749" y="4078"/>
                  </a:cubicBezTo>
                  <a:cubicBezTo>
                    <a:pt x="1793" y="4066"/>
                    <a:pt x="1780" y="4004"/>
                    <a:pt x="1743" y="4004"/>
                  </a:cubicBezTo>
                  <a:cubicBezTo>
                    <a:pt x="1712" y="4004"/>
                    <a:pt x="1681" y="4004"/>
                    <a:pt x="1651" y="4016"/>
                  </a:cubicBezTo>
                  <a:cubicBezTo>
                    <a:pt x="1638" y="3442"/>
                    <a:pt x="1620" y="2861"/>
                    <a:pt x="1613" y="2287"/>
                  </a:cubicBezTo>
                  <a:cubicBezTo>
                    <a:pt x="1607" y="1656"/>
                    <a:pt x="1626" y="1032"/>
                    <a:pt x="1595" y="408"/>
                  </a:cubicBezTo>
                  <a:cubicBezTo>
                    <a:pt x="1595" y="371"/>
                    <a:pt x="1545" y="371"/>
                    <a:pt x="1533" y="408"/>
                  </a:cubicBezTo>
                  <a:cubicBezTo>
                    <a:pt x="1502" y="965"/>
                    <a:pt x="1521" y="1521"/>
                    <a:pt x="1527" y="2077"/>
                  </a:cubicBezTo>
                  <a:cubicBezTo>
                    <a:pt x="1533" y="2626"/>
                    <a:pt x="1545" y="3164"/>
                    <a:pt x="1552" y="3714"/>
                  </a:cubicBezTo>
                  <a:cubicBezTo>
                    <a:pt x="1552" y="3813"/>
                    <a:pt x="1558" y="3911"/>
                    <a:pt x="1558" y="4023"/>
                  </a:cubicBezTo>
                  <a:cubicBezTo>
                    <a:pt x="1484" y="4029"/>
                    <a:pt x="1397" y="4035"/>
                    <a:pt x="1317" y="4047"/>
                  </a:cubicBezTo>
                  <a:cubicBezTo>
                    <a:pt x="1255" y="4054"/>
                    <a:pt x="1187" y="4054"/>
                    <a:pt x="1125" y="4054"/>
                  </a:cubicBezTo>
                  <a:cubicBezTo>
                    <a:pt x="1082" y="3380"/>
                    <a:pt x="1039" y="2701"/>
                    <a:pt x="989" y="2027"/>
                  </a:cubicBezTo>
                  <a:cubicBezTo>
                    <a:pt x="940" y="1366"/>
                    <a:pt x="884" y="693"/>
                    <a:pt x="835" y="32"/>
                  </a:cubicBezTo>
                  <a:cubicBezTo>
                    <a:pt x="835" y="1"/>
                    <a:pt x="779" y="1"/>
                    <a:pt x="779" y="32"/>
                  </a:cubicBezTo>
                  <a:cubicBezTo>
                    <a:pt x="847" y="1372"/>
                    <a:pt x="934" y="2719"/>
                    <a:pt x="1027" y="4060"/>
                  </a:cubicBezTo>
                  <a:lnTo>
                    <a:pt x="897" y="4060"/>
                  </a:lnTo>
                  <a:lnTo>
                    <a:pt x="841" y="4060"/>
                  </a:lnTo>
                  <a:cubicBezTo>
                    <a:pt x="773" y="3596"/>
                    <a:pt x="681" y="3139"/>
                    <a:pt x="569" y="2688"/>
                  </a:cubicBezTo>
                  <a:cubicBezTo>
                    <a:pt x="440" y="2120"/>
                    <a:pt x="291" y="1558"/>
                    <a:pt x="94" y="1020"/>
                  </a:cubicBezTo>
                  <a:cubicBezTo>
                    <a:pt x="75" y="971"/>
                    <a:pt x="1" y="989"/>
                    <a:pt x="13" y="1039"/>
                  </a:cubicBezTo>
                  <a:cubicBezTo>
                    <a:pt x="310" y="2015"/>
                    <a:pt x="563" y="2979"/>
                    <a:pt x="718" y="3986"/>
                  </a:cubicBezTo>
                  <a:cubicBezTo>
                    <a:pt x="724" y="4004"/>
                    <a:pt x="724" y="4035"/>
                    <a:pt x="724" y="4060"/>
                  </a:cubicBezTo>
                  <a:cubicBezTo>
                    <a:pt x="501" y="4054"/>
                    <a:pt x="279" y="4035"/>
                    <a:pt x="50" y="4004"/>
                  </a:cubicBezTo>
                  <a:cubicBezTo>
                    <a:pt x="19" y="4004"/>
                    <a:pt x="13" y="4054"/>
                    <a:pt x="44" y="4060"/>
                  </a:cubicBezTo>
                  <a:cubicBezTo>
                    <a:pt x="279" y="4109"/>
                    <a:pt x="501" y="4128"/>
                    <a:pt x="742" y="4146"/>
                  </a:cubicBezTo>
                  <a:cubicBezTo>
                    <a:pt x="823" y="4702"/>
                    <a:pt x="878" y="5271"/>
                    <a:pt x="909" y="5839"/>
                  </a:cubicBezTo>
                  <a:cubicBezTo>
                    <a:pt x="711" y="5839"/>
                    <a:pt x="501" y="5827"/>
                    <a:pt x="298" y="5808"/>
                  </a:cubicBezTo>
                  <a:cubicBezTo>
                    <a:pt x="267" y="5808"/>
                    <a:pt x="260" y="5851"/>
                    <a:pt x="291" y="5851"/>
                  </a:cubicBezTo>
                  <a:cubicBezTo>
                    <a:pt x="501" y="5882"/>
                    <a:pt x="711" y="5901"/>
                    <a:pt x="909" y="5907"/>
                  </a:cubicBezTo>
                  <a:cubicBezTo>
                    <a:pt x="928" y="6278"/>
                    <a:pt x="940" y="6642"/>
                    <a:pt x="934" y="7013"/>
                  </a:cubicBezTo>
                  <a:cubicBezTo>
                    <a:pt x="928" y="7581"/>
                    <a:pt x="897" y="8156"/>
                    <a:pt x="872" y="8718"/>
                  </a:cubicBezTo>
                  <a:cubicBezTo>
                    <a:pt x="872" y="8749"/>
                    <a:pt x="928" y="8755"/>
                    <a:pt x="928" y="8724"/>
                  </a:cubicBezTo>
                  <a:cubicBezTo>
                    <a:pt x="965" y="8465"/>
                    <a:pt x="996" y="8199"/>
                    <a:pt x="1008" y="7927"/>
                  </a:cubicBezTo>
                  <a:cubicBezTo>
                    <a:pt x="1094" y="7940"/>
                    <a:pt x="1187" y="7927"/>
                    <a:pt x="1280" y="7921"/>
                  </a:cubicBezTo>
                  <a:cubicBezTo>
                    <a:pt x="1286" y="8001"/>
                    <a:pt x="1286" y="8069"/>
                    <a:pt x="1298" y="8143"/>
                  </a:cubicBezTo>
                  <a:cubicBezTo>
                    <a:pt x="1317" y="8465"/>
                    <a:pt x="1317" y="8792"/>
                    <a:pt x="1373" y="9113"/>
                  </a:cubicBezTo>
                  <a:cubicBezTo>
                    <a:pt x="1379" y="9144"/>
                    <a:pt x="1428" y="9132"/>
                    <a:pt x="1428" y="9101"/>
                  </a:cubicBezTo>
                  <a:cubicBezTo>
                    <a:pt x="1434" y="8811"/>
                    <a:pt x="1397" y="8502"/>
                    <a:pt x="1379" y="8205"/>
                  </a:cubicBezTo>
                  <a:cubicBezTo>
                    <a:pt x="1373" y="8113"/>
                    <a:pt x="1366" y="8014"/>
                    <a:pt x="1366" y="7921"/>
                  </a:cubicBezTo>
                  <a:cubicBezTo>
                    <a:pt x="1465" y="7915"/>
                    <a:pt x="1576" y="7896"/>
                    <a:pt x="1675" y="7884"/>
                  </a:cubicBezTo>
                  <a:cubicBezTo>
                    <a:pt x="1688" y="7884"/>
                    <a:pt x="1712" y="7878"/>
                    <a:pt x="1731" y="7878"/>
                  </a:cubicBezTo>
                  <a:cubicBezTo>
                    <a:pt x="1749" y="8224"/>
                    <a:pt x="1780" y="8570"/>
                    <a:pt x="1824" y="8916"/>
                  </a:cubicBezTo>
                  <a:cubicBezTo>
                    <a:pt x="1824" y="8940"/>
                    <a:pt x="1861" y="8940"/>
                    <a:pt x="1854" y="8916"/>
                  </a:cubicBezTo>
                  <a:cubicBezTo>
                    <a:pt x="1836" y="8570"/>
                    <a:pt x="1811" y="8218"/>
                    <a:pt x="1799" y="7865"/>
                  </a:cubicBezTo>
                  <a:cubicBezTo>
                    <a:pt x="1867" y="7859"/>
                    <a:pt x="1935" y="7853"/>
                    <a:pt x="2015" y="7847"/>
                  </a:cubicBezTo>
                  <a:cubicBezTo>
                    <a:pt x="2114" y="7828"/>
                    <a:pt x="2237" y="7835"/>
                    <a:pt x="2330" y="7785"/>
                  </a:cubicBezTo>
                  <a:cubicBezTo>
                    <a:pt x="2367" y="7760"/>
                    <a:pt x="2361" y="7730"/>
                    <a:pt x="2349" y="7730"/>
                  </a:cubicBezTo>
                  <a:close/>
                  <a:moveTo>
                    <a:pt x="1576" y="4115"/>
                  </a:moveTo>
                  <a:cubicBezTo>
                    <a:pt x="1589" y="4671"/>
                    <a:pt x="1613" y="5234"/>
                    <a:pt x="1638" y="5790"/>
                  </a:cubicBezTo>
                  <a:cubicBezTo>
                    <a:pt x="1515" y="5808"/>
                    <a:pt x="1379" y="5814"/>
                    <a:pt x="1255" y="5820"/>
                  </a:cubicBezTo>
                  <a:cubicBezTo>
                    <a:pt x="1249" y="5734"/>
                    <a:pt x="1249" y="5660"/>
                    <a:pt x="1243" y="5573"/>
                  </a:cubicBezTo>
                  <a:cubicBezTo>
                    <a:pt x="1212" y="5091"/>
                    <a:pt x="1181" y="4622"/>
                    <a:pt x="1150" y="4146"/>
                  </a:cubicBezTo>
                  <a:cubicBezTo>
                    <a:pt x="1286" y="4146"/>
                    <a:pt x="1434" y="4140"/>
                    <a:pt x="1576" y="4115"/>
                  </a:cubicBezTo>
                  <a:close/>
                  <a:moveTo>
                    <a:pt x="909" y="4146"/>
                  </a:moveTo>
                  <a:lnTo>
                    <a:pt x="1051" y="4146"/>
                  </a:lnTo>
                  <a:cubicBezTo>
                    <a:pt x="1088" y="4702"/>
                    <a:pt x="1125" y="5264"/>
                    <a:pt x="1162" y="5820"/>
                  </a:cubicBezTo>
                  <a:cubicBezTo>
                    <a:pt x="1125" y="5820"/>
                    <a:pt x="1088" y="5820"/>
                    <a:pt x="1051" y="5827"/>
                  </a:cubicBezTo>
                  <a:cubicBezTo>
                    <a:pt x="1051" y="5783"/>
                    <a:pt x="1039" y="5734"/>
                    <a:pt x="1039" y="5691"/>
                  </a:cubicBezTo>
                  <a:cubicBezTo>
                    <a:pt x="1008" y="5172"/>
                    <a:pt x="946" y="4653"/>
                    <a:pt x="872" y="4146"/>
                  </a:cubicBezTo>
                  <a:close/>
                  <a:moveTo>
                    <a:pt x="1039" y="7884"/>
                  </a:moveTo>
                  <a:cubicBezTo>
                    <a:pt x="1088" y="7229"/>
                    <a:pt x="1082" y="6562"/>
                    <a:pt x="1051" y="5907"/>
                  </a:cubicBezTo>
                  <a:lnTo>
                    <a:pt x="1169" y="5907"/>
                  </a:lnTo>
                  <a:cubicBezTo>
                    <a:pt x="1206" y="6315"/>
                    <a:pt x="1224" y="6722"/>
                    <a:pt x="1255" y="7136"/>
                  </a:cubicBezTo>
                  <a:cubicBezTo>
                    <a:pt x="1274" y="7365"/>
                    <a:pt x="1286" y="7606"/>
                    <a:pt x="1305" y="7835"/>
                  </a:cubicBezTo>
                  <a:cubicBezTo>
                    <a:pt x="1212" y="7847"/>
                    <a:pt x="1125" y="7859"/>
                    <a:pt x="1039" y="7884"/>
                  </a:cubicBezTo>
                  <a:close/>
                  <a:moveTo>
                    <a:pt x="1669" y="7785"/>
                  </a:moveTo>
                  <a:cubicBezTo>
                    <a:pt x="1576" y="7797"/>
                    <a:pt x="1471" y="7804"/>
                    <a:pt x="1379" y="7822"/>
                  </a:cubicBezTo>
                  <a:cubicBezTo>
                    <a:pt x="1373" y="7655"/>
                    <a:pt x="1360" y="7495"/>
                    <a:pt x="1348" y="7334"/>
                  </a:cubicBezTo>
                  <a:lnTo>
                    <a:pt x="1255" y="5901"/>
                  </a:lnTo>
                  <a:cubicBezTo>
                    <a:pt x="1379" y="5888"/>
                    <a:pt x="1508" y="5882"/>
                    <a:pt x="1632" y="5876"/>
                  </a:cubicBezTo>
                  <a:cubicBezTo>
                    <a:pt x="1651" y="6259"/>
                    <a:pt x="1675" y="6655"/>
                    <a:pt x="1694" y="7044"/>
                  </a:cubicBezTo>
                  <a:cubicBezTo>
                    <a:pt x="1712" y="7291"/>
                    <a:pt x="1731" y="7526"/>
                    <a:pt x="1743" y="7773"/>
                  </a:cubicBezTo>
                  <a:cubicBezTo>
                    <a:pt x="1718" y="7773"/>
                    <a:pt x="1700" y="7785"/>
                    <a:pt x="1669" y="77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3">
              <a:extLst>
                <a:ext uri="{FF2B5EF4-FFF2-40B4-BE49-F238E27FC236}">
                  <a16:creationId xmlns:a16="http://schemas.microsoft.com/office/drawing/2014/main" id="{02FDA5A8-37DB-A7A8-F68E-02B3FA697B46}"/>
                </a:ext>
              </a:extLst>
            </p:cNvPr>
            <p:cNvSpPr/>
            <p:nvPr/>
          </p:nvSpPr>
          <p:spPr>
            <a:xfrm flipH="1">
              <a:off x="7000891" y="3602935"/>
              <a:ext cx="752305" cy="632536"/>
            </a:xfrm>
            <a:custGeom>
              <a:avLst/>
              <a:gdLst/>
              <a:ahLst/>
              <a:cxnLst/>
              <a:rect l="l" t="t" r="r" b="b"/>
              <a:pathLst>
                <a:path w="10875" h="9144" extrusionOk="0">
                  <a:moveTo>
                    <a:pt x="149" y="0"/>
                  </a:moveTo>
                  <a:cubicBezTo>
                    <a:pt x="149" y="0"/>
                    <a:pt x="6142" y="44"/>
                    <a:pt x="6278" y="136"/>
                  </a:cubicBezTo>
                  <a:cubicBezTo>
                    <a:pt x="6420" y="229"/>
                    <a:pt x="6741" y="414"/>
                    <a:pt x="6741" y="414"/>
                  </a:cubicBezTo>
                  <a:lnTo>
                    <a:pt x="7112" y="93"/>
                  </a:lnTo>
                  <a:lnTo>
                    <a:pt x="9070" y="322"/>
                  </a:lnTo>
                  <a:cubicBezTo>
                    <a:pt x="9070" y="322"/>
                    <a:pt x="8885" y="1156"/>
                    <a:pt x="8928" y="1434"/>
                  </a:cubicBezTo>
                  <a:cubicBezTo>
                    <a:pt x="8978" y="1712"/>
                    <a:pt x="8978" y="1946"/>
                    <a:pt x="8792" y="2224"/>
                  </a:cubicBezTo>
                  <a:cubicBezTo>
                    <a:pt x="8607" y="2502"/>
                    <a:pt x="8885" y="2731"/>
                    <a:pt x="8885" y="2731"/>
                  </a:cubicBezTo>
                  <a:lnTo>
                    <a:pt x="9670" y="2916"/>
                  </a:lnTo>
                  <a:lnTo>
                    <a:pt x="9904" y="3565"/>
                  </a:lnTo>
                  <a:lnTo>
                    <a:pt x="10874" y="3936"/>
                  </a:lnTo>
                  <a:lnTo>
                    <a:pt x="10874" y="9144"/>
                  </a:lnTo>
                  <a:lnTo>
                    <a:pt x="1" y="914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3">
              <a:extLst>
                <a:ext uri="{FF2B5EF4-FFF2-40B4-BE49-F238E27FC236}">
                  <a16:creationId xmlns:a16="http://schemas.microsoft.com/office/drawing/2014/main" id="{67E5896B-CD21-0A57-6B85-9A82915DB59D}"/>
                </a:ext>
              </a:extLst>
            </p:cNvPr>
            <p:cNvSpPr/>
            <p:nvPr/>
          </p:nvSpPr>
          <p:spPr>
            <a:xfrm flipH="1">
              <a:off x="7127006" y="3604664"/>
              <a:ext cx="434711" cy="163322"/>
            </a:xfrm>
            <a:custGeom>
              <a:avLst/>
              <a:gdLst/>
              <a:ahLst/>
              <a:cxnLst/>
              <a:rect l="l" t="t" r="r" b="b"/>
              <a:pathLst>
                <a:path w="6284" h="2361" extrusionOk="0">
                  <a:moveTo>
                    <a:pt x="446" y="439"/>
                  </a:moveTo>
                  <a:lnTo>
                    <a:pt x="1440" y="649"/>
                  </a:lnTo>
                  <a:lnTo>
                    <a:pt x="1811" y="1063"/>
                  </a:lnTo>
                  <a:lnTo>
                    <a:pt x="2231" y="2360"/>
                  </a:lnTo>
                  <a:lnTo>
                    <a:pt x="2206" y="927"/>
                  </a:lnTo>
                  <a:lnTo>
                    <a:pt x="2738" y="809"/>
                  </a:lnTo>
                  <a:lnTo>
                    <a:pt x="3108" y="643"/>
                  </a:lnTo>
                  <a:lnTo>
                    <a:pt x="3664" y="785"/>
                  </a:lnTo>
                  <a:lnTo>
                    <a:pt x="4220" y="970"/>
                  </a:lnTo>
                  <a:lnTo>
                    <a:pt x="4128" y="2107"/>
                  </a:lnTo>
                  <a:lnTo>
                    <a:pt x="4758" y="785"/>
                  </a:lnTo>
                  <a:lnTo>
                    <a:pt x="4776" y="1273"/>
                  </a:lnTo>
                  <a:lnTo>
                    <a:pt x="5425" y="717"/>
                  </a:lnTo>
                  <a:lnTo>
                    <a:pt x="5753" y="877"/>
                  </a:lnTo>
                  <a:lnTo>
                    <a:pt x="5963" y="1316"/>
                  </a:lnTo>
                  <a:lnTo>
                    <a:pt x="6148" y="1168"/>
                  </a:lnTo>
                  <a:cubicBezTo>
                    <a:pt x="6166" y="816"/>
                    <a:pt x="6284" y="290"/>
                    <a:pt x="6284" y="290"/>
                  </a:cubicBezTo>
                  <a:lnTo>
                    <a:pt x="4332" y="56"/>
                  </a:lnTo>
                  <a:lnTo>
                    <a:pt x="3961" y="383"/>
                  </a:lnTo>
                  <a:cubicBezTo>
                    <a:pt x="3961" y="383"/>
                    <a:pt x="3633" y="198"/>
                    <a:pt x="3498" y="105"/>
                  </a:cubicBezTo>
                  <a:cubicBezTo>
                    <a:pt x="3417" y="49"/>
                    <a:pt x="1626" y="1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3">
              <a:extLst>
                <a:ext uri="{FF2B5EF4-FFF2-40B4-BE49-F238E27FC236}">
                  <a16:creationId xmlns:a16="http://schemas.microsoft.com/office/drawing/2014/main" id="{9E3871BE-5D8B-9AAA-DFCF-5A8F74F74406}"/>
                </a:ext>
              </a:extLst>
            </p:cNvPr>
            <p:cNvSpPr/>
            <p:nvPr/>
          </p:nvSpPr>
          <p:spPr>
            <a:xfrm flipH="1">
              <a:off x="6545728" y="3422178"/>
              <a:ext cx="156964" cy="149210"/>
            </a:xfrm>
            <a:custGeom>
              <a:avLst/>
              <a:gdLst/>
              <a:ahLst/>
              <a:cxnLst/>
              <a:rect l="l" t="t" r="r" b="b"/>
              <a:pathLst>
                <a:path w="2269" h="2157" extrusionOk="0">
                  <a:moveTo>
                    <a:pt x="1039" y="976"/>
                  </a:moveTo>
                  <a:cubicBezTo>
                    <a:pt x="1224" y="803"/>
                    <a:pt x="1409" y="643"/>
                    <a:pt x="1613" y="494"/>
                  </a:cubicBezTo>
                  <a:cubicBezTo>
                    <a:pt x="1811" y="346"/>
                    <a:pt x="2027" y="222"/>
                    <a:pt x="2231" y="87"/>
                  </a:cubicBezTo>
                  <a:cubicBezTo>
                    <a:pt x="2268" y="56"/>
                    <a:pt x="2237" y="0"/>
                    <a:pt x="2194" y="25"/>
                  </a:cubicBezTo>
                  <a:cubicBezTo>
                    <a:pt x="1959" y="136"/>
                    <a:pt x="1743" y="290"/>
                    <a:pt x="1533" y="445"/>
                  </a:cubicBezTo>
                  <a:cubicBezTo>
                    <a:pt x="1335" y="587"/>
                    <a:pt x="1150" y="754"/>
                    <a:pt x="971" y="914"/>
                  </a:cubicBezTo>
                  <a:cubicBezTo>
                    <a:pt x="600" y="1260"/>
                    <a:pt x="285" y="1656"/>
                    <a:pt x="19" y="2088"/>
                  </a:cubicBezTo>
                  <a:cubicBezTo>
                    <a:pt x="1" y="2125"/>
                    <a:pt x="50" y="2156"/>
                    <a:pt x="75" y="2119"/>
                  </a:cubicBezTo>
                  <a:cubicBezTo>
                    <a:pt x="359" y="1699"/>
                    <a:pt x="680" y="1316"/>
                    <a:pt x="1039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3">
              <a:extLst>
                <a:ext uri="{FF2B5EF4-FFF2-40B4-BE49-F238E27FC236}">
                  <a16:creationId xmlns:a16="http://schemas.microsoft.com/office/drawing/2014/main" id="{E26C8B04-38A1-0D48-8F16-B7E7E3F1DFE7}"/>
                </a:ext>
              </a:extLst>
            </p:cNvPr>
            <p:cNvSpPr/>
            <p:nvPr/>
          </p:nvSpPr>
          <p:spPr>
            <a:xfrm flipH="1">
              <a:off x="6523937" y="3458011"/>
              <a:ext cx="149700" cy="164221"/>
            </a:xfrm>
            <a:custGeom>
              <a:avLst/>
              <a:gdLst/>
              <a:ahLst/>
              <a:cxnLst/>
              <a:rect l="l" t="t" r="r" b="b"/>
              <a:pathLst>
                <a:path w="2164" h="2374" extrusionOk="0">
                  <a:moveTo>
                    <a:pt x="2071" y="248"/>
                  </a:moveTo>
                  <a:cubicBezTo>
                    <a:pt x="1904" y="341"/>
                    <a:pt x="1749" y="471"/>
                    <a:pt x="1601" y="594"/>
                  </a:cubicBezTo>
                  <a:cubicBezTo>
                    <a:pt x="1601" y="588"/>
                    <a:pt x="1595" y="582"/>
                    <a:pt x="1595" y="582"/>
                  </a:cubicBezTo>
                  <a:cubicBezTo>
                    <a:pt x="1558" y="526"/>
                    <a:pt x="1502" y="483"/>
                    <a:pt x="1447" y="440"/>
                  </a:cubicBezTo>
                  <a:cubicBezTo>
                    <a:pt x="1508" y="390"/>
                    <a:pt x="1564" y="335"/>
                    <a:pt x="1626" y="279"/>
                  </a:cubicBezTo>
                  <a:cubicBezTo>
                    <a:pt x="1712" y="211"/>
                    <a:pt x="1811" y="143"/>
                    <a:pt x="1873" y="50"/>
                  </a:cubicBezTo>
                  <a:cubicBezTo>
                    <a:pt x="1885" y="32"/>
                    <a:pt x="1867" y="1"/>
                    <a:pt x="1842" y="7"/>
                  </a:cubicBezTo>
                  <a:cubicBezTo>
                    <a:pt x="1743" y="50"/>
                    <a:pt x="1669" y="125"/>
                    <a:pt x="1595" y="193"/>
                  </a:cubicBezTo>
                  <a:cubicBezTo>
                    <a:pt x="1527" y="254"/>
                    <a:pt x="1447" y="328"/>
                    <a:pt x="1379" y="396"/>
                  </a:cubicBezTo>
                  <a:lnTo>
                    <a:pt x="1379" y="396"/>
                  </a:lnTo>
                  <a:cubicBezTo>
                    <a:pt x="1280" y="328"/>
                    <a:pt x="1187" y="248"/>
                    <a:pt x="1082" y="180"/>
                  </a:cubicBezTo>
                  <a:cubicBezTo>
                    <a:pt x="1063" y="162"/>
                    <a:pt x="1033" y="205"/>
                    <a:pt x="1051" y="217"/>
                  </a:cubicBezTo>
                  <a:cubicBezTo>
                    <a:pt x="1144" y="285"/>
                    <a:pt x="1230" y="365"/>
                    <a:pt x="1323" y="433"/>
                  </a:cubicBezTo>
                  <a:lnTo>
                    <a:pt x="1329" y="440"/>
                  </a:lnTo>
                  <a:lnTo>
                    <a:pt x="1323" y="452"/>
                  </a:lnTo>
                  <a:cubicBezTo>
                    <a:pt x="1138" y="625"/>
                    <a:pt x="971" y="810"/>
                    <a:pt x="804" y="1008"/>
                  </a:cubicBezTo>
                  <a:cubicBezTo>
                    <a:pt x="730" y="1101"/>
                    <a:pt x="650" y="1193"/>
                    <a:pt x="582" y="1292"/>
                  </a:cubicBezTo>
                  <a:cubicBezTo>
                    <a:pt x="489" y="1181"/>
                    <a:pt x="384" y="1082"/>
                    <a:pt x="273" y="989"/>
                  </a:cubicBezTo>
                  <a:cubicBezTo>
                    <a:pt x="254" y="977"/>
                    <a:pt x="236" y="996"/>
                    <a:pt x="248" y="1014"/>
                  </a:cubicBezTo>
                  <a:cubicBezTo>
                    <a:pt x="347" y="1119"/>
                    <a:pt x="452" y="1237"/>
                    <a:pt x="545" y="1354"/>
                  </a:cubicBezTo>
                  <a:cubicBezTo>
                    <a:pt x="341" y="1632"/>
                    <a:pt x="161" y="1922"/>
                    <a:pt x="7" y="2231"/>
                  </a:cubicBezTo>
                  <a:cubicBezTo>
                    <a:pt x="1" y="2256"/>
                    <a:pt x="32" y="2275"/>
                    <a:pt x="38" y="2256"/>
                  </a:cubicBezTo>
                  <a:cubicBezTo>
                    <a:pt x="205" y="1972"/>
                    <a:pt x="390" y="1688"/>
                    <a:pt x="588" y="1416"/>
                  </a:cubicBezTo>
                  <a:cubicBezTo>
                    <a:pt x="619" y="1459"/>
                    <a:pt x="656" y="1508"/>
                    <a:pt x="687" y="1552"/>
                  </a:cubicBezTo>
                  <a:cubicBezTo>
                    <a:pt x="501" y="1793"/>
                    <a:pt x="334" y="2046"/>
                    <a:pt x="180" y="2312"/>
                  </a:cubicBezTo>
                  <a:cubicBezTo>
                    <a:pt x="161" y="2342"/>
                    <a:pt x="211" y="2373"/>
                    <a:pt x="236" y="2342"/>
                  </a:cubicBezTo>
                  <a:cubicBezTo>
                    <a:pt x="390" y="2095"/>
                    <a:pt x="557" y="1854"/>
                    <a:pt x="742" y="1626"/>
                  </a:cubicBezTo>
                  <a:cubicBezTo>
                    <a:pt x="792" y="1700"/>
                    <a:pt x="841" y="1780"/>
                    <a:pt x="884" y="1861"/>
                  </a:cubicBezTo>
                  <a:cubicBezTo>
                    <a:pt x="915" y="1916"/>
                    <a:pt x="996" y="1873"/>
                    <a:pt x="965" y="1817"/>
                  </a:cubicBezTo>
                  <a:cubicBezTo>
                    <a:pt x="915" y="1725"/>
                    <a:pt x="860" y="1638"/>
                    <a:pt x="798" y="1552"/>
                  </a:cubicBezTo>
                  <a:cubicBezTo>
                    <a:pt x="891" y="1447"/>
                    <a:pt x="983" y="1335"/>
                    <a:pt x="1082" y="1230"/>
                  </a:cubicBezTo>
                  <a:cubicBezTo>
                    <a:pt x="1236" y="1064"/>
                    <a:pt x="1397" y="909"/>
                    <a:pt x="1570" y="767"/>
                  </a:cubicBezTo>
                  <a:lnTo>
                    <a:pt x="1576" y="755"/>
                  </a:lnTo>
                  <a:cubicBezTo>
                    <a:pt x="1613" y="897"/>
                    <a:pt x="1607" y="1045"/>
                    <a:pt x="1694" y="1169"/>
                  </a:cubicBezTo>
                  <a:cubicBezTo>
                    <a:pt x="1718" y="1206"/>
                    <a:pt x="1786" y="1169"/>
                    <a:pt x="1755" y="1125"/>
                  </a:cubicBezTo>
                  <a:cubicBezTo>
                    <a:pt x="1669" y="1002"/>
                    <a:pt x="1675" y="841"/>
                    <a:pt x="1638" y="705"/>
                  </a:cubicBezTo>
                  <a:cubicBezTo>
                    <a:pt x="1799" y="569"/>
                    <a:pt x="1965" y="458"/>
                    <a:pt x="2126" y="322"/>
                  </a:cubicBezTo>
                  <a:cubicBezTo>
                    <a:pt x="2163" y="285"/>
                    <a:pt x="2120" y="223"/>
                    <a:pt x="2071" y="248"/>
                  </a:cubicBezTo>
                  <a:close/>
                  <a:moveTo>
                    <a:pt x="1527" y="668"/>
                  </a:moveTo>
                  <a:cubicBezTo>
                    <a:pt x="1342" y="823"/>
                    <a:pt x="1169" y="989"/>
                    <a:pt x="1002" y="1169"/>
                  </a:cubicBezTo>
                  <a:cubicBezTo>
                    <a:pt x="909" y="1267"/>
                    <a:pt x="823" y="1366"/>
                    <a:pt x="736" y="1478"/>
                  </a:cubicBezTo>
                  <a:cubicBezTo>
                    <a:pt x="705" y="1440"/>
                    <a:pt x="680" y="1397"/>
                    <a:pt x="650" y="1366"/>
                  </a:cubicBezTo>
                  <a:lnTo>
                    <a:pt x="631" y="1348"/>
                  </a:lnTo>
                  <a:cubicBezTo>
                    <a:pt x="705" y="1243"/>
                    <a:pt x="785" y="1144"/>
                    <a:pt x="866" y="1045"/>
                  </a:cubicBezTo>
                  <a:cubicBezTo>
                    <a:pt x="1020" y="866"/>
                    <a:pt x="1175" y="699"/>
                    <a:pt x="1348" y="526"/>
                  </a:cubicBezTo>
                  <a:cubicBezTo>
                    <a:pt x="1360" y="514"/>
                    <a:pt x="1379" y="501"/>
                    <a:pt x="1385" y="489"/>
                  </a:cubicBezTo>
                  <a:cubicBezTo>
                    <a:pt x="1440" y="532"/>
                    <a:pt x="1496" y="582"/>
                    <a:pt x="1533" y="644"/>
                  </a:cubicBezTo>
                  <a:cubicBezTo>
                    <a:pt x="1533" y="644"/>
                    <a:pt x="1533" y="650"/>
                    <a:pt x="1539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3">
              <a:extLst>
                <a:ext uri="{FF2B5EF4-FFF2-40B4-BE49-F238E27FC236}">
                  <a16:creationId xmlns:a16="http://schemas.microsoft.com/office/drawing/2014/main" id="{CBBC6B18-5C49-F7FA-3302-9ED8C5F7F332}"/>
                </a:ext>
              </a:extLst>
            </p:cNvPr>
            <p:cNvSpPr/>
            <p:nvPr/>
          </p:nvSpPr>
          <p:spPr>
            <a:xfrm flipH="1">
              <a:off x="6608124" y="3370020"/>
              <a:ext cx="150945" cy="151770"/>
            </a:xfrm>
            <a:custGeom>
              <a:avLst/>
              <a:gdLst/>
              <a:ahLst/>
              <a:cxnLst/>
              <a:rect l="l" t="t" r="r" b="b"/>
              <a:pathLst>
                <a:path w="2182" h="2194" extrusionOk="0">
                  <a:moveTo>
                    <a:pt x="1322" y="1421"/>
                  </a:moveTo>
                  <a:lnTo>
                    <a:pt x="1508" y="1279"/>
                  </a:lnTo>
                  <a:lnTo>
                    <a:pt x="1514" y="1279"/>
                  </a:lnTo>
                  <a:cubicBezTo>
                    <a:pt x="1619" y="1304"/>
                    <a:pt x="1718" y="1335"/>
                    <a:pt x="1817" y="1335"/>
                  </a:cubicBezTo>
                  <a:cubicBezTo>
                    <a:pt x="1854" y="1335"/>
                    <a:pt x="1866" y="1279"/>
                    <a:pt x="1823" y="1267"/>
                  </a:cubicBezTo>
                  <a:cubicBezTo>
                    <a:pt x="1755" y="1236"/>
                    <a:pt x="1681" y="1217"/>
                    <a:pt x="1600" y="1205"/>
                  </a:cubicBezTo>
                  <a:cubicBezTo>
                    <a:pt x="1644" y="1168"/>
                    <a:pt x="1699" y="1137"/>
                    <a:pt x="1749" y="1106"/>
                  </a:cubicBezTo>
                  <a:cubicBezTo>
                    <a:pt x="1817" y="1057"/>
                    <a:pt x="1897" y="1014"/>
                    <a:pt x="1965" y="964"/>
                  </a:cubicBezTo>
                  <a:cubicBezTo>
                    <a:pt x="2033" y="927"/>
                    <a:pt x="2126" y="896"/>
                    <a:pt x="2175" y="828"/>
                  </a:cubicBezTo>
                  <a:cubicBezTo>
                    <a:pt x="2181" y="810"/>
                    <a:pt x="2181" y="779"/>
                    <a:pt x="2156" y="785"/>
                  </a:cubicBezTo>
                  <a:cubicBezTo>
                    <a:pt x="2082" y="797"/>
                    <a:pt x="2008" y="841"/>
                    <a:pt x="1946" y="878"/>
                  </a:cubicBezTo>
                  <a:cubicBezTo>
                    <a:pt x="1872" y="927"/>
                    <a:pt x="1792" y="970"/>
                    <a:pt x="1718" y="1026"/>
                  </a:cubicBezTo>
                  <a:cubicBezTo>
                    <a:pt x="1637" y="1075"/>
                    <a:pt x="1569" y="1125"/>
                    <a:pt x="1489" y="1180"/>
                  </a:cubicBezTo>
                  <a:cubicBezTo>
                    <a:pt x="1440" y="1168"/>
                    <a:pt x="1390" y="1149"/>
                    <a:pt x="1335" y="1137"/>
                  </a:cubicBezTo>
                  <a:lnTo>
                    <a:pt x="1637" y="902"/>
                  </a:lnTo>
                  <a:lnTo>
                    <a:pt x="1872" y="742"/>
                  </a:lnTo>
                  <a:cubicBezTo>
                    <a:pt x="1946" y="686"/>
                    <a:pt x="2045" y="643"/>
                    <a:pt x="2107" y="569"/>
                  </a:cubicBezTo>
                  <a:cubicBezTo>
                    <a:pt x="2132" y="550"/>
                    <a:pt x="2107" y="507"/>
                    <a:pt x="2076" y="519"/>
                  </a:cubicBezTo>
                  <a:cubicBezTo>
                    <a:pt x="1996" y="550"/>
                    <a:pt x="1915" y="612"/>
                    <a:pt x="1841" y="661"/>
                  </a:cubicBezTo>
                  <a:cubicBezTo>
                    <a:pt x="1755" y="717"/>
                    <a:pt x="1681" y="779"/>
                    <a:pt x="1594" y="841"/>
                  </a:cubicBezTo>
                  <a:cubicBezTo>
                    <a:pt x="1477" y="927"/>
                    <a:pt x="1359" y="1020"/>
                    <a:pt x="1242" y="1112"/>
                  </a:cubicBezTo>
                  <a:lnTo>
                    <a:pt x="1236" y="1112"/>
                  </a:lnTo>
                  <a:cubicBezTo>
                    <a:pt x="1112" y="1075"/>
                    <a:pt x="1001" y="1026"/>
                    <a:pt x="884" y="970"/>
                  </a:cubicBezTo>
                  <a:cubicBezTo>
                    <a:pt x="927" y="927"/>
                    <a:pt x="976" y="878"/>
                    <a:pt x="1032" y="841"/>
                  </a:cubicBezTo>
                  <a:cubicBezTo>
                    <a:pt x="1205" y="686"/>
                    <a:pt x="1403" y="538"/>
                    <a:pt x="1594" y="402"/>
                  </a:cubicBezTo>
                  <a:cubicBezTo>
                    <a:pt x="1687" y="340"/>
                    <a:pt x="1786" y="272"/>
                    <a:pt x="1885" y="217"/>
                  </a:cubicBezTo>
                  <a:cubicBezTo>
                    <a:pt x="1971" y="167"/>
                    <a:pt x="2095" y="124"/>
                    <a:pt x="2144" y="44"/>
                  </a:cubicBezTo>
                  <a:cubicBezTo>
                    <a:pt x="2156" y="25"/>
                    <a:pt x="2144" y="0"/>
                    <a:pt x="2119" y="0"/>
                  </a:cubicBezTo>
                  <a:cubicBezTo>
                    <a:pt x="2020" y="0"/>
                    <a:pt x="1909" y="93"/>
                    <a:pt x="1823" y="149"/>
                  </a:cubicBezTo>
                  <a:cubicBezTo>
                    <a:pt x="1724" y="204"/>
                    <a:pt x="1631" y="272"/>
                    <a:pt x="1539" y="340"/>
                  </a:cubicBezTo>
                  <a:cubicBezTo>
                    <a:pt x="1347" y="476"/>
                    <a:pt x="1156" y="624"/>
                    <a:pt x="976" y="785"/>
                  </a:cubicBezTo>
                  <a:cubicBezTo>
                    <a:pt x="921" y="841"/>
                    <a:pt x="865" y="896"/>
                    <a:pt x="803" y="939"/>
                  </a:cubicBezTo>
                  <a:cubicBezTo>
                    <a:pt x="766" y="927"/>
                    <a:pt x="729" y="908"/>
                    <a:pt x="692" y="884"/>
                  </a:cubicBezTo>
                  <a:cubicBezTo>
                    <a:pt x="655" y="871"/>
                    <a:pt x="637" y="915"/>
                    <a:pt x="667" y="933"/>
                  </a:cubicBezTo>
                  <a:cubicBezTo>
                    <a:pt x="698" y="946"/>
                    <a:pt x="735" y="970"/>
                    <a:pt x="766" y="989"/>
                  </a:cubicBezTo>
                  <a:cubicBezTo>
                    <a:pt x="494" y="1254"/>
                    <a:pt x="241" y="1551"/>
                    <a:pt x="25" y="1866"/>
                  </a:cubicBezTo>
                  <a:cubicBezTo>
                    <a:pt x="0" y="1897"/>
                    <a:pt x="56" y="1928"/>
                    <a:pt x="81" y="1897"/>
                  </a:cubicBezTo>
                  <a:cubicBezTo>
                    <a:pt x="309" y="1582"/>
                    <a:pt x="569" y="1298"/>
                    <a:pt x="853" y="1032"/>
                  </a:cubicBezTo>
                  <a:cubicBezTo>
                    <a:pt x="970" y="1088"/>
                    <a:pt x="1075" y="1143"/>
                    <a:pt x="1199" y="1186"/>
                  </a:cubicBezTo>
                  <a:cubicBezTo>
                    <a:pt x="1186" y="1205"/>
                    <a:pt x="1162" y="1217"/>
                    <a:pt x="1143" y="1236"/>
                  </a:cubicBezTo>
                  <a:cubicBezTo>
                    <a:pt x="834" y="1495"/>
                    <a:pt x="544" y="1780"/>
                    <a:pt x="266" y="2088"/>
                  </a:cubicBezTo>
                  <a:cubicBezTo>
                    <a:pt x="235" y="2119"/>
                    <a:pt x="278" y="2169"/>
                    <a:pt x="309" y="2138"/>
                  </a:cubicBezTo>
                  <a:cubicBezTo>
                    <a:pt x="581" y="1848"/>
                    <a:pt x="865" y="1563"/>
                    <a:pt x="1168" y="1304"/>
                  </a:cubicBezTo>
                  <a:cubicBezTo>
                    <a:pt x="1199" y="1273"/>
                    <a:pt x="1236" y="1248"/>
                    <a:pt x="1273" y="1217"/>
                  </a:cubicBezTo>
                  <a:cubicBezTo>
                    <a:pt x="1322" y="1236"/>
                    <a:pt x="1378" y="1248"/>
                    <a:pt x="1421" y="1267"/>
                  </a:cubicBezTo>
                  <a:lnTo>
                    <a:pt x="1310" y="1359"/>
                  </a:lnTo>
                  <a:cubicBezTo>
                    <a:pt x="1032" y="1582"/>
                    <a:pt x="772" y="1848"/>
                    <a:pt x="544" y="2126"/>
                  </a:cubicBezTo>
                  <a:cubicBezTo>
                    <a:pt x="519" y="2156"/>
                    <a:pt x="556" y="2194"/>
                    <a:pt x="581" y="2163"/>
                  </a:cubicBezTo>
                  <a:cubicBezTo>
                    <a:pt x="797" y="1885"/>
                    <a:pt x="1051" y="1644"/>
                    <a:pt x="1322" y="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3">
              <a:extLst>
                <a:ext uri="{FF2B5EF4-FFF2-40B4-BE49-F238E27FC236}">
                  <a16:creationId xmlns:a16="http://schemas.microsoft.com/office/drawing/2014/main" id="{5EE5FD11-BCFB-57B5-A4AA-69AEBB11F578}"/>
                </a:ext>
              </a:extLst>
            </p:cNvPr>
            <p:cNvSpPr/>
            <p:nvPr/>
          </p:nvSpPr>
          <p:spPr>
            <a:xfrm flipH="1">
              <a:off x="6620578" y="3419550"/>
              <a:ext cx="51330" cy="28293"/>
            </a:xfrm>
            <a:custGeom>
              <a:avLst/>
              <a:gdLst/>
              <a:ahLst/>
              <a:cxnLst/>
              <a:rect l="l" t="t" r="r" b="b"/>
              <a:pathLst>
                <a:path w="742" h="409" extrusionOk="0">
                  <a:moveTo>
                    <a:pt x="730" y="359"/>
                  </a:moveTo>
                  <a:cubicBezTo>
                    <a:pt x="711" y="335"/>
                    <a:pt x="680" y="316"/>
                    <a:pt x="655" y="304"/>
                  </a:cubicBezTo>
                  <a:cubicBezTo>
                    <a:pt x="637" y="285"/>
                    <a:pt x="606" y="273"/>
                    <a:pt x="581" y="260"/>
                  </a:cubicBezTo>
                  <a:cubicBezTo>
                    <a:pt x="526" y="242"/>
                    <a:pt x="470" y="211"/>
                    <a:pt x="421" y="186"/>
                  </a:cubicBezTo>
                  <a:lnTo>
                    <a:pt x="93" y="26"/>
                  </a:lnTo>
                  <a:cubicBezTo>
                    <a:pt x="50" y="1"/>
                    <a:pt x="1" y="69"/>
                    <a:pt x="50" y="94"/>
                  </a:cubicBezTo>
                  <a:lnTo>
                    <a:pt x="371" y="254"/>
                  </a:lnTo>
                  <a:cubicBezTo>
                    <a:pt x="427" y="285"/>
                    <a:pt x="482" y="310"/>
                    <a:pt x="532" y="341"/>
                  </a:cubicBezTo>
                  <a:cubicBezTo>
                    <a:pt x="557" y="359"/>
                    <a:pt x="581" y="365"/>
                    <a:pt x="612" y="378"/>
                  </a:cubicBezTo>
                  <a:cubicBezTo>
                    <a:pt x="637" y="384"/>
                    <a:pt x="674" y="409"/>
                    <a:pt x="699" y="403"/>
                  </a:cubicBezTo>
                  <a:cubicBezTo>
                    <a:pt x="730" y="396"/>
                    <a:pt x="742" y="372"/>
                    <a:pt x="730" y="359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3">
              <a:extLst>
                <a:ext uri="{FF2B5EF4-FFF2-40B4-BE49-F238E27FC236}">
                  <a16:creationId xmlns:a16="http://schemas.microsoft.com/office/drawing/2014/main" id="{B7E5DD30-C7EB-BBF8-2518-034F5F71C828}"/>
                </a:ext>
              </a:extLst>
            </p:cNvPr>
            <p:cNvSpPr/>
            <p:nvPr/>
          </p:nvSpPr>
          <p:spPr>
            <a:xfrm flipH="1">
              <a:off x="7837646" y="3286248"/>
              <a:ext cx="232990" cy="488998"/>
            </a:xfrm>
            <a:custGeom>
              <a:avLst/>
              <a:gdLst/>
              <a:ahLst/>
              <a:cxnLst/>
              <a:rect l="l" t="t" r="r" b="b"/>
              <a:pathLst>
                <a:path w="3368" h="7069" extrusionOk="0">
                  <a:moveTo>
                    <a:pt x="3312" y="3923"/>
                  </a:moveTo>
                  <a:cubicBezTo>
                    <a:pt x="3163" y="3967"/>
                    <a:pt x="3027" y="4035"/>
                    <a:pt x="2873" y="4059"/>
                  </a:cubicBezTo>
                  <a:cubicBezTo>
                    <a:pt x="2817" y="4066"/>
                    <a:pt x="2762" y="4078"/>
                    <a:pt x="2712" y="4078"/>
                  </a:cubicBezTo>
                  <a:lnTo>
                    <a:pt x="2712" y="3417"/>
                  </a:lnTo>
                  <a:lnTo>
                    <a:pt x="2799" y="3417"/>
                  </a:lnTo>
                  <a:cubicBezTo>
                    <a:pt x="2966" y="3429"/>
                    <a:pt x="3145" y="3442"/>
                    <a:pt x="3312" y="3417"/>
                  </a:cubicBezTo>
                  <a:cubicBezTo>
                    <a:pt x="3343" y="3411"/>
                    <a:pt x="3343" y="3367"/>
                    <a:pt x="3312" y="3355"/>
                  </a:cubicBezTo>
                  <a:cubicBezTo>
                    <a:pt x="3145" y="3324"/>
                    <a:pt x="2966" y="3337"/>
                    <a:pt x="2799" y="3337"/>
                  </a:cubicBezTo>
                  <a:lnTo>
                    <a:pt x="2712" y="3337"/>
                  </a:lnTo>
                  <a:cubicBezTo>
                    <a:pt x="2712" y="2935"/>
                    <a:pt x="2694" y="2521"/>
                    <a:pt x="2681" y="2119"/>
                  </a:cubicBezTo>
                  <a:cubicBezTo>
                    <a:pt x="2681" y="2082"/>
                    <a:pt x="2620" y="2082"/>
                    <a:pt x="2620" y="2119"/>
                  </a:cubicBezTo>
                  <a:cubicBezTo>
                    <a:pt x="2632" y="2521"/>
                    <a:pt x="2644" y="2935"/>
                    <a:pt x="2651" y="3337"/>
                  </a:cubicBezTo>
                  <a:cubicBezTo>
                    <a:pt x="2521" y="3337"/>
                    <a:pt x="2379" y="3324"/>
                    <a:pt x="2249" y="3324"/>
                  </a:cubicBezTo>
                  <a:cubicBezTo>
                    <a:pt x="2187" y="3324"/>
                    <a:pt x="2125" y="3324"/>
                    <a:pt x="2064" y="3318"/>
                  </a:cubicBezTo>
                  <a:cubicBezTo>
                    <a:pt x="2027" y="2657"/>
                    <a:pt x="1977" y="1990"/>
                    <a:pt x="1922" y="1335"/>
                  </a:cubicBezTo>
                  <a:cubicBezTo>
                    <a:pt x="1922" y="1298"/>
                    <a:pt x="1860" y="1298"/>
                    <a:pt x="1860" y="1335"/>
                  </a:cubicBezTo>
                  <a:cubicBezTo>
                    <a:pt x="1909" y="1996"/>
                    <a:pt x="1940" y="2657"/>
                    <a:pt x="1971" y="3318"/>
                  </a:cubicBezTo>
                  <a:cubicBezTo>
                    <a:pt x="1909" y="3318"/>
                    <a:pt x="1847" y="3318"/>
                    <a:pt x="1786" y="3312"/>
                  </a:cubicBezTo>
                  <a:cubicBezTo>
                    <a:pt x="1749" y="3034"/>
                    <a:pt x="1693" y="2762"/>
                    <a:pt x="1594" y="2503"/>
                  </a:cubicBezTo>
                  <a:cubicBezTo>
                    <a:pt x="1440" y="2076"/>
                    <a:pt x="1162" y="1736"/>
                    <a:pt x="865" y="1403"/>
                  </a:cubicBezTo>
                  <a:cubicBezTo>
                    <a:pt x="494" y="989"/>
                    <a:pt x="155" y="569"/>
                    <a:pt x="25" y="13"/>
                  </a:cubicBezTo>
                  <a:cubicBezTo>
                    <a:pt x="25" y="0"/>
                    <a:pt x="0" y="7"/>
                    <a:pt x="0" y="13"/>
                  </a:cubicBezTo>
                  <a:cubicBezTo>
                    <a:pt x="87" y="933"/>
                    <a:pt x="1013" y="1471"/>
                    <a:pt x="1421" y="2237"/>
                  </a:cubicBezTo>
                  <a:cubicBezTo>
                    <a:pt x="1600" y="2570"/>
                    <a:pt x="1687" y="2941"/>
                    <a:pt x="1736" y="3312"/>
                  </a:cubicBezTo>
                  <a:cubicBezTo>
                    <a:pt x="1539" y="3299"/>
                    <a:pt x="1347" y="3299"/>
                    <a:pt x="1143" y="3293"/>
                  </a:cubicBezTo>
                  <a:cubicBezTo>
                    <a:pt x="1100" y="3293"/>
                    <a:pt x="1100" y="3361"/>
                    <a:pt x="1143" y="3361"/>
                  </a:cubicBezTo>
                  <a:cubicBezTo>
                    <a:pt x="1341" y="3374"/>
                    <a:pt x="1545" y="3374"/>
                    <a:pt x="1742" y="3380"/>
                  </a:cubicBezTo>
                  <a:cubicBezTo>
                    <a:pt x="1755" y="3466"/>
                    <a:pt x="1767" y="3559"/>
                    <a:pt x="1773" y="3639"/>
                  </a:cubicBezTo>
                  <a:lnTo>
                    <a:pt x="1798" y="3942"/>
                  </a:lnTo>
                  <a:cubicBezTo>
                    <a:pt x="1668" y="3905"/>
                    <a:pt x="1539" y="3868"/>
                    <a:pt x="1409" y="3818"/>
                  </a:cubicBezTo>
                  <a:cubicBezTo>
                    <a:pt x="1372" y="3812"/>
                    <a:pt x="1359" y="3856"/>
                    <a:pt x="1390" y="3868"/>
                  </a:cubicBezTo>
                  <a:cubicBezTo>
                    <a:pt x="1526" y="3911"/>
                    <a:pt x="1668" y="3967"/>
                    <a:pt x="1810" y="4004"/>
                  </a:cubicBezTo>
                  <a:cubicBezTo>
                    <a:pt x="1841" y="4381"/>
                    <a:pt x="1860" y="4764"/>
                    <a:pt x="1885" y="5141"/>
                  </a:cubicBezTo>
                  <a:cubicBezTo>
                    <a:pt x="1909" y="5456"/>
                    <a:pt x="1928" y="5783"/>
                    <a:pt x="1952" y="6098"/>
                  </a:cubicBezTo>
                  <a:lnTo>
                    <a:pt x="1446" y="6401"/>
                  </a:lnTo>
                  <a:cubicBezTo>
                    <a:pt x="1409" y="6419"/>
                    <a:pt x="1440" y="6475"/>
                    <a:pt x="1477" y="6463"/>
                  </a:cubicBezTo>
                  <a:cubicBezTo>
                    <a:pt x="1637" y="6376"/>
                    <a:pt x="1798" y="6290"/>
                    <a:pt x="1952" y="6203"/>
                  </a:cubicBezTo>
                  <a:cubicBezTo>
                    <a:pt x="1971" y="6444"/>
                    <a:pt x="1996" y="6691"/>
                    <a:pt x="2014" y="6932"/>
                  </a:cubicBezTo>
                  <a:cubicBezTo>
                    <a:pt x="2014" y="6945"/>
                    <a:pt x="2039" y="6945"/>
                    <a:pt x="2039" y="6932"/>
                  </a:cubicBezTo>
                  <a:cubicBezTo>
                    <a:pt x="2033" y="6685"/>
                    <a:pt x="2014" y="6432"/>
                    <a:pt x="2002" y="6185"/>
                  </a:cubicBezTo>
                  <a:lnTo>
                    <a:pt x="2008" y="6185"/>
                  </a:lnTo>
                  <a:cubicBezTo>
                    <a:pt x="2033" y="6166"/>
                    <a:pt x="2058" y="6160"/>
                    <a:pt x="2076" y="6141"/>
                  </a:cubicBezTo>
                  <a:lnTo>
                    <a:pt x="2076" y="6284"/>
                  </a:lnTo>
                  <a:cubicBezTo>
                    <a:pt x="2076" y="6401"/>
                    <a:pt x="2088" y="6524"/>
                    <a:pt x="2088" y="6636"/>
                  </a:cubicBezTo>
                  <a:cubicBezTo>
                    <a:pt x="2088" y="6747"/>
                    <a:pt x="2070" y="6870"/>
                    <a:pt x="2107" y="6969"/>
                  </a:cubicBezTo>
                  <a:cubicBezTo>
                    <a:pt x="2119" y="6988"/>
                    <a:pt x="2132" y="6988"/>
                    <a:pt x="2138" y="6969"/>
                  </a:cubicBezTo>
                  <a:cubicBezTo>
                    <a:pt x="2169" y="6870"/>
                    <a:pt x="2156" y="6772"/>
                    <a:pt x="2156" y="6667"/>
                  </a:cubicBezTo>
                  <a:cubicBezTo>
                    <a:pt x="2156" y="6555"/>
                    <a:pt x="2156" y="6432"/>
                    <a:pt x="2150" y="6314"/>
                  </a:cubicBezTo>
                  <a:lnTo>
                    <a:pt x="2150" y="6104"/>
                  </a:lnTo>
                  <a:cubicBezTo>
                    <a:pt x="2187" y="6080"/>
                    <a:pt x="2224" y="6067"/>
                    <a:pt x="2261" y="6043"/>
                  </a:cubicBezTo>
                  <a:cubicBezTo>
                    <a:pt x="2305" y="6018"/>
                    <a:pt x="2348" y="5999"/>
                    <a:pt x="2385" y="5975"/>
                  </a:cubicBezTo>
                  <a:cubicBezTo>
                    <a:pt x="2434" y="5950"/>
                    <a:pt x="2490" y="5925"/>
                    <a:pt x="2521" y="5888"/>
                  </a:cubicBezTo>
                  <a:cubicBezTo>
                    <a:pt x="2552" y="5851"/>
                    <a:pt x="2521" y="5795"/>
                    <a:pt x="2471" y="5802"/>
                  </a:cubicBezTo>
                  <a:cubicBezTo>
                    <a:pt x="2428" y="5814"/>
                    <a:pt x="2379" y="5851"/>
                    <a:pt x="2336" y="5876"/>
                  </a:cubicBezTo>
                  <a:cubicBezTo>
                    <a:pt x="2292" y="5894"/>
                    <a:pt x="2249" y="5919"/>
                    <a:pt x="2212" y="5944"/>
                  </a:cubicBezTo>
                  <a:cubicBezTo>
                    <a:pt x="2187" y="5956"/>
                    <a:pt x="2163" y="5968"/>
                    <a:pt x="2150" y="5981"/>
                  </a:cubicBezTo>
                  <a:cubicBezTo>
                    <a:pt x="2150" y="5851"/>
                    <a:pt x="2138" y="5727"/>
                    <a:pt x="2138" y="5598"/>
                  </a:cubicBezTo>
                  <a:cubicBezTo>
                    <a:pt x="2132" y="5116"/>
                    <a:pt x="2119" y="4646"/>
                    <a:pt x="2101" y="4164"/>
                  </a:cubicBezTo>
                  <a:lnTo>
                    <a:pt x="2101" y="4084"/>
                  </a:lnTo>
                  <a:cubicBezTo>
                    <a:pt x="2212" y="4103"/>
                    <a:pt x="2323" y="4127"/>
                    <a:pt x="2441" y="4134"/>
                  </a:cubicBezTo>
                  <a:cubicBezTo>
                    <a:pt x="2509" y="4146"/>
                    <a:pt x="2583" y="4146"/>
                    <a:pt x="2657" y="4146"/>
                  </a:cubicBezTo>
                  <a:cubicBezTo>
                    <a:pt x="2651" y="5116"/>
                    <a:pt x="2614" y="6092"/>
                    <a:pt x="2539" y="7056"/>
                  </a:cubicBezTo>
                  <a:cubicBezTo>
                    <a:pt x="2539" y="7068"/>
                    <a:pt x="2564" y="7068"/>
                    <a:pt x="2564" y="7056"/>
                  </a:cubicBezTo>
                  <a:cubicBezTo>
                    <a:pt x="2651" y="6080"/>
                    <a:pt x="2694" y="5116"/>
                    <a:pt x="2712" y="4146"/>
                  </a:cubicBezTo>
                  <a:lnTo>
                    <a:pt x="2922" y="4121"/>
                  </a:lnTo>
                  <a:cubicBezTo>
                    <a:pt x="3065" y="4090"/>
                    <a:pt x="3238" y="4053"/>
                    <a:pt x="3343" y="3948"/>
                  </a:cubicBezTo>
                  <a:cubicBezTo>
                    <a:pt x="3367" y="3954"/>
                    <a:pt x="3343" y="3911"/>
                    <a:pt x="3312" y="3923"/>
                  </a:cubicBezTo>
                  <a:close/>
                  <a:moveTo>
                    <a:pt x="1847" y="3818"/>
                  </a:moveTo>
                  <a:cubicBezTo>
                    <a:pt x="1841" y="3683"/>
                    <a:pt x="1823" y="3540"/>
                    <a:pt x="1810" y="3392"/>
                  </a:cubicBezTo>
                  <a:cubicBezTo>
                    <a:pt x="1872" y="3392"/>
                    <a:pt x="1922" y="3392"/>
                    <a:pt x="1983" y="3405"/>
                  </a:cubicBezTo>
                  <a:cubicBezTo>
                    <a:pt x="1990" y="3602"/>
                    <a:pt x="2002" y="3812"/>
                    <a:pt x="2014" y="4010"/>
                  </a:cubicBezTo>
                  <a:cubicBezTo>
                    <a:pt x="1965" y="3998"/>
                    <a:pt x="1915" y="3991"/>
                    <a:pt x="1860" y="3973"/>
                  </a:cubicBezTo>
                  <a:cubicBezTo>
                    <a:pt x="1854" y="3930"/>
                    <a:pt x="1854" y="3874"/>
                    <a:pt x="1847" y="3818"/>
                  </a:cubicBezTo>
                  <a:close/>
                  <a:moveTo>
                    <a:pt x="2002" y="6098"/>
                  </a:moveTo>
                  <a:cubicBezTo>
                    <a:pt x="1965" y="5412"/>
                    <a:pt x="1915" y="4733"/>
                    <a:pt x="1860" y="4041"/>
                  </a:cubicBezTo>
                  <a:cubicBezTo>
                    <a:pt x="1909" y="4059"/>
                    <a:pt x="1965" y="4072"/>
                    <a:pt x="2008" y="4084"/>
                  </a:cubicBezTo>
                  <a:cubicBezTo>
                    <a:pt x="2008" y="4121"/>
                    <a:pt x="2008" y="4152"/>
                    <a:pt x="2014" y="4189"/>
                  </a:cubicBezTo>
                  <a:cubicBezTo>
                    <a:pt x="2039" y="4671"/>
                    <a:pt x="2058" y="5141"/>
                    <a:pt x="2070" y="5616"/>
                  </a:cubicBezTo>
                  <a:cubicBezTo>
                    <a:pt x="2076" y="5765"/>
                    <a:pt x="2076" y="5907"/>
                    <a:pt x="2076" y="6049"/>
                  </a:cubicBezTo>
                  <a:cubicBezTo>
                    <a:pt x="2058" y="6067"/>
                    <a:pt x="2033" y="6086"/>
                    <a:pt x="2002" y="6098"/>
                  </a:cubicBezTo>
                  <a:close/>
                  <a:moveTo>
                    <a:pt x="2410" y="4084"/>
                  </a:moveTo>
                  <a:cubicBezTo>
                    <a:pt x="2311" y="4078"/>
                    <a:pt x="2200" y="4059"/>
                    <a:pt x="2101" y="4035"/>
                  </a:cubicBezTo>
                  <a:cubicBezTo>
                    <a:pt x="2095" y="3831"/>
                    <a:pt x="2088" y="3621"/>
                    <a:pt x="2070" y="3405"/>
                  </a:cubicBezTo>
                  <a:cubicBezTo>
                    <a:pt x="2132" y="3405"/>
                    <a:pt x="2187" y="3405"/>
                    <a:pt x="2249" y="3411"/>
                  </a:cubicBezTo>
                  <a:cubicBezTo>
                    <a:pt x="2379" y="3411"/>
                    <a:pt x="2521" y="3417"/>
                    <a:pt x="2651" y="3417"/>
                  </a:cubicBezTo>
                  <a:lnTo>
                    <a:pt x="2651" y="4084"/>
                  </a:lnTo>
                  <a:cubicBezTo>
                    <a:pt x="2570" y="4090"/>
                    <a:pt x="2496" y="4090"/>
                    <a:pt x="2410" y="4084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3">
              <a:extLst>
                <a:ext uri="{FF2B5EF4-FFF2-40B4-BE49-F238E27FC236}">
                  <a16:creationId xmlns:a16="http://schemas.microsoft.com/office/drawing/2014/main" id="{4F62500B-798D-5676-64C7-700BE66D2595}"/>
                </a:ext>
              </a:extLst>
            </p:cNvPr>
            <p:cNvSpPr/>
            <p:nvPr/>
          </p:nvSpPr>
          <p:spPr>
            <a:xfrm flipH="1">
              <a:off x="5729012" y="3223437"/>
              <a:ext cx="1225825" cy="524831"/>
            </a:xfrm>
            <a:custGeom>
              <a:avLst/>
              <a:gdLst/>
              <a:ahLst/>
              <a:cxnLst/>
              <a:rect l="l" t="t" r="r" b="b"/>
              <a:pathLst>
                <a:path w="17720" h="7587" extrusionOk="0">
                  <a:moveTo>
                    <a:pt x="9330" y="0"/>
                  </a:moveTo>
                  <a:lnTo>
                    <a:pt x="5752" y="2187"/>
                  </a:lnTo>
                  <a:lnTo>
                    <a:pt x="5888" y="2373"/>
                  </a:lnTo>
                  <a:lnTo>
                    <a:pt x="6166" y="3021"/>
                  </a:lnTo>
                  <a:lnTo>
                    <a:pt x="6722" y="3621"/>
                  </a:lnTo>
                  <a:lnTo>
                    <a:pt x="6444" y="4319"/>
                  </a:lnTo>
                  <a:lnTo>
                    <a:pt x="6537" y="4875"/>
                  </a:lnTo>
                  <a:cubicBezTo>
                    <a:pt x="6537" y="4875"/>
                    <a:pt x="6309" y="5103"/>
                    <a:pt x="6074" y="5202"/>
                  </a:cubicBezTo>
                  <a:cubicBezTo>
                    <a:pt x="5845" y="5295"/>
                    <a:pt x="5845" y="5709"/>
                    <a:pt x="5845" y="5709"/>
                  </a:cubicBezTo>
                  <a:cubicBezTo>
                    <a:pt x="5845" y="5709"/>
                    <a:pt x="5240" y="5944"/>
                    <a:pt x="4918" y="5894"/>
                  </a:cubicBezTo>
                  <a:cubicBezTo>
                    <a:pt x="4591" y="5845"/>
                    <a:pt x="4591" y="5381"/>
                    <a:pt x="4591" y="5381"/>
                  </a:cubicBezTo>
                  <a:lnTo>
                    <a:pt x="4177" y="4640"/>
                  </a:lnTo>
                  <a:cubicBezTo>
                    <a:pt x="4177" y="4640"/>
                    <a:pt x="4035" y="4177"/>
                    <a:pt x="3572" y="4084"/>
                  </a:cubicBezTo>
                  <a:cubicBezTo>
                    <a:pt x="3108" y="3991"/>
                    <a:pt x="2972" y="3577"/>
                    <a:pt x="2972" y="3577"/>
                  </a:cubicBezTo>
                  <a:lnTo>
                    <a:pt x="1" y="5579"/>
                  </a:lnTo>
                  <a:lnTo>
                    <a:pt x="2107" y="5116"/>
                  </a:lnTo>
                  <a:lnTo>
                    <a:pt x="3034" y="4838"/>
                  </a:lnTo>
                  <a:lnTo>
                    <a:pt x="3374" y="5394"/>
                  </a:lnTo>
                  <a:lnTo>
                    <a:pt x="3837" y="5301"/>
                  </a:lnTo>
                  <a:lnTo>
                    <a:pt x="4053" y="6197"/>
                  </a:lnTo>
                  <a:lnTo>
                    <a:pt x="4332" y="7587"/>
                  </a:lnTo>
                  <a:lnTo>
                    <a:pt x="4486" y="5999"/>
                  </a:lnTo>
                  <a:lnTo>
                    <a:pt x="5474" y="6215"/>
                  </a:lnTo>
                  <a:lnTo>
                    <a:pt x="7180" y="6061"/>
                  </a:lnTo>
                  <a:lnTo>
                    <a:pt x="8168" y="5876"/>
                  </a:lnTo>
                  <a:lnTo>
                    <a:pt x="8662" y="3584"/>
                  </a:lnTo>
                  <a:lnTo>
                    <a:pt x="9651" y="2471"/>
                  </a:lnTo>
                  <a:lnTo>
                    <a:pt x="10423" y="3800"/>
                  </a:lnTo>
                  <a:lnTo>
                    <a:pt x="10337" y="667"/>
                  </a:lnTo>
                  <a:close/>
                  <a:moveTo>
                    <a:pt x="10639" y="878"/>
                  </a:moveTo>
                  <a:lnTo>
                    <a:pt x="10701" y="1928"/>
                  </a:lnTo>
                  <a:lnTo>
                    <a:pt x="10948" y="2947"/>
                  </a:lnTo>
                  <a:lnTo>
                    <a:pt x="11906" y="2947"/>
                  </a:lnTo>
                  <a:lnTo>
                    <a:pt x="12338" y="4337"/>
                  </a:lnTo>
                  <a:lnTo>
                    <a:pt x="12678" y="5388"/>
                  </a:lnTo>
                  <a:lnTo>
                    <a:pt x="12647" y="3491"/>
                  </a:lnTo>
                  <a:lnTo>
                    <a:pt x="13265" y="3954"/>
                  </a:lnTo>
                  <a:lnTo>
                    <a:pt x="13821" y="3954"/>
                  </a:lnTo>
                  <a:lnTo>
                    <a:pt x="14346" y="4448"/>
                  </a:lnTo>
                  <a:lnTo>
                    <a:pt x="14624" y="5591"/>
                  </a:lnTo>
                  <a:lnTo>
                    <a:pt x="17719" y="55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3">
              <a:extLst>
                <a:ext uri="{FF2B5EF4-FFF2-40B4-BE49-F238E27FC236}">
                  <a16:creationId xmlns:a16="http://schemas.microsoft.com/office/drawing/2014/main" id="{2142311D-3D7B-A22B-320C-24398AB54936}"/>
                </a:ext>
              </a:extLst>
            </p:cNvPr>
            <p:cNvSpPr/>
            <p:nvPr/>
          </p:nvSpPr>
          <p:spPr>
            <a:xfrm flipH="1">
              <a:off x="6425639" y="3618707"/>
              <a:ext cx="138978" cy="178333"/>
            </a:xfrm>
            <a:custGeom>
              <a:avLst/>
              <a:gdLst/>
              <a:ahLst/>
              <a:cxnLst/>
              <a:rect l="l" t="t" r="r" b="b"/>
              <a:pathLst>
                <a:path w="2009" h="2578" extrusionOk="0">
                  <a:moveTo>
                    <a:pt x="179" y="582"/>
                  </a:moveTo>
                  <a:lnTo>
                    <a:pt x="482" y="1020"/>
                  </a:lnTo>
                  <a:lnTo>
                    <a:pt x="482" y="1440"/>
                  </a:lnTo>
                  <a:lnTo>
                    <a:pt x="735" y="1854"/>
                  </a:lnTo>
                  <a:cubicBezTo>
                    <a:pt x="735" y="1854"/>
                    <a:pt x="1502" y="1947"/>
                    <a:pt x="1619" y="1996"/>
                  </a:cubicBezTo>
                  <a:cubicBezTo>
                    <a:pt x="1730" y="2040"/>
                    <a:pt x="2008" y="2577"/>
                    <a:pt x="1990" y="2503"/>
                  </a:cubicBezTo>
                  <a:cubicBezTo>
                    <a:pt x="1965" y="2435"/>
                    <a:pt x="1897" y="2040"/>
                    <a:pt x="1755" y="1929"/>
                  </a:cubicBezTo>
                  <a:cubicBezTo>
                    <a:pt x="1619" y="1811"/>
                    <a:pt x="1131" y="1830"/>
                    <a:pt x="946" y="1811"/>
                  </a:cubicBezTo>
                  <a:cubicBezTo>
                    <a:pt x="760" y="1786"/>
                    <a:pt x="803" y="1391"/>
                    <a:pt x="803" y="1391"/>
                  </a:cubicBezTo>
                  <a:lnTo>
                    <a:pt x="600" y="952"/>
                  </a:lnTo>
                  <a:lnTo>
                    <a:pt x="414" y="538"/>
                  </a:lnTo>
                  <a:lnTo>
                    <a:pt x="204" y="1"/>
                  </a:lnTo>
                  <a:cubicBezTo>
                    <a:pt x="204" y="1"/>
                    <a:pt x="118" y="32"/>
                    <a:pt x="0" y="75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3">
              <a:extLst>
                <a:ext uri="{FF2B5EF4-FFF2-40B4-BE49-F238E27FC236}">
                  <a16:creationId xmlns:a16="http://schemas.microsoft.com/office/drawing/2014/main" id="{829EDD44-62DD-C31D-DCDB-E5BBDD97FF26}"/>
                </a:ext>
              </a:extLst>
            </p:cNvPr>
            <p:cNvSpPr/>
            <p:nvPr/>
          </p:nvSpPr>
          <p:spPr>
            <a:xfrm flipH="1">
              <a:off x="5861923" y="3511069"/>
              <a:ext cx="232575" cy="167127"/>
            </a:xfrm>
            <a:custGeom>
              <a:avLst/>
              <a:gdLst/>
              <a:ahLst/>
              <a:cxnLst/>
              <a:rect l="l" t="t" r="r" b="b"/>
              <a:pathLst>
                <a:path w="3362" h="2416" extrusionOk="0">
                  <a:moveTo>
                    <a:pt x="2533" y="1236"/>
                  </a:moveTo>
                  <a:lnTo>
                    <a:pt x="2558" y="1372"/>
                  </a:lnTo>
                  <a:lnTo>
                    <a:pt x="2811" y="1699"/>
                  </a:lnTo>
                  <a:lnTo>
                    <a:pt x="2793" y="2416"/>
                  </a:lnTo>
                  <a:lnTo>
                    <a:pt x="2929" y="1699"/>
                  </a:lnTo>
                  <a:lnTo>
                    <a:pt x="2675" y="1094"/>
                  </a:lnTo>
                  <a:lnTo>
                    <a:pt x="2836" y="426"/>
                  </a:lnTo>
                  <a:lnTo>
                    <a:pt x="3361" y="136"/>
                  </a:lnTo>
                  <a:lnTo>
                    <a:pt x="3163" y="0"/>
                  </a:lnTo>
                  <a:cubicBezTo>
                    <a:pt x="2953" y="74"/>
                    <a:pt x="2743" y="192"/>
                    <a:pt x="2719" y="371"/>
                  </a:cubicBezTo>
                  <a:cubicBezTo>
                    <a:pt x="2675" y="692"/>
                    <a:pt x="2490" y="995"/>
                    <a:pt x="2490" y="995"/>
                  </a:cubicBezTo>
                  <a:lnTo>
                    <a:pt x="1749" y="1322"/>
                  </a:lnTo>
                  <a:lnTo>
                    <a:pt x="0" y="1878"/>
                  </a:lnTo>
                  <a:cubicBezTo>
                    <a:pt x="0" y="1878"/>
                    <a:pt x="1699" y="1483"/>
                    <a:pt x="1792" y="1433"/>
                  </a:cubicBezTo>
                  <a:cubicBezTo>
                    <a:pt x="1878" y="1396"/>
                    <a:pt x="2533" y="1236"/>
                    <a:pt x="2533" y="1236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3">
              <a:extLst>
                <a:ext uri="{FF2B5EF4-FFF2-40B4-BE49-F238E27FC236}">
                  <a16:creationId xmlns:a16="http://schemas.microsoft.com/office/drawing/2014/main" id="{3B969872-D644-331B-70CB-AA1FE9ECAC56}"/>
                </a:ext>
              </a:extLst>
            </p:cNvPr>
            <p:cNvSpPr/>
            <p:nvPr/>
          </p:nvSpPr>
          <p:spPr>
            <a:xfrm flipH="1">
              <a:off x="6336326" y="3814889"/>
              <a:ext cx="421914" cy="89858"/>
            </a:xfrm>
            <a:custGeom>
              <a:avLst/>
              <a:gdLst/>
              <a:ahLst/>
              <a:cxnLst/>
              <a:rect l="l" t="t" r="r" b="b"/>
              <a:pathLst>
                <a:path w="6099" h="1299" extrusionOk="0">
                  <a:moveTo>
                    <a:pt x="1" y="1"/>
                  </a:moveTo>
                  <a:lnTo>
                    <a:pt x="6098" y="1"/>
                  </a:lnTo>
                  <a:lnTo>
                    <a:pt x="6098" y="1298"/>
                  </a:lnTo>
                  <a:lnTo>
                    <a:pt x="1" y="129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3">
              <a:extLst>
                <a:ext uri="{FF2B5EF4-FFF2-40B4-BE49-F238E27FC236}">
                  <a16:creationId xmlns:a16="http://schemas.microsoft.com/office/drawing/2014/main" id="{4E1CB947-9283-9230-568A-3044B4C2ADD8}"/>
                </a:ext>
              </a:extLst>
            </p:cNvPr>
            <p:cNvSpPr/>
            <p:nvPr/>
          </p:nvSpPr>
          <p:spPr>
            <a:xfrm flipH="1">
              <a:off x="6336329" y="3814889"/>
              <a:ext cx="278301" cy="89858"/>
            </a:xfrm>
            <a:custGeom>
              <a:avLst/>
              <a:gdLst/>
              <a:ahLst/>
              <a:cxnLst/>
              <a:rect l="l" t="t" r="r" b="b"/>
              <a:pathLst>
                <a:path w="4023" h="1299" extrusionOk="0">
                  <a:moveTo>
                    <a:pt x="1774" y="1039"/>
                  </a:moveTo>
                  <a:cubicBezTo>
                    <a:pt x="1712" y="1008"/>
                    <a:pt x="1372" y="1039"/>
                    <a:pt x="1372" y="1039"/>
                  </a:cubicBezTo>
                  <a:lnTo>
                    <a:pt x="1205" y="915"/>
                  </a:lnTo>
                  <a:lnTo>
                    <a:pt x="970" y="1051"/>
                  </a:lnTo>
                  <a:lnTo>
                    <a:pt x="569" y="1082"/>
                  </a:lnTo>
                  <a:lnTo>
                    <a:pt x="0" y="1236"/>
                  </a:lnTo>
                  <a:lnTo>
                    <a:pt x="68" y="1298"/>
                  </a:lnTo>
                  <a:lnTo>
                    <a:pt x="1990" y="1298"/>
                  </a:lnTo>
                  <a:lnTo>
                    <a:pt x="1984" y="1280"/>
                  </a:lnTo>
                  <a:cubicBezTo>
                    <a:pt x="1977" y="1286"/>
                    <a:pt x="1835" y="1069"/>
                    <a:pt x="1774" y="1039"/>
                  </a:cubicBezTo>
                  <a:close/>
                  <a:moveTo>
                    <a:pt x="3794" y="1"/>
                  </a:moveTo>
                  <a:lnTo>
                    <a:pt x="3720" y="248"/>
                  </a:lnTo>
                  <a:lnTo>
                    <a:pt x="3862" y="464"/>
                  </a:lnTo>
                  <a:lnTo>
                    <a:pt x="3646" y="310"/>
                  </a:lnTo>
                  <a:lnTo>
                    <a:pt x="3460" y="495"/>
                  </a:lnTo>
                  <a:lnTo>
                    <a:pt x="3398" y="940"/>
                  </a:lnTo>
                  <a:lnTo>
                    <a:pt x="3318" y="476"/>
                  </a:lnTo>
                  <a:lnTo>
                    <a:pt x="3596" y="217"/>
                  </a:lnTo>
                  <a:lnTo>
                    <a:pt x="3621" y="1"/>
                  </a:lnTo>
                  <a:lnTo>
                    <a:pt x="2966" y="1"/>
                  </a:lnTo>
                  <a:lnTo>
                    <a:pt x="2719" y="137"/>
                  </a:lnTo>
                  <a:lnTo>
                    <a:pt x="2719" y="754"/>
                  </a:lnTo>
                  <a:lnTo>
                    <a:pt x="2472" y="958"/>
                  </a:lnTo>
                  <a:lnTo>
                    <a:pt x="1947" y="1051"/>
                  </a:lnTo>
                  <a:lnTo>
                    <a:pt x="2027" y="1298"/>
                  </a:lnTo>
                  <a:lnTo>
                    <a:pt x="4022" y="1298"/>
                  </a:lnTo>
                  <a:lnTo>
                    <a:pt x="4022" y="1"/>
                  </a:lnTo>
                  <a:lnTo>
                    <a:pt x="3794" y="1"/>
                  </a:lnTo>
                  <a:close/>
                </a:path>
              </a:pathLst>
            </a:custGeom>
            <a:solidFill>
              <a:srgbClr val="FFA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3">
              <a:extLst>
                <a:ext uri="{FF2B5EF4-FFF2-40B4-BE49-F238E27FC236}">
                  <a16:creationId xmlns:a16="http://schemas.microsoft.com/office/drawing/2014/main" id="{3214DBAA-207B-B711-714E-D48F80A5D862}"/>
                </a:ext>
              </a:extLst>
            </p:cNvPr>
            <p:cNvSpPr/>
            <p:nvPr/>
          </p:nvSpPr>
          <p:spPr>
            <a:xfrm flipH="1">
              <a:off x="5832864" y="3814889"/>
              <a:ext cx="422329" cy="89858"/>
            </a:xfrm>
            <a:custGeom>
              <a:avLst/>
              <a:gdLst/>
              <a:ahLst/>
              <a:cxnLst/>
              <a:rect l="l" t="t" r="r" b="b"/>
              <a:pathLst>
                <a:path w="6105" h="1299" extrusionOk="0">
                  <a:moveTo>
                    <a:pt x="0" y="1"/>
                  </a:moveTo>
                  <a:lnTo>
                    <a:pt x="6104" y="1"/>
                  </a:lnTo>
                  <a:lnTo>
                    <a:pt x="6104" y="1298"/>
                  </a:lnTo>
                  <a:lnTo>
                    <a:pt x="0" y="129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3">
              <a:extLst>
                <a:ext uri="{FF2B5EF4-FFF2-40B4-BE49-F238E27FC236}">
                  <a16:creationId xmlns:a16="http://schemas.microsoft.com/office/drawing/2014/main" id="{D5F9F327-DDB2-902D-9F28-1B61D6CBF732}"/>
                </a:ext>
              </a:extLst>
            </p:cNvPr>
            <p:cNvSpPr/>
            <p:nvPr/>
          </p:nvSpPr>
          <p:spPr>
            <a:xfrm flipH="1">
              <a:off x="6336326" y="3960642"/>
              <a:ext cx="421914" cy="89789"/>
            </a:xfrm>
            <a:custGeom>
              <a:avLst/>
              <a:gdLst/>
              <a:ahLst/>
              <a:cxnLst/>
              <a:rect l="l" t="t" r="r" b="b"/>
              <a:pathLst>
                <a:path w="6099" h="1298" extrusionOk="0">
                  <a:moveTo>
                    <a:pt x="1" y="0"/>
                  </a:moveTo>
                  <a:lnTo>
                    <a:pt x="6098" y="0"/>
                  </a:lnTo>
                  <a:lnTo>
                    <a:pt x="6098" y="1298"/>
                  </a:lnTo>
                  <a:lnTo>
                    <a:pt x="1" y="129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3">
              <a:extLst>
                <a:ext uri="{FF2B5EF4-FFF2-40B4-BE49-F238E27FC236}">
                  <a16:creationId xmlns:a16="http://schemas.microsoft.com/office/drawing/2014/main" id="{4FAD89A2-5DC3-B8B3-7C27-21F08917A8EB}"/>
                </a:ext>
              </a:extLst>
            </p:cNvPr>
            <p:cNvSpPr/>
            <p:nvPr/>
          </p:nvSpPr>
          <p:spPr>
            <a:xfrm flipH="1">
              <a:off x="5832864" y="3960642"/>
              <a:ext cx="422329" cy="89789"/>
            </a:xfrm>
            <a:custGeom>
              <a:avLst/>
              <a:gdLst/>
              <a:ahLst/>
              <a:cxnLst/>
              <a:rect l="l" t="t" r="r" b="b"/>
              <a:pathLst>
                <a:path w="6105" h="1298" extrusionOk="0">
                  <a:moveTo>
                    <a:pt x="0" y="0"/>
                  </a:moveTo>
                  <a:lnTo>
                    <a:pt x="6104" y="0"/>
                  </a:lnTo>
                  <a:lnTo>
                    <a:pt x="6104" y="1298"/>
                  </a:lnTo>
                  <a:lnTo>
                    <a:pt x="0" y="129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3">
              <a:extLst>
                <a:ext uri="{FF2B5EF4-FFF2-40B4-BE49-F238E27FC236}">
                  <a16:creationId xmlns:a16="http://schemas.microsoft.com/office/drawing/2014/main" id="{0163F80C-99EE-4684-912A-C1683F7AA5F7}"/>
                </a:ext>
              </a:extLst>
            </p:cNvPr>
            <p:cNvSpPr/>
            <p:nvPr/>
          </p:nvSpPr>
          <p:spPr>
            <a:xfrm flipH="1">
              <a:off x="6578656" y="3960642"/>
              <a:ext cx="127840" cy="39776"/>
            </a:xfrm>
            <a:custGeom>
              <a:avLst/>
              <a:gdLst/>
              <a:ahLst/>
              <a:cxnLst/>
              <a:rect l="l" t="t" r="r" b="b"/>
              <a:pathLst>
                <a:path w="1848" h="575" extrusionOk="0">
                  <a:moveTo>
                    <a:pt x="1804" y="0"/>
                  </a:moveTo>
                  <a:lnTo>
                    <a:pt x="1075" y="0"/>
                  </a:lnTo>
                  <a:lnTo>
                    <a:pt x="952" y="143"/>
                  </a:lnTo>
                  <a:lnTo>
                    <a:pt x="1322" y="204"/>
                  </a:lnTo>
                  <a:lnTo>
                    <a:pt x="1631" y="402"/>
                  </a:lnTo>
                  <a:lnTo>
                    <a:pt x="1847" y="31"/>
                  </a:lnTo>
                  <a:close/>
                  <a:moveTo>
                    <a:pt x="179" y="340"/>
                  </a:moveTo>
                  <a:lnTo>
                    <a:pt x="396" y="575"/>
                  </a:lnTo>
                  <a:lnTo>
                    <a:pt x="501" y="204"/>
                  </a:lnTo>
                  <a:lnTo>
                    <a:pt x="704" y="248"/>
                  </a:lnTo>
                  <a:cubicBezTo>
                    <a:pt x="797" y="143"/>
                    <a:pt x="859" y="62"/>
                    <a:pt x="908" y="0"/>
                  </a:cubicBezTo>
                  <a:lnTo>
                    <a:pt x="0" y="0"/>
                  </a:lnTo>
                  <a:cubicBezTo>
                    <a:pt x="74" y="143"/>
                    <a:pt x="179" y="340"/>
                    <a:pt x="179" y="340"/>
                  </a:cubicBezTo>
                  <a:close/>
                </a:path>
              </a:pathLst>
            </a:custGeom>
            <a:solidFill>
              <a:srgbClr val="FFA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3">
              <a:extLst>
                <a:ext uri="{FF2B5EF4-FFF2-40B4-BE49-F238E27FC236}">
                  <a16:creationId xmlns:a16="http://schemas.microsoft.com/office/drawing/2014/main" id="{FCA5F8B0-2C76-8383-AAE5-214F994FB37F}"/>
                </a:ext>
              </a:extLst>
            </p:cNvPr>
            <p:cNvSpPr/>
            <p:nvPr/>
          </p:nvSpPr>
          <p:spPr>
            <a:xfrm flipH="1">
              <a:off x="5941476" y="3855495"/>
              <a:ext cx="178685" cy="49253"/>
            </a:xfrm>
            <a:custGeom>
              <a:avLst/>
              <a:gdLst/>
              <a:ahLst/>
              <a:cxnLst/>
              <a:rect l="l" t="t" r="r" b="b"/>
              <a:pathLst>
                <a:path w="2583" h="712" extrusionOk="0">
                  <a:moveTo>
                    <a:pt x="2330" y="359"/>
                  </a:moveTo>
                  <a:lnTo>
                    <a:pt x="2113" y="143"/>
                  </a:lnTo>
                  <a:lnTo>
                    <a:pt x="1632" y="143"/>
                  </a:lnTo>
                  <a:lnTo>
                    <a:pt x="1774" y="310"/>
                  </a:lnTo>
                  <a:lnTo>
                    <a:pt x="1848" y="711"/>
                  </a:lnTo>
                  <a:lnTo>
                    <a:pt x="2583" y="711"/>
                  </a:lnTo>
                  <a:close/>
                  <a:moveTo>
                    <a:pt x="1502" y="143"/>
                  </a:moveTo>
                  <a:lnTo>
                    <a:pt x="1421" y="50"/>
                  </a:lnTo>
                  <a:lnTo>
                    <a:pt x="1051" y="106"/>
                  </a:lnTo>
                  <a:lnTo>
                    <a:pt x="668" y="1"/>
                  </a:lnTo>
                  <a:lnTo>
                    <a:pt x="402" y="260"/>
                  </a:lnTo>
                  <a:cubicBezTo>
                    <a:pt x="402" y="260"/>
                    <a:pt x="124" y="569"/>
                    <a:pt x="1" y="711"/>
                  </a:cubicBezTo>
                  <a:lnTo>
                    <a:pt x="1811" y="711"/>
                  </a:lnTo>
                  <a:lnTo>
                    <a:pt x="1669" y="353"/>
                  </a:lnTo>
                  <a:close/>
                </a:path>
              </a:pathLst>
            </a:custGeom>
            <a:solidFill>
              <a:srgbClr val="FFA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3">
              <a:extLst>
                <a:ext uri="{FF2B5EF4-FFF2-40B4-BE49-F238E27FC236}">
                  <a16:creationId xmlns:a16="http://schemas.microsoft.com/office/drawing/2014/main" id="{ED7F525B-BE11-2766-81F1-E42723B0AEDA}"/>
                </a:ext>
              </a:extLst>
            </p:cNvPr>
            <p:cNvSpPr/>
            <p:nvPr/>
          </p:nvSpPr>
          <p:spPr>
            <a:xfrm flipH="1">
              <a:off x="5319956" y="3020406"/>
              <a:ext cx="1725425" cy="1255250"/>
            </a:xfrm>
            <a:custGeom>
              <a:avLst/>
              <a:gdLst/>
              <a:ahLst/>
              <a:cxnLst/>
              <a:rect l="l" t="t" r="r" b="b"/>
              <a:pathLst>
                <a:path w="24942" h="18146" extrusionOk="0">
                  <a:moveTo>
                    <a:pt x="0" y="18146"/>
                  </a:moveTo>
                  <a:lnTo>
                    <a:pt x="0" y="3831"/>
                  </a:lnTo>
                  <a:cubicBezTo>
                    <a:pt x="0" y="3831"/>
                    <a:pt x="1236" y="3337"/>
                    <a:pt x="1551" y="3337"/>
                  </a:cubicBezTo>
                  <a:cubicBezTo>
                    <a:pt x="1860" y="3337"/>
                    <a:pt x="1984" y="4078"/>
                    <a:pt x="1984" y="4078"/>
                  </a:cubicBezTo>
                  <a:lnTo>
                    <a:pt x="2045" y="5820"/>
                  </a:lnTo>
                  <a:lnTo>
                    <a:pt x="2478" y="6617"/>
                  </a:lnTo>
                  <a:lnTo>
                    <a:pt x="3466" y="6308"/>
                  </a:lnTo>
                  <a:lnTo>
                    <a:pt x="4331" y="6988"/>
                  </a:lnTo>
                  <a:cubicBezTo>
                    <a:pt x="4331" y="6988"/>
                    <a:pt x="4208" y="7791"/>
                    <a:pt x="4826" y="7668"/>
                  </a:cubicBezTo>
                  <a:cubicBezTo>
                    <a:pt x="5443" y="7544"/>
                    <a:pt x="6623" y="7606"/>
                    <a:pt x="6871" y="7482"/>
                  </a:cubicBezTo>
                  <a:cubicBezTo>
                    <a:pt x="7118" y="7359"/>
                    <a:pt x="7303" y="6061"/>
                    <a:pt x="7303" y="6061"/>
                  </a:cubicBezTo>
                  <a:lnTo>
                    <a:pt x="8044" y="5135"/>
                  </a:lnTo>
                  <a:lnTo>
                    <a:pt x="8786" y="4270"/>
                  </a:lnTo>
                  <a:lnTo>
                    <a:pt x="8848" y="680"/>
                  </a:lnTo>
                  <a:lnTo>
                    <a:pt x="10269" y="1"/>
                  </a:lnTo>
                  <a:lnTo>
                    <a:pt x="10886" y="618"/>
                  </a:lnTo>
                  <a:lnTo>
                    <a:pt x="11937" y="2354"/>
                  </a:lnTo>
                  <a:lnTo>
                    <a:pt x="12554" y="3911"/>
                  </a:lnTo>
                  <a:lnTo>
                    <a:pt x="14846" y="4529"/>
                  </a:lnTo>
                  <a:lnTo>
                    <a:pt x="16403" y="4158"/>
                  </a:lnTo>
                  <a:lnTo>
                    <a:pt x="17577" y="3788"/>
                  </a:lnTo>
                  <a:lnTo>
                    <a:pt x="18380" y="4529"/>
                  </a:lnTo>
                  <a:cubicBezTo>
                    <a:pt x="18380" y="4529"/>
                    <a:pt x="18875" y="4900"/>
                    <a:pt x="19184" y="4962"/>
                  </a:cubicBezTo>
                  <a:cubicBezTo>
                    <a:pt x="19492" y="5023"/>
                    <a:pt x="21599" y="5456"/>
                    <a:pt x="22093" y="5394"/>
                  </a:cubicBezTo>
                  <a:cubicBezTo>
                    <a:pt x="22588" y="5332"/>
                    <a:pt x="22958" y="4776"/>
                    <a:pt x="23391" y="4715"/>
                  </a:cubicBezTo>
                  <a:cubicBezTo>
                    <a:pt x="23823" y="4653"/>
                    <a:pt x="24942" y="4406"/>
                    <a:pt x="24942" y="4406"/>
                  </a:cubicBezTo>
                  <a:lnTo>
                    <a:pt x="24942" y="180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3">
              <a:extLst>
                <a:ext uri="{FF2B5EF4-FFF2-40B4-BE49-F238E27FC236}">
                  <a16:creationId xmlns:a16="http://schemas.microsoft.com/office/drawing/2014/main" id="{4B24D0C1-DC77-7710-AB29-397DF0376E26}"/>
                </a:ext>
              </a:extLst>
            </p:cNvPr>
            <p:cNvSpPr/>
            <p:nvPr/>
          </p:nvSpPr>
          <p:spPr>
            <a:xfrm flipH="1">
              <a:off x="6833768" y="3889668"/>
              <a:ext cx="143267" cy="265079"/>
            </a:xfrm>
            <a:custGeom>
              <a:avLst/>
              <a:gdLst/>
              <a:ahLst/>
              <a:cxnLst/>
              <a:rect l="l" t="t" r="r" b="b"/>
              <a:pathLst>
                <a:path w="2071" h="3832" extrusionOk="0">
                  <a:moveTo>
                    <a:pt x="186" y="2973"/>
                  </a:moveTo>
                  <a:cubicBezTo>
                    <a:pt x="155" y="2849"/>
                    <a:pt x="1" y="2077"/>
                    <a:pt x="1" y="2077"/>
                  </a:cubicBezTo>
                  <a:lnTo>
                    <a:pt x="650" y="588"/>
                  </a:lnTo>
                  <a:lnTo>
                    <a:pt x="1360" y="1"/>
                  </a:lnTo>
                  <a:lnTo>
                    <a:pt x="2071" y="1051"/>
                  </a:lnTo>
                  <a:lnTo>
                    <a:pt x="1453" y="2472"/>
                  </a:lnTo>
                  <a:lnTo>
                    <a:pt x="1113" y="38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3">
              <a:extLst>
                <a:ext uri="{FF2B5EF4-FFF2-40B4-BE49-F238E27FC236}">
                  <a16:creationId xmlns:a16="http://schemas.microsoft.com/office/drawing/2014/main" id="{5F82228C-7EF5-B00E-9CC9-3CD633EE7226}"/>
                </a:ext>
              </a:extLst>
            </p:cNvPr>
            <p:cNvSpPr/>
            <p:nvPr/>
          </p:nvSpPr>
          <p:spPr>
            <a:xfrm flipH="1">
              <a:off x="6666639" y="3990111"/>
              <a:ext cx="145411" cy="122301"/>
            </a:xfrm>
            <a:custGeom>
              <a:avLst/>
              <a:gdLst/>
              <a:ahLst/>
              <a:cxnLst/>
              <a:rect l="l" t="t" r="r" b="b"/>
              <a:pathLst>
                <a:path w="2102" h="1768" extrusionOk="0">
                  <a:moveTo>
                    <a:pt x="1" y="1768"/>
                  </a:moveTo>
                  <a:cubicBezTo>
                    <a:pt x="1" y="1521"/>
                    <a:pt x="63" y="316"/>
                    <a:pt x="310" y="155"/>
                  </a:cubicBezTo>
                  <a:cubicBezTo>
                    <a:pt x="557" y="1"/>
                    <a:pt x="1422" y="495"/>
                    <a:pt x="1422" y="495"/>
                  </a:cubicBezTo>
                  <a:lnTo>
                    <a:pt x="2101" y="105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3">
              <a:extLst>
                <a:ext uri="{FF2B5EF4-FFF2-40B4-BE49-F238E27FC236}">
                  <a16:creationId xmlns:a16="http://schemas.microsoft.com/office/drawing/2014/main" id="{5A679D4A-6215-7D8F-D52B-56A47EE24AC7}"/>
                </a:ext>
              </a:extLst>
            </p:cNvPr>
            <p:cNvSpPr/>
            <p:nvPr/>
          </p:nvSpPr>
          <p:spPr>
            <a:xfrm flipH="1">
              <a:off x="6409778" y="3055893"/>
              <a:ext cx="636018" cy="699221"/>
            </a:xfrm>
            <a:custGeom>
              <a:avLst/>
              <a:gdLst/>
              <a:ahLst/>
              <a:cxnLst/>
              <a:rect l="l" t="t" r="r" b="b"/>
              <a:pathLst>
                <a:path w="9194" h="10108" extrusionOk="0">
                  <a:moveTo>
                    <a:pt x="6" y="10108"/>
                  </a:moveTo>
                  <a:lnTo>
                    <a:pt x="655" y="7569"/>
                  </a:lnTo>
                  <a:lnTo>
                    <a:pt x="995" y="5060"/>
                  </a:lnTo>
                  <a:lnTo>
                    <a:pt x="1211" y="3948"/>
                  </a:lnTo>
                  <a:lnTo>
                    <a:pt x="1582" y="6148"/>
                  </a:lnTo>
                  <a:lnTo>
                    <a:pt x="2076" y="8007"/>
                  </a:lnTo>
                  <a:lnTo>
                    <a:pt x="2323" y="6648"/>
                  </a:lnTo>
                  <a:lnTo>
                    <a:pt x="2725" y="7050"/>
                  </a:lnTo>
                  <a:lnTo>
                    <a:pt x="3374" y="6679"/>
                  </a:lnTo>
                  <a:lnTo>
                    <a:pt x="3744" y="7328"/>
                  </a:lnTo>
                  <a:lnTo>
                    <a:pt x="4609" y="7698"/>
                  </a:lnTo>
                  <a:lnTo>
                    <a:pt x="5011" y="9465"/>
                  </a:lnTo>
                  <a:lnTo>
                    <a:pt x="5598" y="7451"/>
                  </a:lnTo>
                  <a:lnTo>
                    <a:pt x="7148" y="7111"/>
                  </a:lnTo>
                  <a:lnTo>
                    <a:pt x="8106" y="5622"/>
                  </a:lnTo>
                  <a:lnTo>
                    <a:pt x="9002" y="5870"/>
                  </a:lnTo>
                  <a:lnTo>
                    <a:pt x="9193" y="0"/>
                  </a:lnTo>
                  <a:lnTo>
                    <a:pt x="8847" y="167"/>
                  </a:lnTo>
                  <a:lnTo>
                    <a:pt x="8786" y="3763"/>
                  </a:lnTo>
                  <a:lnTo>
                    <a:pt x="8044" y="4628"/>
                  </a:lnTo>
                  <a:lnTo>
                    <a:pt x="7303" y="5555"/>
                  </a:lnTo>
                  <a:cubicBezTo>
                    <a:pt x="7303" y="5555"/>
                    <a:pt x="7117" y="6852"/>
                    <a:pt x="6870" y="6975"/>
                  </a:cubicBezTo>
                  <a:cubicBezTo>
                    <a:pt x="6623" y="7099"/>
                    <a:pt x="5449" y="7037"/>
                    <a:pt x="4825" y="7161"/>
                  </a:cubicBezTo>
                  <a:cubicBezTo>
                    <a:pt x="4208" y="7284"/>
                    <a:pt x="4331" y="6481"/>
                    <a:pt x="4331" y="6481"/>
                  </a:cubicBezTo>
                  <a:lnTo>
                    <a:pt x="3466" y="5802"/>
                  </a:lnTo>
                  <a:lnTo>
                    <a:pt x="2478" y="6111"/>
                  </a:lnTo>
                  <a:lnTo>
                    <a:pt x="2045" y="5307"/>
                  </a:lnTo>
                  <a:lnTo>
                    <a:pt x="1983" y="3565"/>
                  </a:lnTo>
                  <a:cubicBezTo>
                    <a:pt x="1983" y="3565"/>
                    <a:pt x="1860" y="2824"/>
                    <a:pt x="1551" y="2824"/>
                  </a:cubicBezTo>
                  <a:cubicBezTo>
                    <a:pt x="1242" y="2824"/>
                    <a:pt x="0" y="3318"/>
                    <a:pt x="0" y="3318"/>
                  </a:cubicBezTo>
                  <a:lnTo>
                    <a:pt x="0" y="1010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3">
              <a:extLst>
                <a:ext uri="{FF2B5EF4-FFF2-40B4-BE49-F238E27FC236}">
                  <a16:creationId xmlns:a16="http://schemas.microsoft.com/office/drawing/2014/main" id="{D1A4BA07-ACCE-17A6-492B-AC775FF3FC7A}"/>
                </a:ext>
              </a:extLst>
            </p:cNvPr>
            <p:cNvSpPr/>
            <p:nvPr/>
          </p:nvSpPr>
          <p:spPr>
            <a:xfrm flipH="1">
              <a:off x="5318657" y="3019576"/>
              <a:ext cx="1076679" cy="1252275"/>
            </a:xfrm>
            <a:custGeom>
              <a:avLst/>
              <a:gdLst/>
              <a:ahLst/>
              <a:cxnLst/>
              <a:rect l="l" t="t" r="r" b="b"/>
              <a:pathLst>
                <a:path w="15564" h="18103" extrusionOk="0">
                  <a:moveTo>
                    <a:pt x="649" y="7735"/>
                  </a:moveTo>
                  <a:lnTo>
                    <a:pt x="371" y="8341"/>
                  </a:lnTo>
                  <a:lnTo>
                    <a:pt x="142" y="8847"/>
                  </a:lnTo>
                  <a:lnTo>
                    <a:pt x="0" y="9218"/>
                  </a:lnTo>
                  <a:lnTo>
                    <a:pt x="507" y="9589"/>
                  </a:lnTo>
                  <a:lnTo>
                    <a:pt x="507" y="12146"/>
                  </a:lnTo>
                  <a:lnTo>
                    <a:pt x="136" y="12282"/>
                  </a:lnTo>
                  <a:lnTo>
                    <a:pt x="464" y="12888"/>
                  </a:lnTo>
                  <a:lnTo>
                    <a:pt x="464" y="18102"/>
                  </a:lnTo>
                  <a:lnTo>
                    <a:pt x="15563" y="18022"/>
                  </a:lnTo>
                  <a:lnTo>
                    <a:pt x="15563" y="4399"/>
                  </a:lnTo>
                  <a:cubicBezTo>
                    <a:pt x="15563" y="4399"/>
                    <a:pt x="14451" y="4646"/>
                    <a:pt x="14006" y="4708"/>
                  </a:cubicBezTo>
                  <a:cubicBezTo>
                    <a:pt x="13574" y="4770"/>
                    <a:pt x="13203" y="5326"/>
                    <a:pt x="12709" y="5388"/>
                  </a:cubicBezTo>
                  <a:cubicBezTo>
                    <a:pt x="12215" y="5449"/>
                    <a:pt x="10108" y="5017"/>
                    <a:pt x="9799" y="4955"/>
                  </a:cubicBezTo>
                  <a:cubicBezTo>
                    <a:pt x="9490" y="4893"/>
                    <a:pt x="8996" y="4523"/>
                    <a:pt x="8996" y="4523"/>
                  </a:cubicBezTo>
                  <a:lnTo>
                    <a:pt x="8193" y="3781"/>
                  </a:lnTo>
                  <a:lnTo>
                    <a:pt x="7019" y="4152"/>
                  </a:lnTo>
                  <a:lnTo>
                    <a:pt x="5468" y="4523"/>
                  </a:lnTo>
                  <a:lnTo>
                    <a:pt x="3176" y="3905"/>
                  </a:lnTo>
                  <a:lnTo>
                    <a:pt x="2558" y="2354"/>
                  </a:lnTo>
                  <a:lnTo>
                    <a:pt x="1508" y="618"/>
                  </a:lnTo>
                  <a:lnTo>
                    <a:pt x="890" y="0"/>
                  </a:lnTo>
                  <a:lnTo>
                    <a:pt x="655" y="1687"/>
                  </a:lnTo>
                  <a:lnTo>
                    <a:pt x="655" y="773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3">
              <a:extLst>
                <a:ext uri="{FF2B5EF4-FFF2-40B4-BE49-F238E27FC236}">
                  <a16:creationId xmlns:a16="http://schemas.microsoft.com/office/drawing/2014/main" id="{509D5BDE-4F34-3B3D-0746-445E94227F70}"/>
                </a:ext>
              </a:extLst>
            </p:cNvPr>
            <p:cNvSpPr/>
            <p:nvPr/>
          </p:nvSpPr>
          <p:spPr>
            <a:xfrm flipH="1">
              <a:off x="5991831" y="3328099"/>
              <a:ext cx="79139" cy="265079"/>
            </a:xfrm>
            <a:custGeom>
              <a:avLst/>
              <a:gdLst/>
              <a:ahLst/>
              <a:cxnLst/>
              <a:rect l="l" t="t" r="r" b="b"/>
              <a:pathLst>
                <a:path w="1144" h="3832" extrusionOk="0">
                  <a:moveTo>
                    <a:pt x="470" y="2645"/>
                  </a:moveTo>
                  <a:cubicBezTo>
                    <a:pt x="495" y="2503"/>
                    <a:pt x="495" y="2132"/>
                    <a:pt x="495" y="2132"/>
                  </a:cubicBezTo>
                  <a:lnTo>
                    <a:pt x="680" y="2182"/>
                  </a:lnTo>
                  <a:lnTo>
                    <a:pt x="841" y="2552"/>
                  </a:lnTo>
                  <a:lnTo>
                    <a:pt x="1144" y="3405"/>
                  </a:lnTo>
                  <a:lnTo>
                    <a:pt x="983" y="2435"/>
                  </a:lnTo>
                  <a:cubicBezTo>
                    <a:pt x="983" y="2435"/>
                    <a:pt x="748" y="1811"/>
                    <a:pt x="680" y="1762"/>
                  </a:cubicBezTo>
                  <a:cubicBezTo>
                    <a:pt x="612" y="1718"/>
                    <a:pt x="890" y="1323"/>
                    <a:pt x="890" y="1323"/>
                  </a:cubicBezTo>
                  <a:lnTo>
                    <a:pt x="748" y="674"/>
                  </a:lnTo>
                  <a:lnTo>
                    <a:pt x="1051" y="1"/>
                  </a:lnTo>
                  <a:lnTo>
                    <a:pt x="779" y="63"/>
                  </a:lnTo>
                  <a:lnTo>
                    <a:pt x="680" y="304"/>
                  </a:lnTo>
                  <a:lnTo>
                    <a:pt x="557" y="594"/>
                  </a:lnTo>
                  <a:lnTo>
                    <a:pt x="668" y="1039"/>
                  </a:lnTo>
                  <a:lnTo>
                    <a:pt x="717" y="1360"/>
                  </a:lnTo>
                  <a:lnTo>
                    <a:pt x="254" y="1916"/>
                  </a:lnTo>
                  <a:lnTo>
                    <a:pt x="347" y="2614"/>
                  </a:lnTo>
                  <a:lnTo>
                    <a:pt x="1" y="3819"/>
                  </a:lnTo>
                  <a:cubicBezTo>
                    <a:pt x="7" y="3831"/>
                    <a:pt x="445" y="2781"/>
                    <a:pt x="470" y="2645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3">
              <a:extLst>
                <a:ext uri="{FF2B5EF4-FFF2-40B4-BE49-F238E27FC236}">
                  <a16:creationId xmlns:a16="http://schemas.microsoft.com/office/drawing/2014/main" id="{3F2DA8FC-4A20-27CF-6835-610476ADEDFA}"/>
                </a:ext>
              </a:extLst>
            </p:cNvPr>
            <p:cNvSpPr/>
            <p:nvPr/>
          </p:nvSpPr>
          <p:spPr>
            <a:xfrm flipH="1">
              <a:off x="5433644" y="4034176"/>
              <a:ext cx="368509" cy="168026"/>
            </a:xfrm>
            <a:custGeom>
              <a:avLst/>
              <a:gdLst/>
              <a:ahLst/>
              <a:cxnLst/>
              <a:rect l="l" t="t" r="r" b="b"/>
              <a:pathLst>
                <a:path w="5327" h="2429" extrusionOk="0">
                  <a:moveTo>
                    <a:pt x="1" y="2292"/>
                  </a:moveTo>
                  <a:lnTo>
                    <a:pt x="1039" y="1711"/>
                  </a:lnTo>
                  <a:lnTo>
                    <a:pt x="1897" y="1297"/>
                  </a:lnTo>
                  <a:cubicBezTo>
                    <a:pt x="1897" y="1297"/>
                    <a:pt x="1761" y="531"/>
                    <a:pt x="2200" y="346"/>
                  </a:cubicBezTo>
                  <a:cubicBezTo>
                    <a:pt x="2639" y="161"/>
                    <a:pt x="2985" y="68"/>
                    <a:pt x="3219" y="111"/>
                  </a:cubicBezTo>
                  <a:cubicBezTo>
                    <a:pt x="3448" y="161"/>
                    <a:pt x="4004" y="414"/>
                    <a:pt x="4004" y="414"/>
                  </a:cubicBezTo>
                  <a:lnTo>
                    <a:pt x="4702" y="371"/>
                  </a:lnTo>
                  <a:lnTo>
                    <a:pt x="5326" y="0"/>
                  </a:lnTo>
                  <a:cubicBezTo>
                    <a:pt x="5326" y="0"/>
                    <a:pt x="4813" y="507"/>
                    <a:pt x="4721" y="507"/>
                  </a:cubicBezTo>
                  <a:cubicBezTo>
                    <a:pt x="4628" y="507"/>
                    <a:pt x="3979" y="556"/>
                    <a:pt x="3979" y="556"/>
                  </a:cubicBezTo>
                  <a:lnTo>
                    <a:pt x="3219" y="229"/>
                  </a:lnTo>
                  <a:lnTo>
                    <a:pt x="3312" y="575"/>
                  </a:lnTo>
                  <a:lnTo>
                    <a:pt x="3726" y="1131"/>
                  </a:lnTo>
                  <a:lnTo>
                    <a:pt x="4189" y="1297"/>
                  </a:lnTo>
                  <a:lnTo>
                    <a:pt x="5116" y="1063"/>
                  </a:lnTo>
                  <a:lnTo>
                    <a:pt x="4097" y="1458"/>
                  </a:lnTo>
                  <a:cubicBezTo>
                    <a:pt x="4097" y="1458"/>
                    <a:pt x="3658" y="1248"/>
                    <a:pt x="3590" y="1205"/>
                  </a:cubicBezTo>
                  <a:cubicBezTo>
                    <a:pt x="3516" y="1155"/>
                    <a:pt x="3127" y="649"/>
                    <a:pt x="3127" y="649"/>
                  </a:cubicBezTo>
                  <a:lnTo>
                    <a:pt x="2917" y="297"/>
                  </a:lnTo>
                  <a:cubicBezTo>
                    <a:pt x="2917" y="297"/>
                    <a:pt x="2361" y="371"/>
                    <a:pt x="2268" y="507"/>
                  </a:cubicBezTo>
                  <a:cubicBezTo>
                    <a:pt x="2175" y="649"/>
                    <a:pt x="2058" y="853"/>
                    <a:pt x="2058" y="1063"/>
                  </a:cubicBezTo>
                  <a:cubicBezTo>
                    <a:pt x="2058" y="1273"/>
                    <a:pt x="2107" y="1501"/>
                    <a:pt x="2107" y="1501"/>
                  </a:cubicBezTo>
                  <a:lnTo>
                    <a:pt x="316" y="242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3">
              <a:extLst>
                <a:ext uri="{FF2B5EF4-FFF2-40B4-BE49-F238E27FC236}">
                  <a16:creationId xmlns:a16="http://schemas.microsoft.com/office/drawing/2014/main" id="{4E1AC18A-1B7A-B755-3ACB-2F209A2AFE45}"/>
                </a:ext>
              </a:extLst>
            </p:cNvPr>
            <p:cNvSpPr/>
            <p:nvPr/>
          </p:nvSpPr>
          <p:spPr>
            <a:xfrm flipH="1">
              <a:off x="5318264" y="4101692"/>
              <a:ext cx="139393" cy="144922"/>
            </a:xfrm>
            <a:custGeom>
              <a:avLst/>
              <a:gdLst/>
              <a:ahLst/>
              <a:cxnLst/>
              <a:rect l="l" t="t" r="r" b="b"/>
              <a:pathLst>
                <a:path w="2015" h="2095" extrusionOk="0">
                  <a:moveTo>
                    <a:pt x="2014" y="0"/>
                  </a:moveTo>
                  <a:lnTo>
                    <a:pt x="1341" y="544"/>
                  </a:lnTo>
                  <a:lnTo>
                    <a:pt x="902" y="1032"/>
                  </a:lnTo>
                  <a:cubicBezTo>
                    <a:pt x="902" y="1032"/>
                    <a:pt x="785" y="1143"/>
                    <a:pt x="464" y="1217"/>
                  </a:cubicBezTo>
                  <a:cubicBezTo>
                    <a:pt x="136" y="1285"/>
                    <a:pt x="118" y="1495"/>
                    <a:pt x="118" y="1495"/>
                  </a:cubicBezTo>
                  <a:cubicBezTo>
                    <a:pt x="118" y="1495"/>
                    <a:pt x="0" y="1909"/>
                    <a:pt x="0" y="2095"/>
                  </a:cubicBezTo>
                  <a:lnTo>
                    <a:pt x="229" y="1934"/>
                  </a:lnTo>
                  <a:cubicBezTo>
                    <a:pt x="229" y="1934"/>
                    <a:pt x="229" y="1656"/>
                    <a:pt x="253" y="1539"/>
                  </a:cubicBezTo>
                  <a:cubicBezTo>
                    <a:pt x="278" y="1421"/>
                    <a:pt x="396" y="1421"/>
                    <a:pt x="488" y="1421"/>
                  </a:cubicBezTo>
                  <a:cubicBezTo>
                    <a:pt x="581" y="1421"/>
                    <a:pt x="766" y="1304"/>
                    <a:pt x="877" y="1236"/>
                  </a:cubicBezTo>
                  <a:cubicBezTo>
                    <a:pt x="995" y="1168"/>
                    <a:pt x="1230" y="822"/>
                    <a:pt x="1366" y="655"/>
                  </a:cubicBezTo>
                  <a:cubicBezTo>
                    <a:pt x="1433" y="575"/>
                    <a:pt x="1742" y="402"/>
                    <a:pt x="2014" y="253"/>
                  </a:cubicBezTo>
                  <a:lnTo>
                    <a:pt x="2014" y="0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3">
              <a:extLst>
                <a:ext uri="{FF2B5EF4-FFF2-40B4-BE49-F238E27FC236}">
                  <a16:creationId xmlns:a16="http://schemas.microsoft.com/office/drawing/2014/main" id="{417998DE-4075-59AE-ED95-5080107AF6FD}"/>
                </a:ext>
              </a:extLst>
            </p:cNvPr>
            <p:cNvSpPr/>
            <p:nvPr/>
          </p:nvSpPr>
          <p:spPr>
            <a:xfrm flipH="1">
              <a:off x="6130321" y="3384547"/>
              <a:ext cx="83359" cy="101341"/>
            </a:xfrm>
            <a:custGeom>
              <a:avLst/>
              <a:gdLst/>
              <a:ahLst/>
              <a:cxnLst/>
              <a:rect l="l" t="t" r="r" b="b"/>
              <a:pathLst>
                <a:path w="1205" h="1465" extrusionOk="0">
                  <a:moveTo>
                    <a:pt x="0" y="0"/>
                  </a:moveTo>
                  <a:lnTo>
                    <a:pt x="1205" y="0"/>
                  </a:lnTo>
                  <a:lnTo>
                    <a:pt x="1205" y="1465"/>
                  </a:lnTo>
                  <a:lnTo>
                    <a:pt x="0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3">
              <a:extLst>
                <a:ext uri="{FF2B5EF4-FFF2-40B4-BE49-F238E27FC236}">
                  <a16:creationId xmlns:a16="http://schemas.microsoft.com/office/drawing/2014/main" id="{9FACC10F-1DD2-4B49-E29B-5F12AAD802CF}"/>
                </a:ext>
              </a:extLst>
            </p:cNvPr>
            <p:cNvSpPr/>
            <p:nvPr/>
          </p:nvSpPr>
          <p:spPr>
            <a:xfrm flipH="1">
              <a:off x="5888413" y="3384547"/>
              <a:ext cx="83428" cy="101341"/>
            </a:xfrm>
            <a:custGeom>
              <a:avLst/>
              <a:gdLst/>
              <a:ahLst/>
              <a:cxnLst/>
              <a:rect l="l" t="t" r="r" b="b"/>
              <a:pathLst>
                <a:path w="1206" h="1465" extrusionOk="0">
                  <a:moveTo>
                    <a:pt x="1" y="0"/>
                  </a:moveTo>
                  <a:lnTo>
                    <a:pt x="1206" y="0"/>
                  </a:lnTo>
                  <a:lnTo>
                    <a:pt x="1206" y="1465"/>
                  </a:lnTo>
                  <a:lnTo>
                    <a:pt x="1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3">
              <a:extLst>
                <a:ext uri="{FF2B5EF4-FFF2-40B4-BE49-F238E27FC236}">
                  <a16:creationId xmlns:a16="http://schemas.microsoft.com/office/drawing/2014/main" id="{DE9C279B-9D9F-9CF1-DEC1-D3E2E2A19674}"/>
                </a:ext>
              </a:extLst>
            </p:cNvPr>
            <p:cNvSpPr/>
            <p:nvPr/>
          </p:nvSpPr>
          <p:spPr>
            <a:xfrm flipH="1">
              <a:off x="5645675" y="3384547"/>
              <a:ext cx="83359" cy="101341"/>
            </a:xfrm>
            <a:custGeom>
              <a:avLst/>
              <a:gdLst/>
              <a:ahLst/>
              <a:cxnLst/>
              <a:rect l="l" t="t" r="r" b="b"/>
              <a:pathLst>
                <a:path w="1205" h="1465" extrusionOk="0">
                  <a:moveTo>
                    <a:pt x="0" y="0"/>
                  </a:moveTo>
                  <a:lnTo>
                    <a:pt x="1205" y="0"/>
                  </a:lnTo>
                  <a:lnTo>
                    <a:pt x="1205" y="1465"/>
                  </a:lnTo>
                  <a:lnTo>
                    <a:pt x="0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3">
              <a:extLst>
                <a:ext uri="{FF2B5EF4-FFF2-40B4-BE49-F238E27FC236}">
                  <a16:creationId xmlns:a16="http://schemas.microsoft.com/office/drawing/2014/main" id="{EE93DB4B-5C34-5EDF-6B66-02B630785EC7}"/>
                </a:ext>
              </a:extLst>
            </p:cNvPr>
            <p:cNvSpPr/>
            <p:nvPr/>
          </p:nvSpPr>
          <p:spPr>
            <a:xfrm flipH="1">
              <a:off x="5403767" y="3384547"/>
              <a:ext cx="83428" cy="101341"/>
            </a:xfrm>
            <a:custGeom>
              <a:avLst/>
              <a:gdLst/>
              <a:ahLst/>
              <a:cxnLst/>
              <a:rect l="l" t="t" r="r" b="b"/>
              <a:pathLst>
                <a:path w="1206" h="1465" extrusionOk="0">
                  <a:moveTo>
                    <a:pt x="1" y="0"/>
                  </a:moveTo>
                  <a:lnTo>
                    <a:pt x="1206" y="0"/>
                  </a:lnTo>
                  <a:lnTo>
                    <a:pt x="1206" y="1465"/>
                  </a:lnTo>
                  <a:lnTo>
                    <a:pt x="1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3">
              <a:extLst>
                <a:ext uri="{FF2B5EF4-FFF2-40B4-BE49-F238E27FC236}">
                  <a16:creationId xmlns:a16="http://schemas.microsoft.com/office/drawing/2014/main" id="{7369B07F-1285-5663-B1FD-5CFB0BF2609D}"/>
                </a:ext>
              </a:extLst>
            </p:cNvPr>
            <p:cNvSpPr/>
            <p:nvPr/>
          </p:nvSpPr>
          <p:spPr>
            <a:xfrm flipH="1">
              <a:off x="6130321" y="3632818"/>
              <a:ext cx="83359" cy="101411"/>
            </a:xfrm>
            <a:custGeom>
              <a:avLst/>
              <a:gdLst/>
              <a:ahLst/>
              <a:cxnLst/>
              <a:rect l="l" t="t" r="r" b="b"/>
              <a:pathLst>
                <a:path w="1205" h="1466" extrusionOk="0">
                  <a:moveTo>
                    <a:pt x="0" y="1"/>
                  </a:moveTo>
                  <a:lnTo>
                    <a:pt x="1205" y="1"/>
                  </a:lnTo>
                  <a:lnTo>
                    <a:pt x="1205" y="1465"/>
                  </a:lnTo>
                  <a:lnTo>
                    <a:pt x="0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3">
              <a:extLst>
                <a:ext uri="{FF2B5EF4-FFF2-40B4-BE49-F238E27FC236}">
                  <a16:creationId xmlns:a16="http://schemas.microsoft.com/office/drawing/2014/main" id="{7A1E7B17-BC48-6303-3C6C-F56BEA689282}"/>
                </a:ext>
              </a:extLst>
            </p:cNvPr>
            <p:cNvSpPr/>
            <p:nvPr/>
          </p:nvSpPr>
          <p:spPr>
            <a:xfrm flipH="1">
              <a:off x="5888413" y="3632818"/>
              <a:ext cx="83428" cy="101411"/>
            </a:xfrm>
            <a:custGeom>
              <a:avLst/>
              <a:gdLst/>
              <a:ahLst/>
              <a:cxnLst/>
              <a:rect l="l" t="t" r="r" b="b"/>
              <a:pathLst>
                <a:path w="1206" h="1466" extrusionOk="0">
                  <a:moveTo>
                    <a:pt x="1" y="1"/>
                  </a:moveTo>
                  <a:lnTo>
                    <a:pt x="1206" y="1"/>
                  </a:lnTo>
                  <a:lnTo>
                    <a:pt x="1206" y="1465"/>
                  </a:lnTo>
                  <a:lnTo>
                    <a:pt x="1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3">
              <a:extLst>
                <a:ext uri="{FF2B5EF4-FFF2-40B4-BE49-F238E27FC236}">
                  <a16:creationId xmlns:a16="http://schemas.microsoft.com/office/drawing/2014/main" id="{27531FAC-64CB-8F23-8963-3A25E0938554}"/>
                </a:ext>
              </a:extLst>
            </p:cNvPr>
            <p:cNvSpPr/>
            <p:nvPr/>
          </p:nvSpPr>
          <p:spPr>
            <a:xfrm flipH="1">
              <a:off x="5645675" y="3632818"/>
              <a:ext cx="83359" cy="101411"/>
            </a:xfrm>
            <a:custGeom>
              <a:avLst/>
              <a:gdLst/>
              <a:ahLst/>
              <a:cxnLst/>
              <a:rect l="l" t="t" r="r" b="b"/>
              <a:pathLst>
                <a:path w="1205" h="1466" extrusionOk="0">
                  <a:moveTo>
                    <a:pt x="0" y="1"/>
                  </a:moveTo>
                  <a:lnTo>
                    <a:pt x="1205" y="1"/>
                  </a:lnTo>
                  <a:lnTo>
                    <a:pt x="1205" y="1465"/>
                  </a:lnTo>
                  <a:lnTo>
                    <a:pt x="0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3">
              <a:extLst>
                <a:ext uri="{FF2B5EF4-FFF2-40B4-BE49-F238E27FC236}">
                  <a16:creationId xmlns:a16="http://schemas.microsoft.com/office/drawing/2014/main" id="{DF015E6A-A39D-094E-1735-5C924D94373E}"/>
                </a:ext>
              </a:extLst>
            </p:cNvPr>
            <p:cNvSpPr/>
            <p:nvPr/>
          </p:nvSpPr>
          <p:spPr>
            <a:xfrm flipH="1">
              <a:off x="5403767" y="3632818"/>
              <a:ext cx="83428" cy="101411"/>
            </a:xfrm>
            <a:custGeom>
              <a:avLst/>
              <a:gdLst/>
              <a:ahLst/>
              <a:cxnLst/>
              <a:rect l="l" t="t" r="r" b="b"/>
              <a:pathLst>
                <a:path w="1206" h="1466" extrusionOk="0">
                  <a:moveTo>
                    <a:pt x="1" y="1"/>
                  </a:moveTo>
                  <a:lnTo>
                    <a:pt x="1206" y="1"/>
                  </a:lnTo>
                  <a:lnTo>
                    <a:pt x="1206" y="1465"/>
                  </a:lnTo>
                  <a:lnTo>
                    <a:pt x="1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3">
              <a:extLst>
                <a:ext uri="{FF2B5EF4-FFF2-40B4-BE49-F238E27FC236}">
                  <a16:creationId xmlns:a16="http://schemas.microsoft.com/office/drawing/2014/main" id="{44703C01-370B-4E5C-B33E-02DC80F733BB}"/>
                </a:ext>
              </a:extLst>
            </p:cNvPr>
            <p:cNvSpPr/>
            <p:nvPr/>
          </p:nvSpPr>
          <p:spPr>
            <a:xfrm flipH="1">
              <a:off x="6634608" y="3586263"/>
              <a:ext cx="288539" cy="207317"/>
            </a:xfrm>
            <a:custGeom>
              <a:avLst/>
              <a:gdLst/>
              <a:ahLst/>
              <a:cxnLst/>
              <a:rect l="l" t="t" r="r" b="b"/>
              <a:pathLst>
                <a:path w="4171" h="2997" extrusionOk="0">
                  <a:moveTo>
                    <a:pt x="0" y="2811"/>
                  </a:moveTo>
                  <a:cubicBezTo>
                    <a:pt x="50" y="2793"/>
                    <a:pt x="433" y="2793"/>
                    <a:pt x="451" y="2688"/>
                  </a:cubicBezTo>
                  <a:cubicBezTo>
                    <a:pt x="464" y="2583"/>
                    <a:pt x="544" y="2089"/>
                    <a:pt x="699" y="1934"/>
                  </a:cubicBezTo>
                  <a:cubicBezTo>
                    <a:pt x="853" y="1780"/>
                    <a:pt x="1316" y="1681"/>
                    <a:pt x="1557" y="1526"/>
                  </a:cubicBezTo>
                  <a:cubicBezTo>
                    <a:pt x="1804" y="1372"/>
                    <a:pt x="1934" y="804"/>
                    <a:pt x="1934" y="804"/>
                  </a:cubicBezTo>
                  <a:lnTo>
                    <a:pt x="2058" y="291"/>
                  </a:lnTo>
                  <a:cubicBezTo>
                    <a:pt x="2058" y="291"/>
                    <a:pt x="2453" y="291"/>
                    <a:pt x="2750" y="217"/>
                  </a:cubicBezTo>
                  <a:cubicBezTo>
                    <a:pt x="3046" y="136"/>
                    <a:pt x="3244" y="0"/>
                    <a:pt x="3553" y="31"/>
                  </a:cubicBezTo>
                  <a:cubicBezTo>
                    <a:pt x="3862" y="62"/>
                    <a:pt x="4171" y="167"/>
                    <a:pt x="4171" y="167"/>
                  </a:cubicBezTo>
                  <a:lnTo>
                    <a:pt x="3510" y="136"/>
                  </a:lnTo>
                  <a:cubicBezTo>
                    <a:pt x="3510" y="136"/>
                    <a:pt x="2861" y="322"/>
                    <a:pt x="2799" y="340"/>
                  </a:cubicBezTo>
                  <a:cubicBezTo>
                    <a:pt x="2737" y="359"/>
                    <a:pt x="2132" y="513"/>
                    <a:pt x="2132" y="513"/>
                  </a:cubicBezTo>
                  <a:cubicBezTo>
                    <a:pt x="2132" y="513"/>
                    <a:pt x="2058" y="1069"/>
                    <a:pt x="1916" y="1267"/>
                  </a:cubicBezTo>
                  <a:cubicBezTo>
                    <a:pt x="1780" y="1471"/>
                    <a:pt x="1718" y="1656"/>
                    <a:pt x="1563" y="1712"/>
                  </a:cubicBezTo>
                  <a:cubicBezTo>
                    <a:pt x="1409" y="1774"/>
                    <a:pt x="865" y="1897"/>
                    <a:pt x="742" y="2119"/>
                  </a:cubicBezTo>
                  <a:cubicBezTo>
                    <a:pt x="618" y="2330"/>
                    <a:pt x="544" y="2861"/>
                    <a:pt x="544" y="2861"/>
                  </a:cubicBezTo>
                  <a:lnTo>
                    <a:pt x="186" y="299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3">
              <a:extLst>
                <a:ext uri="{FF2B5EF4-FFF2-40B4-BE49-F238E27FC236}">
                  <a16:creationId xmlns:a16="http://schemas.microsoft.com/office/drawing/2014/main" id="{1E911E39-B70D-DD30-0D57-4F07A7D069D5}"/>
                </a:ext>
              </a:extLst>
            </p:cNvPr>
            <p:cNvSpPr/>
            <p:nvPr/>
          </p:nvSpPr>
          <p:spPr>
            <a:xfrm flipH="1">
              <a:off x="6448248" y="3745644"/>
              <a:ext cx="288539" cy="207387"/>
            </a:xfrm>
            <a:custGeom>
              <a:avLst/>
              <a:gdLst/>
              <a:ahLst/>
              <a:cxnLst/>
              <a:rect l="l" t="t" r="r" b="b"/>
              <a:pathLst>
                <a:path w="4171" h="2998" extrusionOk="0">
                  <a:moveTo>
                    <a:pt x="0" y="2812"/>
                  </a:moveTo>
                  <a:cubicBezTo>
                    <a:pt x="50" y="2793"/>
                    <a:pt x="433" y="2793"/>
                    <a:pt x="451" y="2688"/>
                  </a:cubicBezTo>
                  <a:cubicBezTo>
                    <a:pt x="463" y="2577"/>
                    <a:pt x="544" y="2083"/>
                    <a:pt x="698" y="1928"/>
                  </a:cubicBezTo>
                  <a:cubicBezTo>
                    <a:pt x="853" y="1774"/>
                    <a:pt x="1316" y="1681"/>
                    <a:pt x="1563" y="1527"/>
                  </a:cubicBezTo>
                  <a:cubicBezTo>
                    <a:pt x="1810" y="1372"/>
                    <a:pt x="1934" y="804"/>
                    <a:pt x="1934" y="804"/>
                  </a:cubicBezTo>
                  <a:lnTo>
                    <a:pt x="2057" y="291"/>
                  </a:lnTo>
                  <a:cubicBezTo>
                    <a:pt x="2057" y="291"/>
                    <a:pt x="2459" y="291"/>
                    <a:pt x="2749" y="217"/>
                  </a:cubicBezTo>
                  <a:cubicBezTo>
                    <a:pt x="3046" y="137"/>
                    <a:pt x="3244" y="1"/>
                    <a:pt x="3552" y="32"/>
                  </a:cubicBezTo>
                  <a:cubicBezTo>
                    <a:pt x="3861" y="63"/>
                    <a:pt x="4170" y="168"/>
                    <a:pt x="4170" y="168"/>
                  </a:cubicBezTo>
                  <a:lnTo>
                    <a:pt x="3509" y="137"/>
                  </a:lnTo>
                  <a:cubicBezTo>
                    <a:pt x="3509" y="137"/>
                    <a:pt x="2861" y="322"/>
                    <a:pt x="2799" y="341"/>
                  </a:cubicBezTo>
                  <a:cubicBezTo>
                    <a:pt x="2737" y="353"/>
                    <a:pt x="2132" y="507"/>
                    <a:pt x="2132" y="507"/>
                  </a:cubicBezTo>
                  <a:cubicBezTo>
                    <a:pt x="2132" y="507"/>
                    <a:pt x="2057" y="1063"/>
                    <a:pt x="1915" y="1267"/>
                  </a:cubicBezTo>
                  <a:cubicBezTo>
                    <a:pt x="1779" y="1465"/>
                    <a:pt x="1718" y="1650"/>
                    <a:pt x="1563" y="1712"/>
                  </a:cubicBezTo>
                  <a:cubicBezTo>
                    <a:pt x="1409" y="1774"/>
                    <a:pt x="865" y="1898"/>
                    <a:pt x="741" y="2114"/>
                  </a:cubicBezTo>
                  <a:cubicBezTo>
                    <a:pt x="618" y="2330"/>
                    <a:pt x="544" y="2855"/>
                    <a:pt x="544" y="2855"/>
                  </a:cubicBezTo>
                  <a:lnTo>
                    <a:pt x="185" y="299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3">
              <a:extLst>
                <a:ext uri="{FF2B5EF4-FFF2-40B4-BE49-F238E27FC236}">
                  <a16:creationId xmlns:a16="http://schemas.microsoft.com/office/drawing/2014/main" id="{7ECDA6CD-2532-9384-4CEB-255445C19F1D}"/>
                </a:ext>
              </a:extLst>
            </p:cNvPr>
            <p:cNvSpPr/>
            <p:nvPr/>
          </p:nvSpPr>
          <p:spPr>
            <a:xfrm flipH="1">
              <a:off x="5744383" y="3916647"/>
              <a:ext cx="638162" cy="215826"/>
            </a:xfrm>
            <a:custGeom>
              <a:avLst/>
              <a:gdLst/>
              <a:ahLst/>
              <a:cxnLst/>
              <a:rect l="l" t="t" r="r" b="b"/>
              <a:pathLst>
                <a:path w="9225" h="3120" extrusionOk="0">
                  <a:moveTo>
                    <a:pt x="9224" y="3034"/>
                  </a:moveTo>
                  <a:lnTo>
                    <a:pt x="7834" y="2199"/>
                  </a:lnTo>
                  <a:lnTo>
                    <a:pt x="6432" y="2199"/>
                  </a:lnTo>
                  <a:cubicBezTo>
                    <a:pt x="6432" y="2199"/>
                    <a:pt x="5678" y="1211"/>
                    <a:pt x="5548" y="1186"/>
                  </a:cubicBezTo>
                  <a:cubicBezTo>
                    <a:pt x="5418" y="1162"/>
                    <a:pt x="4121" y="1057"/>
                    <a:pt x="4121" y="1057"/>
                  </a:cubicBezTo>
                  <a:lnTo>
                    <a:pt x="3132" y="877"/>
                  </a:lnTo>
                  <a:lnTo>
                    <a:pt x="2335" y="80"/>
                  </a:lnTo>
                  <a:lnTo>
                    <a:pt x="1143" y="0"/>
                  </a:lnTo>
                  <a:lnTo>
                    <a:pt x="704" y="235"/>
                  </a:lnTo>
                  <a:lnTo>
                    <a:pt x="0" y="1736"/>
                  </a:lnTo>
                  <a:lnTo>
                    <a:pt x="358" y="1866"/>
                  </a:lnTo>
                  <a:lnTo>
                    <a:pt x="927" y="321"/>
                  </a:lnTo>
                  <a:lnTo>
                    <a:pt x="1285" y="99"/>
                  </a:lnTo>
                  <a:lnTo>
                    <a:pt x="2212" y="185"/>
                  </a:lnTo>
                  <a:lnTo>
                    <a:pt x="3071" y="976"/>
                  </a:lnTo>
                  <a:lnTo>
                    <a:pt x="5425" y="1285"/>
                  </a:lnTo>
                  <a:lnTo>
                    <a:pt x="6376" y="2348"/>
                  </a:lnTo>
                  <a:lnTo>
                    <a:pt x="7871" y="2416"/>
                  </a:lnTo>
                  <a:lnTo>
                    <a:pt x="9082" y="312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3">
              <a:extLst>
                <a:ext uri="{FF2B5EF4-FFF2-40B4-BE49-F238E27FC236}">
                  <a16:creationId xmlns:a16="http://schemas.microsoft.com/office/drawing/2014/main" id="{5D97E585-8893-B0D3-A965-B1DBC469FC20}"/>
                </a:ext>
              </a:extLst>
            </p:cNvPr>
            <p:cNvSpPr/>
            <p:nvPr/>
          </p:nvSpPr>
          <p:spPr>
            <a:xfrm flipH="1">
              <a:off x="7801315" y="4117879"/>
              <a:ext cx="810414" cy="160763"/>
            </a:xfrm>
            <a:custGeom>
              <a:avLst/>
              <a:gdLst/>
              <a:ahLst/>
              <a:cxnLst/>
              <a:rect l="l" t="t" r="r" b="b"/>
              <a:pathLst>
                <a:path w="11715" h="2324" extrusionOk="0">
                  <a:moveTo>
                    <a:pt x="5079" y="1360"/>
                  </a:moveTo>
                  <a:cubicBezTo>
                    <a:pt x="4863" y="1434"/>
                    <a:pt x="4610" y="1589"/>
                    <a:pt x="4610" y="1589"/>
                  </a:cubicBezTo>
                  <a:lnTo>
                    <a:pt x="5790" y="1311"/>
                  </a:lnTo>
                  <a:lnTo>
                    <a:pt x="6488" y="1478"/>
                  </a:lnTo>
                  <a:lnTo>
                    <a:pt x="6642" y="1558"/>
                  </a:lnTo>
                  <a:lnTo>
                    <a:pt x="6655" y="1737"/>
                  </a:lnTo>
                  <a:lnTo>
                    <a:pt x="6500" y="1848"/>
                  </a:lnTo>
                  <a:lnTo>
                    <a:pt x="6346" y="2293"/>
                  </a:lnTo>
                  <a:lnTo>
                    <a:pt x="6556" y="2324"/>
                  </a:lnTo>
                  <a:lnTo>
                    <a:pt x="6611" y="1910"/>
                  </a:lnTo>
                  <a:lnTo>
                    <a:pt x="6772" y="1756"/>
                  </a:lnTo>
                  <a:lnTo>
                    <a:pt x="6716" y="1601"/>
                  </a:lnTo>
                  <a:lnTo>
                    <a:pt x="7056" y="1780"/>
                  </a:lnTo>
                  <a:lnTo>
                    <a:pt x="7334" y="1984"/>
                  </a:lnTo>
                  <a:lnTo>
                    <a:pt x="7445" y="2237"/>
                  </a:lnTo>
                  <a:lnTo>
                    <a:pt x="8137" y="2287"/>
                  </a:lnTo>
                  <a:lnTo>
                    <a:pt x="7414" y="1947"/>
                  </a:lnTo>
                  <a:lnTo>
                    <a:pt x="7118" y="1725"/>
                  </a:lnTo>
                  <a:lnTo>
                    <a:pt x="6550" y="1434"/>
                  </a:lnTo>
                  <a:lnTo>
                    <a:pt x="5814" y="1237"/>
                  </a:lnTo>
                  <a:cubicBezTo>
                    <a:pt x="5814" y="1237"/>
                    <a:pt x="5462" y="1255"/>
                    <a:pt x="5227" y="1305"/>
                  </a:cubicBezTo>
                  <a:cubicBezTo>
                    <a:pt x="5184" y="1329"/>
                    <a:pt x="5135" y="1342"/>
                    <a:pt x="5079" y="1360"/>
                  </a:cubicBezTo>
                  <a:close/>
                  <a:moveTo>
                    <a:pt x="10324" y="1583"/>
                  </a:moveTo>
                  <a:lnTo>
                    <a:pt x="9725" y="1743"/>
                  </a:lnTo>
                  <a:lnTo>
                    <a:pt x="10343" y="1663"/>
                  </a:lnTo>
                  <a:lnTo>
                    <a:pt x="11195" y="1990"/>
                  </a:lnTo>
                  <a:lnTo>
                    <a:pt x="11381" y="2287"/>
                  </a:lnTo>
                  <a:lnTo>
                    <a:pt x="11714" y="2188"/>
                  </a:lnTo>
                  <a:lnTo>
                    <a:pt x="11226" y="1947"/>
                  </a:lnTo>
                  <a:lnTo>
                    <a:pt x="10720" y="1743"/>
                  </a:lnTo>
                  <a:lnTo>
                    <a:pt x="10880" y="1391"/>
                  </a:lnTo>
                  <a:lnTo>
                    <a:pt x="10658" y="1706"/>
                  </a:lnTo>
                  <a:close/>
                  <a:moveTo>
                    <a:pt x="1" y="1"/>
                  </a:moveTo>
                  <a:lnTo>
                    <a:pt x="44" y="75"/>
                  </a:lnTo>
                  <a:lnTo>
                    <a:pt x="934" y="186"/>
                  </a:lnTo>
                  <a:lnTo>
                    <a:pt x="1366" y="446"/>
                  </a:lnTo>
                  <a:lnTo>
                    <a:pt x="1496" y="699"/>
                  </a:lnTo>
                  <a:lnTo>
                    <a:pt x="1298" y="959"/>
                  </a:lnTo>
                  <a:lnTo>
                    <a:pt x="1119" y="1453"/>
                  </a:lnTo>
                  <a:lnTo>
                    <a:pt x="1230" y="1842"/>
                  </a:lnTo>
                  <a:lnTo>
                    <a:pt x="1199" y="1471"/>
                  </a:lnTo>
                  <a:lnTo>
                    <a:pt x="1422" y="983"/>
                  </a:lnTo>
                  <a:lnTo>
                    <a:pt x="1601" y="829"/>
                  </a:lnTo>
                  <a:lnTo>
                    <a:pt x="1755" y="1187"/>
                  </a:lnTo>
                  <a:lnTo>
                    <a:pt x="2534" y="1527"/>
                  </a:lnTo>
                  <a:lnTo>
                    <a:pt x="1817" y="1144"/>
                  </a:lnTo>
                  <a:lnTo>
                    <a:pt x="1694" y="854"/>
                  </a:lnTo>
                  <a:lnTo>
                    <a:pt x="1570" y="526"/>
                  </a:lnTo>
                  <a:lnTo>
                    <a:pt x="971" y="118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3">
              <a:extLst>
                <a:ext uri="{FF2B5EF4-FFF2-40B4-BE49-F238E27FC236}">
                  <a16:creationId xmlns:a16="http://schemas.microsoft.com/office/drawing/2014/main" id="{F7E13420-5E1B-88BB-1723-624B77043287}"/>
                </a:ext>
              </a:extLst>
            </p:cNvPr>
            <p:cNvSpPr/>
            <p:nvPr/>
          </p:nvSpPr>
          <p:spPr>
            <a:xfrm flipH="1">
              <a:off x="7734645" y="4111099"/>
              <a:ext cx="177855" cy="97053"/>
            </a:xfrm>
            <a:custGeom>
              <a:avLst/>
              <a:gdLst/>
              <a:ahLst/>
              <a:cxnLst/>
              <a:rect l="l" t="t" r="r" b="b"/>
              <a:pathLst>
                <a:path w="2571" h="1403" extrusionOk="0">
                  <a:moveTo>
                    <a:pt x="0" y="346"/>
                  </a:moveTo>
                  <a:lnTo>
                    <a:pt x="377" y="661"/>
                  </a:lnTo>
                  <a:lnTo>
                    <a:pt x="741" y="501"/>
                  </a:lnTo>
                  <a:cubicBezTo>
                    <a:pt x="741" y="451"/>
                    <a:pt x="674" y="167"/>
                    <a:pt x="674" y="167"/>
                  </a:cubicBezTo>
                  <a:close/>
                  <a:moveTo>
                    <a:pt x="976" y="0"/>
                  </a:moveTo>
                  <a:lnTo>
                    <a:pt x="927" y="593"/>
                  </a:lnTo>
                  <a:lnTo>
                    <a:pt x="1260" y="1403"/>
                  </a:lnTo>
                  <a:lnTo>
                    <a:pt x="2570" y="247"/>
                  </a:lnTo>
                  <a:lnTo>
                    <a:pt x="1952" y="93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3">
              <a:extLst>
                <a:ext uri="{FF2B5EF4-FFF2-40B4-BE49-F238E27FC236}">
                  <a16:creationId xmlns:a16="http://schemas.microsoft.com/office/drawing/2014/main" id="{5E30D6E8-CFCD-888C-F000-97D6C4E6ABA8}"/>
                </a:ext>
              </a:extLst>
            </p:cNvPr>
            <p:cNvSpPr/>
            <p:nvPr/>
          </p:nvSpPr>
          <p:spPr>
            <a:xfrm flipH="1">
              <a:off x="7533829" y="4235893"/>
              <a:ext cx="102590" cy="39776"/>
            </a:xfrm>
            <a:custGeom>
              <a:avLst/>
              <a:gdLst/>
              <a:ahLst/>
              <a:cxnLst/>
              <a:rect l="l" t="t" r="r" b="b"/>
              <a:pathLst>
                <a:path w="1483" h="575" extrusionOk="0">
                  <a:moveTo>
                    <a:pt x="1483" y="488"/>
                  </a:moveTo>
                  <a:lnTo>
                    <a:pt x="711" y="0"/>
                  </a:lnTo>
                  <a:cubicBezTo>
                    <a:pt x="711" y="0"/>
                    <a:pt x="488" y="25"/>
                    <a:pt x="358" y="179"/>
                  </a:cubicBezTo>
                  <a:cubicBezTo>
                    <a:pt x="229" y="334"/>
                    <a:pt x="0" y="575"/>
                    <a:pt x="0" y="575"/>
                  </a:cubicBez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3">
              <a:extLst>
                <a:ext uri="{FF2B5EF4-FFF2-40B4-BE49-F238E27FC236}">
                  <a16:creationId xmlns:a16="http://schemas.microsoft.com/office/drawing/2014/main" id="{B2A3B292-0065-99DC-A018-40004A935399}"/>
                </a:ext>
              </a:extLst>
            </p:cNvPr>
            <p:cNvSpPr/>
            <p:nvPr/>
          </p:nvSpPr>
          <p:spPr>
            <a:xfrm flipH="1">
              <a:off x="6209810" y="4037566"/>
              <a:ext cx="141537" cy="42404"/>
            </a:xfrm>
            <a:custGeom>
              <a:avLst/>
              <a:gdLst/>
              <a:ahLst/>
              <a:cxnLst/>
              <a:rect l="l" t="t" r="r" b="b"/>
              <a:pathLst>
                <a:path w="2046" h="613" extrusionOk="0">
                  <a:moveTo>
                    <a:pt x="2045" y="464"/>
                  </a:moveTo>
                  <a:cubicBezTo>
                    <a:pt x="2002" y="451"/>
                    <a:pt x="797" y="149"/>
                    <a:pt x="797" y="149"/>
                  </a:cubicBezTo>
                  <a:lnTo>
                    <a:pt x="828" y="482"/>
                  </a:lnTo>
                  <a:lnTo>
                    <a:pt x="1489" y="612"/>
                  </a:lnTo>
                  <a:close/>
                  <a:moveTo>
                    <a:pt x="0" y="0"/>
                  </a:moveTo>
                  <a:lnTo>
                    <a:pt x="0" y="278"/>
                  </a:lnTo>
                  <a:lnTo>
                    <a:pt x="482" y="384"/>
                  </a:lnTo>
                  <a:lnTo>
                    <a:pt x="513" y="198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3">
              <a:extLst>
                <a:ext uri="{FF2B5EF4-FFF2-40B4-BE49-F238E27FC236}">
                  <a16:creationId xmlns:a16="http://schemas.microsoft.com/office/drawing/2014/main" id="{395FF133-D0D7-D987-208C-784DB4900CAA}"/>
                </a:ext>
              </a:extLst>
            </p:cNvPr>
            <p:cNvSpPr/>
            <p:nvPr/>
          </p:nvSpPr>
          <p:spPr>
            <a:xfrm flipH="1">
              <a:off x="5285808" y="3443069"/>
              <a:ext cx="641137" cy="832175"/>
            </a:xfrm>
            <a:custGeom>
              <a:avLst/>
              <a:gdLst/>
              <a:ahLst/>
              <a:cxnLst/>
              <a:rect l="l" t="t" r="r" b="b"/>
              <a:pathLst>
                <a:path w="9268" h="12030" extrusionOk="0">
                  <a:moveTo>
                    <a:pt x="310" y="8965"/>
                  </a:moveTo>
                  <a:cubicBezTo>
                    <a:pt x="124" y="8594"/>
                    <a:pt x="1" y="8224"/>
                    <a:pt x="1" y="7853"/>
                  </a:cubicBezTo>
                  <a:cubicBezTo>
                    <a:pt x="1" y="7482"/>
                    <a:pt x="31" y="7235"/>
                    <a:pt x="124" y="6957"/>
                  </a:cubicBezTo>
                  <a:cubicBezTo>
                    <a:pt x="217" y="6679"/>
                    <a:pt x="588" y="6092"/>
                    <a:pt x="588" y="6092"/>
                  </a:cubicBezTo>
                  <a:lnTo>
                    <a:pt x="804" y="5197"/>
                  </a:lnTo>
                  <a:cubicBezTo>
                    <a:pt x="804" y="5197"/>
                    <a:pt x="1020" y="5783"/>
                    <a:pt x="989" y="6061"/>
                  </a:cubicBezTo>
                  <a:cubicBezTo>
                    <a:pt x="958" y="6339"/>
                    <a:pt x="711" y="6988"/>
                    <a:pt x="1051" y="7266"/>
                  </a:cubicBezTo>
                  <a:cubicBezTo>
                    <a:pt x="1391" y="7544"/>
                    <a:pt x="1792" y="7822"/>
                    <a:pt x="2008" y="7482"/>
                  </a:cubicBezTo>
                  <a:cubicBezTo>
                    <a:pt x="2225" y="7143"/>
                    <a:pt x="2379" y="6278"/>
                    <a:pt x="2163" y="5870"/>
                  </a:cubicBezTo>
                  <a:cubicBezTo>
                    <a:pt x="1947" y="5468"/>
                    <a:pt x="1638" y="5190"/>
                    <a:pt x="1700" y="4789"/>
                  </a:cubicBezTo>
                  <a:cubicBezTo>
                    <a:pt x="1761" y="4387"/>
                    <a:pt x="2163" y="3615"/>
                    <a:pt x="2163" y="3615"/>
                  </a:cubicBezTo>
                  <a:lnTo>
                    <a:pt x="2132" y="2287"/>
                  </a:lnTo>
                  <a:cubicBezTo>
                    <a:pt x="2132" y="2287"/>
                    <a:pt x="2441" y="3182"/>
                    <a:pt x="2503" y="3460"/>
                  </a:cubicBezTo>
                  <a:cubicBezTo>
                    <a:pt x="2565" y="3738"/>
                    <a:pt x="2503" y="4511"/>
                    <a:pt x="2503" y="4511"/>
                  </a:cubicBezTo>
                  <a:lnTo>
                    <a:pt x="2843" y="5283"/>
                  </a:lnTo>
                  <a:cubicBezTo>
                    <a:pt x="2843" y="5283"/>
                    <a:pt x="3522" y="6086"/>
                    <a:pt x="3738" y="5530"/>
                  </a:cubicBezTo>
                  <a:cubicBezTo>
                    <a:pt x="3955" y="4974"/>
                    <a:pt x="3862" y="4171"/>
                    <a:pt x="3862" y="4171"/>
                  </a:cubicBezTo>
                  <a:lnTo>
                    <a:pt x="3862" y="3121"/>
                  </a:lnTo>
                  <a:cubicBezTo>
                    <a:pt x="3862" y="3121"/>
                    <a:pt x="4233" y="2534"/>
                    <a:pt x="4356" y="2163"/>
                  </a:cubicBezTo>
                  <a:cubicBezTo>
                    <a:pt x="4480" y="1792"/>
                    <a:pt x="4511" y="1051"/>
                    <a:pt x="4511" y="1051"/>
                  </a:cubicBezTo>
                  <a:lnTo>
                    <a:pt x="4171" y="1"/>
                  </a:lnTo>
                  <a:cubicBezTo>
                    <a:pt x="4171" y="1"/>
                    <a:pt x="4850" y="557"/>
                    <a:pt x="4974" y="1082"/>
                  </a:cubicBezTo>
                  <a:cubicBezTo>
                    <a:pt x="5098" y="1607"/>
                    <a:pt x="5277" y="1990"/>
                    <a:pt x="5122" y="2540"/>
                  </a:cubicBezTo>
                  <a:cubicBezTo>
                    <a:pt x="4974" y="3090"/>
                    <a:pt x="5067" y="3899"/>
                    <a:pt x="5067" y="3899"/>
                  </a:cubicBezTo>
                  <a:cubicBezTo>
                    <a:pt x="5067" y="3899"/>
                    <a:pt x="5499" y="4733"/>
                    <a:pt x="5623" y="5512"/>
                  </a:cubicBezTo>
                  <a:cubicBezTo>
                    <a:pt x="5746" y="6284"/>
                    <a:pt x="5592" y="6809"/>
                    <a:pt x="5962" y="6933"/>
                  </a:cubicBezTo>
                  <a:cubicBezTo>
                    <a:pt x="6333" y="7056"/>
                    <a:pt x="6611" y="7211"/>
                    <a:pt x="6797" y="6840"/>
                  </a:cubicBezTo>
                  <a:cubicBezTo>
                    <a:pt x="6982" y="6469"/>
                    <a:pt x="7105" y="6006"/>
                    <a:pt x="6951" y="5697"/>
                  </a:cubicBezTo>
                  <a:cubicBezTo>
                    <a:pt x="6797" y="5388"/>
                    <a:pt x="6457" y="5203"/>
                    <a:pt x="6580" y="4554"/>
                  </a:cubicBezTo>
                  <a:cubicBezTo>
                    <a:pt x="6704" y="3905"/>
                    <a:pt x="7044" y="3065"/>
                    <a:pt x="7044" y="3065"/>
                  </a:cubicBezTo>
                  <a:cubicBezTo>
                    <a:pt x="7044" y="3065"/>
                    <a:pt x="6766" y="4301"/>
                    <a:pt x="7044" y="4678"/>
                  </a:cubicBezTo>
                  <a:cubicBezTo>
                    <a:pt x="7322" y="5048"/>
                    <a:pt x="7816" y="5481"/>
                    <a:pt x="7847" y="5790"/>
                  </a:cubicBezTo>
                  <a:cubicBezTo>
                    <a:pt x="7878" y="6099"/>
                    <a:pt x="7816" y="6352"/>
                    <a:pt x="7569" y="6871"/>
                  </a:cubicBezTo>
                  <a:cubicBezTo>
                    <a:pt x="7322" y="7396"/>
                    <a:pt x="6951" y="7674"/>
                    <a:pt x="7322" y="8230"/>
                  </a:cubicBezTo>
                  <a:cubicBezTo>
                    <a:pt x="7692" y="8792"/>
                    <a:pt x="7909" y="8483"/>
                    <a:pt x="8248" y="8755"/>
                  </a:cubicBezTo>
                  <a:cubicBezTo>
                    <a:pt x="8588" y="9039"/>
                    <a:pt x="8897" y="8755"/>
                    <a:pt x="9021" y="9348"/>
                  </a:cubicBezTo>
                  <a:cubicBezTo>
                    <a:pt x="9144" y="9935"/>
                    <a:pt x="9268" y="10331"/>
                    <a:pt x="9268" y="10738"/>
                  </a:cubicBezTo>
                  <a:cubicBezTo>
                    <a:pt x="9268" y="11140"/>
                    <a:pt x="8681" y="11721"/>
                    <a:pt x="8681" y="11721"/>
                  </a:cubicBezTo>
                  <a:cubicBezTo>
                    <a:pt x="8681" y="11721"/>
                    <a:pt x="6080" y="11875"/>
                    <a:pt x="5122" y="11937"/>
                  </a:cubicBezTo>
                  <a:cubicBezTo>
                    <a:pt x="4165" y="11999"/>
                    <a:pt x="2212" y="12029"/>
                    <a:pt x="1595" y="11566"/>
                  </a:cubicBezTo>
                  <a:cubicBezTo>
                    <a:pt x="977" y="11103"/>
                    <a:pt x="310" y="8965"/>
                    <a:pt x="310" y="89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3">
              <a:extLst>
                <a:ext uri="{FF2B5EF4-FFF2-40B4-BE49-F238E27FC236}">
                  <a16:creationId xmlns:a16="http://schemas.microsoft.com/office/drawing/2014/main" id="{04783396-381B-D379-6109-589D9977D68B}"/>
                </a:ext>
              </a:extLst>
            </p:cNvPr>
            <p:cNvSpPr/>
            <p:nvPr/>
          </p:nvSpPr>
          <p:spPr>
            <a:xfrm flipH="1">
              <a:off x="5802912" y="3467419"/>
              <a:ext cx="64197" cy="237270"/>
            </a:xfrm>
            <a:custGeom>
              <a:avLst/>
              <a:gdLst/>
              <a:ahLst/>
              <a:cxnLst/>
              <a:rect l="l" t="t" r="r" b="b"/>
              <a:pathLst>
                <a:path w="928" h="3430" extrusionOk="0">
                  <a:moveTo>
                    <a:pt x="433" y="1"/>
                  </a:moveTo>
                  <a:cubicBezTo>
                    <a:pt x="433" y="1"/>
                    <a:pt x="1" y="563"/>
                    <a:pt x="93" y="928"/>
                  </a:cubicBezTo>
                  <a:cubicBezTo>
                    <a:pt x="186" y="1298"/>
                    <a:pt x="309" y="1545"/>
                    <a:pt x="402" y="1762"/>
                  </a:cubicBezTo>
                  <a:cubicBezTo>
                    <a:pt x="495" y="1978"/>
                    <a:pt x="464" y="2472"/>
                    <a:pt x="464" y="2472"/>
                  </a:cubicBezTo>
                  <a:lnTo>
                    <a:pt x="371" y="3430"/>
                  </a:lnTo>
                  <a:cubicBezTo>
                    <a:pt x="371" y="3430"/>
                    <a:pt x="927" y="2318"/>
                    <a:pt x="896" y="1941"/>
                  </a:cubicBezTo>
                  <a:cubicBezTo>
                    <a:pt x="865" y="1570"/>
                    <a:pt x="495" y="1292"/>
                    <a:pt x="452" y="829"/>
                  </a:cubicBezTo>
                  <a:cubicBezTo>
                    <a:pt x="402" y="378"/>
                    <a:pt x="433" y="1"/>
                    <a:pt x="4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3">
              <a:extLst>
                <a:ext uri="{FF2B5EF4-FFF2-40B4-BE49-F238E27FC236}">
                  <a16:creationId xmlns:a16="http://schemas.microsoft.com/office/drawing/2014/main" id="{E953D33E-8407-CB1F-98FA-0983633743C6}"/>
                </a:ext>
              </a:extLst>
            </p:cNvPr>
            <p:cNvSpPr/>
            <p:nvPr/>
          </p:nvSpPr>
          <p:spPr>
            <a:xfrm flipH="1">
              <a:off x="5488369" y="3311013"/>
              <a:ext cx="83013" cy="363791"/>
            </a:xfrm>
            <a:custGeom>
              <a:avLst/>
              <a:gdLst/>
              <a:ahLst/>
              <a:cxnLst/>
              <a:rect l="l" t="t" r="r" b="b"/>
              <a:pathLst>
                <a:path w="1200" h="5259" extrusionOk="0">
                  <a:moveTo>
                    <a:pt x="396" y="1"/>
                  </a:moveTo>
                  <a:cubicBezTo>
                    <a:pt x="279" y="155"/>
                    <a:pt x="1" y="1082"/>
                    <a:pt x="180" y="1391"/>
                  </a:cubicBezTo>
                  <a:cubicBezTo>
                    <a:pt x="365" y="1700"/>
                    <a:pt x="551" y="1792"/>
                    <a:pt x="582" y="2318"/>
                  </a:cubicBezTo>
                  <a:cubicBezTo>
                    <a:pt x="612" y="2843"/>
                    <a:pt x="582" y="3306"/>
                    <a:pt x="520" y="3806"/>
                  </a:cubicBezTo>
                  <a:cubicBezTo>
                    <a:pt x="458" y="4301"/>
                    <a:pt x="798" y="5258"/>
                    <a:pt x="798" y="5258"/>
                  </a:cubicBezTo>
                  <a:cubicBezTo>
                    <a:pt x="798" y="5258"/>
                    <a:pt x="921" y="4319"/>
                    <a:pt x="1045" y="4115"/>
                  </a:cubicBezTo>
                  <a:cubicBezTo>
                    <a:pt x="1168" y="3918"/>
                    <a:pt x="1199" y="2824"/>
                    <a:pt x="1199" y="2824"/>
                  </a:cubicBezTo>
                  <a:lnTo>
                    <a:pt x="921" y="3318"/>
                  </a:lnTo>
                  <a:cubicBezTo>
                    <a:pt x="921" y="3318"/>
                    <a:pt x="1014" y="2330"/>
                    <a:pt x="829" y="1867"/>
                  </a:cubicBezTo>
                  <a:cubicBezTo>
                    <a:pt x="656" y="1403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3">
              <a:extLst>
                <a:ext uri="{FF2B5EF4-FFF2-40B4-BE49-F238E27FC236}">
                  <a16:creationId xmlns:a16="http://schemas.microsoft.com/office/drawing/2014/main" id="{49C7B33D-BCE3-C80F-6A30-CC1AECFC375C}"/>
                </a:ext>
              </a:extLst>
            </p:cNvPr>
            <p:cNvSpPr/>
            <p:nvPr/>
          </p:nvSpPr>
          <p:spPr>
            <a:xfrm flipH="1">
              <a:off x="5487511" y="3934148"/>
              <a:ext cx="1220222" cy="338957"/>
            </a:xfrm>
            <a:custGeom>
              <a:avLst/>
              <a:gdLst/>
              <a:ahLst/>
              <a:cxnLst/>
              <a:rect l="l" t="t" r="r" b="b"/>
              <a:pathLst>
                <a:path w="17639" h="4900" extrusionOk="0">
                  <a:moveTo>
                    <a:pt x="17639" y="4832"/>
                  </a:moveTo>
                  <a:lnTo>
                    <a:pt x="16687" y="4140"/>
                  </a:lnTo>
                  <a:lnTo>
                    <a:pt x="16125" y="2299"/>
                  </a:lnTo>
                  <a:lnTo>
                    <a:pt x="12950" y="1020"/>
                  </a:lnTo>
                  <a:cubicBezTo>
                    <a:pt x="12950" y="1020"/>
                    <a:pt x="11349" y="7"/>
                    <a:pt x="11102" y="0"/>
                  </a:cubicBezTo>
                  <a:cubicBezTo>
                    <a:pt x="10855" y="0"/>
                    <a:pt x="9144" y="593"/>
                    <a:pt x="8928" y="834"/>
                  </a:cubicBezTo>
                  <a:cubicBezTo>
                    <a:pt x="8699" y="1082"/>
                    <a:pt x="7457" y="1551"/>
                    <a:pt x="7457" y="1551"/>
                  </a:cubicBezTo>
                  <a:lnTo>
                    <a:pt x="5727" y="1125"/>
                  </a:lnTo>
                  <a:lnTo>
                    <a:pt x="5035" y="1798"/>
                  </a:lnTo>
                  <a:lnTo>
                    <a:pt x="5171" y="2638"/>
                  </a:lnTo>
                  <a:lnTo>
                    <a:pt x="4838" y="2169"/>
                  </a:lnTo>
                  <a:lnTo>
                    <a:pt x="3843" y="2614"/>
                  </a:lnTo>
                  <a:lnTo>
                    <a:pt x="2292" y="2657"/>
                  </a:lnTo>
                  <a:lnTo>
                    <a:pt x="1205" y="3133"/>
                  </a:lnTo>
                  <a:cubicBezTo>
                    <a:pt x="1205" y="3133"/>
                    <a:pt x="760" y="3837"/>
                    <a:pt x="723" y="3930"/>
                  </a:cubicBezTo>
                  <a:cubicBezTo>
                    <a:pt x="692" y="4022"/>
                    <a:pt x="377" y="4424"/>
                    <a:pt x="346" y="4510"/>
                  </a:cubicBezTo>
                  <a:cubicBezTo>
                    <a:pt x="315" y="4603"/>
                    <a:pt x="0" y="4900"/>
                    <a:pt x="186" y="4881"/>
                  </a:cubicBezTo>
                  <a:cubicBezTo>
                    <a:pt x="377" y="4856"/>
                    <a:pt x="17639" y="4832"/>
                    <a:pt x="17639" y="48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3">
              <a:extLst>
                <a:ext uri="{FF2B5EF4-FFF2-40B4-BE49-F238E27FC236}">
                  <a16:creationId xmlns:a16="http://schemas.microsoft.com/office/drawing/2014/main" id="{4D3D6DFE-F57A-47C2-61A4-86EF2C836D2E}"/>
                </a:ext>
              </a:extLst>
            </p:cNvPr>
            <p:cNvSpPr/>
            <p:nvPr/>
          </p:nvSpPr>
          <p:spPr>
            <a:xfrm flipH="1">
              <a:off x="5910613" y="3961887"/>
              <a:ext cx="281276" cy="169755"/>
            </a:xfrm>
            <a:custGeom>
              <a:avLst/>
              <a:gdLst/>
              <a:ahLst/>
              <a:cxnLst/>
              <a:rect l="l" t="t" r="r" b="b"/>
              <a:pathLst>
                <a:path w="4066" h="2454" extrusionOk="0">
                  <a:moveTo>
                    <a:pt x="2898" y="57"/>
                  </a:moveTo>
                  <a:lnTo>
                    <a:pt x="1483" y="1212"/>
                  </a:lnTo>
                  <a:lnTo>
                    <a:pt x="1903" y="2454"/>
                  </a:lnTo>
                  <a:lnTo>
                    <a:pt x="2688" y="1663"/>
                  </a:lnTo>
                  <a:lnTo>
                    <a:pt x="4065" y="687"/>
                  </a:lnTo>
                  <a:cubicBezTo>
                    <a:pt x="4065" y="687"/>
                    <a:pt x="3577" y="32"/>
                    <a:pt x="3485" y="1"/>
                  </a:cubicBezTo>
                  <a:close/>
                  <a:moveTo>
                    <a:pt x="0" y="1156"/>
                  </a:moveTo>
                  <a:lnTo>
                    <a:pt x="1137" y="1885"/>
                  </a:lnTo>
                  <a:cubicBezTo>
                    <a:pt x="1137" y="1885"/>
                    <a:pt x="995" y="1243"/>
                    <a:pt x="884" y="779"/>
                  </a:cubicBezTo>
                  <a:cubicBezTo>
                    <a:pt x="476" y="971"/>
                    <a:pt x="0" y="1156"/>
                    <a:pt x="0" y="115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3">
              <a:extLst>
                <a:ext uri="{FF2B5EF4-FFF2-40B4-BE49-F238E27FC236}">
                  <a16:creationId xmlns:a16="http://schemas.microsoft.com/office/drawing/2014/main" id="{2D9EF461-6627-C031-8D8E-A2742630501F}"/>
                </a:ext>
              </a:extLst>
            </p:cNvPr>
            <p:cNvSpPr/>
            <p:nvPr/>
          </p:nvSpPr>
          <p:spPr>
            <a:xfrm flipH="1">
              <a:off x="5487935" y="4093114"/>
              <a:ext cx="868524" cy="177434"/>
            </a:xfrm>
            <a:custGeom>
              <a:avLst/>
              <a:gdLst/>
              <a:ahLst/>
              <a:cxnLst/>
              <a:rect l="l" t="t" r="r" b="b"/>
              <a:pathLst>
                <a:path w="12555" h="2565" extrusionOk="0">
                  <a:moveTo>
                    <a:pt x="1" y="2565"/>
                  </a:moveTo>
                  <a:cubicBezTo>
                    <a:pt x="2447" y="2558"/>
                    <a:pt x="5406" y="2552"/>
                    <a:pt x="7834" y="2552"/>
                  </a:cubicBezTo>
                  <a:cubicBezTo>
                    <a:pt x="7921" y="2256"/>
                    <a:pt x="8082" y="1700"/>
                    <a:pt x="8082" y="1700"/>
                  </a:cubicBezTo>
                  <a:cubicBezTo>
                    <a:pt x="8082" y="1700"/>
                    <a:pt x="6970" y="1502"/>
                    <a:pt x="6506" y="1557"/>
                  </a:cubicBezTo>
                  <a:cubicBezTo>
                    <a:pt x="6043" y="1607"/>
                    <a:pt x="575" y="2336"/>
                    <a:pt x="297" y="2336"/>
                  </a:cubicBezTo>
                  <a:cubicBezTo>
                    <a:pt x="186" y="2330"/>
                    <a:pt x="87" y="2429"/>
                    <a:pt x="1" y="2565"/>
                  </a:cubicBezTo>
                  <a:close/>
                  <a:moveTo>
                    <a:pt x="8755" y="2546"/>
                  </a:moveTo>
                  <a:cubicBezTo>
                    <a:pt x="10967" y="2534"/>
                    <a:pt x="12555" y="2534"/>
                    <a:pt x="12555" y="2534"/>
                  </a:cubicBezTo>
                  <a:lnTo>
                    <a:pt x="11603" y="1842"/>
                  </a:lnTo>
                  <a:lnTo>
                    <a:pt x="11035" y="1"/>
                  </a:lnTo>
                  <a:lnTo>
                    <a:pt x="9719" y="1224"/>
                  </a:lnTo>
                  <a:cubicBezTo>
                    <a:pt x="9719" y="1224"/>
                    <a:pt x="9052" y="2114"/>
                    <a:pt x="8959" y="2114"/>
                  </a:cubicBezTo>
                  <a:cubicBezTo>
                    <a:pt x="8928" y="2114"/>
                    <a:pt x="8848" y="2305"/>
                    <a:pt x="8755" y="254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3">
              <a:extLst>
                <a:ext uri="{FF2B5EF4-FFF2-40B4-BE49-F238E27FC236}">
                  <a16:creationId xmlns:a16="http://schemas.microsoft.com/office/drawing/2014/main" id="{3EED5956-9407-A08C-954D-03D03567AD54}"/>
                </a:ext>
              </a:extLst>
            </p:cNvPr>
            <p:cNvSpPr/>
            <p:nvPr/>
          </p:nvSpPr>
          <p:spPr>
            <a:xfrm flipH="1">
              <a:off x="6708971" y="4188023"/>
              <a:ext cx="310745" cy="91103"/>
            </a:xfrm>
            <a:custGeom>
              <a:avLst/>
              <a:gdLst/>
              <a:ahLst/>
              <a:cxnLst/>
              <a:rect l="l" t="t" r="r" b="b"/>
              <a:pathLst>
                <a:path w="4492" h="1317" extrusionOk="0">
                  <a:moveTo>
                    <a:pt x="4492" y="1032"/>
                  </a:moveTo>
                  <a:lnTo>
                    <a:pt x="3299" y="173"/>
                  </a:lnTo>
                  <a:lnTo>
                    <a:pt x="1971" y="0"/>
                  </a:lnTo>
                  <a:lnTo>
                    <a:pt x="562" y="661"/>
                  </a:lnTo>
                  <a:lnTo>
                    <a:pt x="0" y="1087"/>
                  </a:lnTo>
                  <a:lnTo>
                    <a:pt x="3281" y="1316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3">
              <a:extLst>
                <a:ext uri="{FF2B5EF4-FFF2-40B4-BE49-F238E27FC236}">
                  <a16:creationId xmlns:a16="http://schemas.microsoft.com/office/drawing/2014/main" id="{7A73BDFC-2579-1C5B-38B8-156808DC5269}"/>
                </a:ext>
              </a:extLst>
            </p:cNvPr>
            <p:cNvSpPr/>
            <p:nvPr/>
          </p:nvSpPr>
          <p:spPr>
            <a:xfrm flipH="1">
              <a:off x="6778218" y="4214102"/>
              <a:ext cx="215004" cy="65025"/>
            </a:xfrm>
            <a:custGeom>
              <a:avLst/>
              <a:gdLst/>
              <a:ahLst/>
              <a:cxnLst/>
              <a:rect l="l" t="t" r="r" b="b"/>
              <a:pathLst>
                <a:path w="3108" h="940" extrusionOk="0">
                  <a:moveTo>
                    <a:pt x="2898" y="939"/>
                  </a:moveTo>
                  <a:lnTo>
                    <a:pt x="0" y="741"/>
                  </a:lnTo>
                  <a:lnTo>
                    <a:pt x="674" y="105"/>
                  </a:lnTo>
                  <a:lnTo>
                    <a:pt x="1699" y="0"/>
                  </a:lnTo>
                  <a:lnTo>
                    <a:pt x="2410" y="192"/>
                  </a:lnTo>
                  <a:lnTo>
                    <a:pt x="3108" y="896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3">
              <a:extLst>
                <a:ext uri="{FF2B5EF4-FFF2-40B4-BE49-F238E27FC236}">
                  <a16:creationId xmlns:a16="http://schemas.microsoft.com/office/drawing/2014/main" id="{DB7323CE-CD6C-87F5-5FA5-510762FC70C6}"/>
                </a:ext>
              </a:extLst>
            </p:cNvPr>
            <p:cNvSpPr/>
            <p:nvPr/>
          </p:nvSpPr>
          <p:spPr>
            <a:xfrm flipH="1">
              <a:off x="7838035" y="3822152"/>
              <a:ext cx="1327585" cy="414220"/>
            </a:xfrm>
            <a:custGeom>
              <a:avLst/>
              <a:gdLst/>
              <a:ahLst/>
              <a:cxnLst/>
              <a:rect l="l" t="t" r="r" b="b"/>
              <a:pathLst>
                <a:path w="19191" h="5988" extrusionOk="0">
                  <a:moveTo>
                    <a:pt x="17979" y="3473"/>
                  </a:moveTo>
                  <a:cubicBezTo>
                    <a:pt x="17948" y="3325"/>
                    <a:pt x="17800" y="3232"/>
                    <a:pt x="17652" y="3263"/>
                  </a:cubicBezTo>
                  <a:lnTo>
                    <a:pt x="17442" y="2311"/>
                  </a:lnTo>
                  <a:lnTo>
                    <a:pt x="19190" y="1941"/>
                  </a:lnTo>
                  <a:lnTo>
                    <a:pt x="18955" y="1292"/>
                  </a:lnTo>
                  <a:lnTo>
                    <a:pt x="17293" y="1663"/>
                  </a:lnTo>
                  <a:lnTo>
                    <a:pt x="17102" y="779"/>
                  </a:lnTo>
                  <a:cubicBezTo>
                    <a:pt x="17250" y="748"/>
                    <a:pt x="17343" y="600"/>
                    <a:pt x="17312" y="452"/>
                  </a:cubicBezTo>
                  <a:lnTo>
                    <a:pt x="17306" y="408"/>
                  </a:lnTo>
                  <a:cubicBezTo>
                    <a:pt x="17275" y="260"/>
                    <a:pt x="17127" y="168"/>
                    <a:pt x="16978" y="198"/>
                  </a:cubicBezTo>
                  <a:lnTo>
                    <a:pt x="16935" y="1"/>
                  </a:lnTo>
                  <a:lnTo>
                    <a:pt x="16639" y="62"/>
                  </a:lnTo>
                  <a:lnTo>
                    <a:pt x="17003" y="1743"/>
                  </a:lnTo>
                  <a:lnTo>
                    <a:pt x="15940" y="1978"/>
                  </a:lnTo>
                  <a:lnTo>
                    <a:pt x="15737" y="1070"/>
                  </a:lnTo>
                  <a:cubicBezTo>
                    <a:pt x="15885" y="1039"/>
                    <a:pt x="15977" y="890"/>
                    <a:pt x="15947" y="742"/>
                  </a:cubicBezTo>
                  <a:lnTo>
                    <a:pt x="15940" y="699"/>
                  </a:lnTo>
                  <a:cubicBezTo>
                    <a:pt x="15910" y="551"/>
                    <a:pt x="15761" y="458"/>
                    <a:pt x="15613" y="489"/>
                  </a:cubicBezTo>
                  <a:lnTo>
                    <a:pt x="15570" y="297"/>
                  </a:lnTo>
                  <a:lnTo>
                    <a:pt x="15273" y="359"/>
                  </a:lnTo>
                  <a:lnTo>
                    <a:pt x="15644" y="2052"/>
                  </a:lnTo>
                  <a:lnTo>
                    <a:pt x="1" y="5542"/>
                  </a:lnTo>
                  <a:lnTo>
                    <a:pt x="199" y="5987"/>
                  </a:lnTo>
                  <a:lnTo>
                    <a:pt x="15774" y="2682"/>
                  </a:lnTo>
                  <a:lnTo>
                    <a:pt x="16138" y="4338"/>
                  </a:lnTo>
                  <a:lnTo>
                    <a:pt x="16435" y="4276"/>
                  </a:lnTo>
                  <a:lnTo>
                    <a:pt x="16410" y="4152"/>
                  </a:lnTo>
                  <a:cubicBezTo>
                    <a:pt x="16558" y="4121"/>
                    <a:pt x="16651" y="3973"/>
                    <a:pt x="16620" y="3825"/>
                  </a:cubicBezTo>
                  <a:lnTo>
                    <a:pt x="16608" y="3782"/>
                  </a:lnTo>
                  <a:cubicBezTo>
                    <a:pt x="16577" y="3633"/>
                    <a:pt x="16435" y="3541"/>
                    <a:pt x="16286" y="3572"/>
                  </a:cubicBezTo>
                  <a:lnTo>
                    <a:pt x="16076" y="2626"/>
                  </a:lnTo>
                  <a:lnTo>
                    <a:pt x="17151" y="2404"/>
                  </a:lnTo>
                  <a:lnTo>
                    <a:pt x="17516" y="4066"/>
                  </a:lnTo>
                  <a:lnTo>
                    <a:pt x="17806" y="4004"/>
                  </a:lnTo>
                  <a:lnTo>
                    <a:pt x="17781" y="3881"/>
                  </a:lnTo>
                  <a:cubicBezTo>
                    <a:pt x="17930" y="3850"/>
                    <a:pt x="18022" y="3701"/>
                    <a:pt x="17992" y="3553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3">
              <a:extLst>
                <a:ext uri="{FF2B5EF4-FFF2-40B4-BE49-F238E27FC236}">
                  <a16:creationId xmlns:a16="http://schemas.microsoft.com/office/drawing/2014/main" id="{94F7C8D6-EC57-E952-098B-EFD9E529A0F9}"/>
                </a:ext>
              </a:extLst>
            </p:cNvPr>
            <p:cNvSpPr/>
            <p:nvPr/>
          </p:nvSpPr>
          <p:spPr>
            <a:xfrm flipH="1">
              <a:off x="7046600" y="3877701"/>
              <a:ext cx="1082213" cy="603137"/>
            </a:xfrm>
            <a:custGeom>
              <a:avLst/>
              <a:gdLst/>
              <a:ahLst/>
              <a:cxnLst/>
              <a:rect l="l" t="t" r="r" b="b"/>
              <a:pathLst>
                <a:path w="15644" h="8719" extrusionOk="0">
                  <a:moveTo>
                    <a:pt x="4023" y="3949"/>
                  </a:moveTo>
                  <a:cubicBezTo>
                    <a:pt x="4789" y="4258"/>
                    <a:pt x="5629" y="4307"/>
                    <a:pt x="6377" y="4671"/>
                  </a:cubicBezTo>
                  <a:cubicBezTo>
                    <a:pt x="6760" y="4857"/>
                    <a:pt x="7087" y="5110"/>
                    <a:pt x="7446" y="5339"/>
                  </a:cubicBezTo>
                  <a:cubicBezTo>
                    <a:pt x="7767" y="5549"/>
                    <a:pt x="8107" y="5722"/>
                    <a:pt x="8477" y="5827"/>
                  </a:cubicBezTo>
                  <a:cubicBezTo>
                    <a:pt x="9268" y="6049"/>
                    <a:pt x="10102" y="6012"/>
                    <a:pt x="10905" y="5919"/>
                  </a:cubicBezTo>
                  <a:cubicBezTo>
                    <a:pt x="11949" y="5796"/>
                    <a:pt x="12987" y="5586"/>
                    <a:pt x="14038" y="5734"/>
                  </a:cubicBezTo>
                  <a:cubicBezTo>
                    <a:pt x="14062" y="5734"/>
                    <a:pt x="14081" y="5697"/>
                    <a:pt x="14050" y="5697"/>
                  </a:cubicBezTo>
                  <a:cubicBezTo>
                    <a:pt x="12332" y="5450"/>
                    <a:pt x="10640" y="6160"/>
                    <a:pt x="8935" y="5882"/>
                  </a:cubicBezTo>
                  <a:cubicBezTo>
                    <a:pt x="8533" y="5814"/>
                    <a:pt x="8138" y="5691"/>
                    <a:pt x="7779" y="5487"/>
                  </a:cubicBezTo>
                  <a:cubicBezTo>
                    <a:pt x="7421" y="5295"/>
                    <a:pt x="7106" y="5042"/>
                    <a:pt x="6766" y="4832"/>
                  </a:cubicBezTo>
                  <a:cubicBezTo>
                    <a:pt x="6093" y="4412"/>
                    <a:pt x="5327" y="4288"/>
                    <a:pt x="4579" y="4085"/>
                  </a:cubicBezTo>
                  <a:cubicBezTo>
                    <a:pt x="3807" y="3875"/>
                    <a:pt x="2973" y="3485"/>
                    <a:pt x="2664" y="2682"/>
                  </a:cubicBezTo>
                  <a:cubicBezTo>
                    <a:pt x="2664" y="2676"/>
                    <a:pt x="2651" y="2676"/>
                    <a:pt x="2658" y="2682"/>
                  </a:cubicBezTo>
                  <a:cubicBezTo>
                    <a:pt x="2868" y="3318"/>
                    <a:pt x="3436" y="3720"/>
                    <a:pt x="4023" y="3949"/>
                  </a:cubicBezTo>
                  <a:close/>
                  <a:moveTo>
                    <a:pt x="15613" y="6840"/>
                  </a:moveTo>
                  <a:cubicBezTo>
                    <a:pt x="14532" y="7124"/>
                    <a:pt x="13426" y="6784"/>
                    <a:pt x="12339" y="6723"/>
                  </a:cubicBezTo>
                  <a:cubicBezTo>
                    <a:pt x="11239" y="6661"/>
                    <a:pt x="10195" y="7062"/>
                    <a:pt x="9095" y="7124"/>
                  </a:cubicBezTo>
                  <a:cubicBezTo>
                    <a:pt x="8551" y="7155"/>
                    <a:pt x="7995" y="7087"/>
                    <a:pt x="7507" y="6834"/>
                  </a:cubicBezTo>
                  <a:cubicBezTo>
                    <a:pt x="7075" y="6599"/>
                    <a:pt x="6729" y="6259"/>
                    <a:pt x="6389" y="5919"/>
                  </a:cubicBezTo>
                  <a:cubicBezTo>
                    <a:pt x="5691" y="5240"/>
                    <a:pt x="4919" y="4678"/>
                    <a:pt x="4017" y="4307"/>
                  </a:cubicBezTo>
                  <a:cubicBezTo>
                    <a:pt x="3547" y="4115"/>
                    <a:pt x="3053" y="4004"/>
                    <a:pt x="2571" y="3856"/>
                  </a:cubicBezTo>
                  <a:cubicBezTo>
                    <a:pt x="2077" y="3702"/>
                    <a:pt x="1589" y="3498"/>
                    <a:pt x="1274" y="3078"/>
                  </a:cubicBezTo>
                  <a:cubicBezTo>
                    <a:pt x="1261" y="3053"/>
                    <a:pt x="1218" y="3078"/>
                    <a:pt x="1237" y="3102"/>
                  </a:cubicBezTo>
                  <a:lnTo>
                    <a:pt x="1237" y="3102"/>
                  </a:lnTo>
                  <a:cubicBezTo>
                    <a:pt x="1230" y="3102"/>
                    <a:pt x="1218" y="3108"/>
                    <a:pt x="1218" y="3115"/>
                  </a:cubicBezTo>
                  <a:cubicBezTo>
                    <a:pt x="1187" y="3887"/>
                    <a:pt x="1181" y="4801"/>
                    <a:pt x="1799" y="5363"/>
                  </a:cubicBezTo>
                  <a:cubicBezTo>
                    <a:pt x="2342" y="5852"/>
                    <a:pt x="3115" y="5907"/>
                    <a:pt x="3794" y="6049"/>
                  </a:cubicBezTo>
                  <a:cubicBezTo>
                    <a:pt x="4171" y="6130"/>
                    <a:pt x="4548" y="6235"/>
                    <a:pt x="4876" y="6451"/>
                  </a:cubicBezTo>
                  <a:cubicBezTo>
                    <a:pt x="5234" y="6692"/>
                    <a:pt x="5493" y="7062"/>
                    <a:pt x="5784" y="7377"/>
                  </a:cubicBezTo>
                  <a:cubicBezTo>
                    <a:pt x="6068" y="7686"/>
                    <a:pt x="6395" y="7903"/>
                    <a:pt x="6803" y="7995"/>
                  </a:cubicBezTo>
                  <a:cubicBezTo>
                    <a:pt x="7260" y="8107"/>
                    <a:pt x="7736" y="8088"/>
                    <a:pt x="8212" y="8113"/>
                  </a:cubicBezTo>
                  <a:cubicBezTo>
                    <a:pt x="8817" y="8144"/>
                    <a:pt x="9423" y="8212"/>
                    <a:pt x="10022" y="8317"/>
                  </a:cubicBezTo>
                  <a:cubicBezTo>
                    <a:pt x="10621" y="8415"/>
                    <a:pt x="11196" y="8576"/>
                    <a:pt x="11783" y="8706"/>
                  </a:cubicBezTo>
                  <a:cubicBezTo>
                    <a:pt x="11801" y="8718"/>
                    <a:pt x="11807" y="8687"/>
                    <a:pt x="11789" y="8675"/>
                  </a:cubicBezTo>
                  <a:cubicBezTo>
                    <a:pt x="11307" y="8514"/>
                    <a:pt x="10788" y="8415"/>
                    <a:pt x="10288" y="8329"/>
                  </a:cubicBezTo>
                  <a:cubicBezTo>
                    <a:pt x="9806" y="8242"/>
                    <a:pt x="9318" y="8174"/>
                    <a:pt x="8836" y="8131"/>
                  </a:cubicBezTo>
                  <a:cubicBezTo>
                    <a:pt x="8341" y="8082"/>
                    <a:pt x="7853" y="8076"/>
                    <a:pt x="7359" y="8039"/>
                  </a:cubicBezTo>
                  <a:cubicBezTo>
                    <a:pt x="6883" y="7995"/>
                    <a:pt x="6420" y="7896"/>
                    <a:pt x="6037" y="7575"/>
                  </a:cubicBezTo>
                  <a:cubicBezTo>
                    <a:pt x="5728" y="7303"/>
                    <a:pt x="5499" y="6957"/>
                    <a:pt x="5203" y="6667"/>
                  </a:cubicBezTo>
                  <a:cubicBezTo>
                    <a:pt x="4950" y="6420"/>
                    <a:pt x="4647" y="6253"/>
                    <a:pt x="4307" y="6142"/>
                  </a:cubicBezTo>
                  <a:cubicBezTo>
                    <a:pt x="3621" y="5919"/>
                    <a:pt x="2849" y="5926"/>
                    <a:pt x="2194" y="5598"/>
                  </a:cubicBezTo>
                  <a:cubicBezTo>
                    <a:pt x="1774" y="5382"/>
                    <a:pt x="1484" y="5024"/>
                    <a:pt x="1354" y="4579"/>
                  </a:cubicBezTo>
                  <a:cubicBezTo>
                    <a:pt x="1212" y="4115"/>
                    <a:pt x="1230" y="3621"/>
                    <a:pt x="1243" y="3133"/>
                  </a:cubicBezTo>
                  <a:cubicBezTo>
                    <a:pt x="1774" y="3807"/>
                    <a:pt x="2695" y="3930"/>
                    <a:pt x="3467" y="4165"/>
                  </a:cubicBezTo>
                  <a:cubicBezTo>
                    <a:pt x="4480" y="4486"/>
                    <a:pt x="5388" y="5042"/>
                    <a:pt x="6154" y="5765"/>
                  </a:cubicBezTo>
                  <a:cubicBezTo>
                    <a:pt x="6494" y="6092"/>
                    <a:pt x="6815" y="6438"/>
                    <a:pt x="7211" y="6710"/>
                  </a:cubicBezTo>
                  <a:cubicBezTo>
                    <a:pt x="7619" y="6988"/>
                    <a:pt x="8094" y="7130"/>
                    <a:pt x="8589" y="7174"/>
                  </a:cubicBezTo>
                  <a:cubicBezTo>
                    <a:pt x="9719" y="7248"/>
                    <a:pt x="10794" y="6791"/>
                    <a:pt x="11925" y="6772"/>
                  </a:cubicBezTo>
                  <a:cubicBezTo>
                    <a:pt x="13160" y="6741"/>
                    <a:pt x="14396" y="7211"/>
                    <a:pt x="15625" y="6877"/>
                  </a:cubicBezTo>
                  <a:cubicBezTo>
                    <a:pt x="15644" y="6871"/>
                    <a:pt x="15638" y="6840"/>
                    <a:pt x="15613" y="6840"/>
                  </a:cubicBezTo>
                  <a:close/>
                  <a:moveTo>
                    <a:pt x="928" y="5394"/>
                  </a:moveTo>
                  <a:cubicBezTo>
                    <a:pt x="693" y="4968"/>
                    <a:pt x="582" y="4517"/>
                    <a:pt x="600" y="4029"/>
                  </a:cubicBezTo>
                  <a:cubicBezTo>
                    <a:pt x="619" y="3782"/>
                    <a:pt x="650" y="3535"/>
                    <a:pt x="650" y="3288"/>
                  </a:cubicBezTo>
                  <a:cubicBezTo>
                    <a:pt x="650" y="3053"/>
                    <a:pt x="619" y="2824"/>
                    <a:pt x="563" y="2589"/>
                  </a:cubicBezTo>
                  <a:cubicBezTo>
                    <a:pt x="452" y="2132"/>
                    <a:pt x="285" y="1694"/>
                    <a:pt x="254" y="1230"/>
                  </a:cubicBezTo>
                  <a:cubicBezTo>
                    <a:pt x="230" y="785"/>
                    <a:pt x="341" y="304"/>
                    <a:pt x="705" y="19"/>
                  </a:cubicBezTo>
                  <a:cubicBezTo>
                    <a:pt x="711" y="13"/>
                    <a:pt x="705" y="1"/>
                    <a:pt x="693" y="1"/>
                  </a:cubicBezTo>
                  <a:cubicBezTo>
                    <a:pt x="1" y="514"/>
                    <a:pt x="211" y="1477"/>
                    <a:pt x="403" y="2182"/>
                  </a:cubicBezTo>
                  <a:cubicBezTo>
                    <a:pt x="477" y="2454"/>
                    <a:pt x="557" y="2732"/>
                    <a:pt x="588" y="3016"/>
                  </a:cubicBezTo>
                  <a:cubicBezTo>
                    <a:pt x="619" y="3288"/>
                    <a:pt x="588" y="3566"/>
                    <a:pt x="569" y="3831"/>
                  </a:cubicBezTo>
                  <a:cubicBezTo>
                    <a:pt x="532" y="4313"/>
                    <a:pt x="582" y="4752"/>
                    <a:pt x="779" y="5190"/>
                  </a:cubicBezTo>
                  <a:cubicBezTo>
                    <a:pt x="996" y="5672"/>
                    <a:pt x="1329" y="6111"/>
                    <a:pt x="1681" y="6506"/>
                  </a:cubicBezTo>
                  <a:cubicBezTo>
                    <a:pt x="1694" y="6513"/>
                    <a:pt x="1706" y="6506"/>
                    <a:pt x="1700" y="6488"/>
                  </a:cubicBezTo>
                  <a:cubicBezTo>
                    <a:pt x="1434" y="6136"/>
                    <a:pt x="1144" y="5790"/>
                    <a:pt x="928" y="5394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3">
              <a:extLst>
                <a:ext uri="{FF2B5EF4-FFF2-40B4-BE49-F238E27FC236}">
                  <a16:creationId xmlns:a16="http://schemas.microsoft.com/office/drawing/2014/main" id="{A9BBCA4F-3FE9-D0F6-7ED8-E9400ABCCCBC}"/>
                </a:ext>
              </a:extLst>
            </p:cNvPr>
            <p:cNvSpPr/>
            <p:nvPr/>
          </p:nvSpPr>
          <p:spPr>
            <a:xfrm flipH="1">
              <a:off x="5012702" y="3575126"/>
              <a:ext cx="656079" cy="688153"/>
            </a:xfrm>
            <a:custGeom>
              <a:avLst/>
              <a:gdLst/>
              <a:ahLst/>
              <a:cxnLst/>
              <a:rect l="l" t="t" r="r" b="b"/>
              <a:pathLst>
                <a:path w="9484" h="9948" extrusionOk="0">
                  <a:moveTo>
                    <a:pt x="3707" y="8934"/>
                  </a:moveTo>
                  <a:cubicBezTo>
                    <a:pt x="3392" y="8718"/>
                    <a:pt x="3089" y="8477"/>
                    <a:pt x="2799" y="8230"/>
                  </a:cubicBezTo>
                  <a:cubicBezTo>
                    <a:pt x="2657" y="8119"/>
                    <a:pt x="2521" y="7995"/>
                    <a:pt x="2379" y="7878"/>
                  </a:cubicBezTo>
                  <a:cubicBezTo>
                    <a:pt x="2292" y="7798"/>
                    <a:pt x="2200" y="7730"/>
                    <a:pt x="2125" y="7643"/>
                  </a:cubicBezTo>
                  <a:cubicBezTo>
                    <a:pt x="2323" y="7192"/>
                    <a:pt x="2614" y="6735"/>
                    <a:pt x="2403" y="6247"/>
                  </a:cubicBezTo>
                  <a:lnTo>
                    <a:pt x="2354" y="6154"/>
                  </a:lnTo>
                  <a:cubicBezTo>
                    <a:pt x="2539" y="5919"/>
                    <a:pt x="2719" y="5691"/>
                    <a:pt x="2836" y="5413"/>
                  </a:cubicBezTo>
                  <a:cubicBezTo>
                    <a:pt x="2966" y="5110"/>
                    <a:pt x="3034" y="4776"/>
                    <a:pt x="2966" y="4449"/>
                  </a:cubicBezTo>
                  <a:cubicBezTo>
                    <a:pt x="2885" y="4066"/>
                    <a:pt x="2669" y="3739"/>
                    <a:pt x="2595" y="3355"/>
                  </a:cubicBezTo>
                  <a:cubicBezTo>
                    <a:pt x="2416" y="2540"/>
                    <a:pt x="2533" y="1675"/>
                    <a:pt x="2163" y="909"/>
                  </a:cubicBezTo>
                  <a:cubicBezTo>
                    <a:pt x="2156" y="897"/>
                    <a:pt x="2125" y="909"/>
                    <a:pt x="2138" y="927"/>
                  </a:cubicBezTo>
                  <a:cubicBezTo>
                    <a:pt x="2471" y="1669"/>
                    <a:pt x="2379" y="2491"/>
                    <a:pt x="2527" y="3275"/>
                  </a:cubicBezTo>
                  <a:cubicBezTo>
                    <a:pt x="2564" y="3461"/>
                    <a:pt x="2607" y="3633"/>
                    <a:pt x="2681" y="3813"/>
                  </a:cubicBezTo>
                  <a:cubicBezTo>
                    <a:pt x="2756" y="4017"/>
                    <a:pt x="2854" y="4208"/>
                    <a:pt x="2910" y="4406"/>
                  </a:cubicBezTo>
                  <a:cubicBezTo>
                    <a:pt x="3021" y="4826"/>
                    <a:pt x="2898" y="5252"/>
                    <a:pt x="2688" y="5610"/>
                  </a:cubicBezTo>
                  <a:cubicBezTo>
                    <a:pt x="2589" y="5790"/>
                    <a:pt x="2465" y="5950"/>
                    <a:pt x="2329" y="6105"/>
                  </a:cubicBezTo>
                  <a:cubicBezTo>
                    <a:pt x="2200" y="5876"/>
                    <a:pt x="1990" y="5691"/>
                    <a:pt x="1835" y="5475"/>
                  </a:cubicBezTo>
                  <a:cubicBezTo>
                    <a:pt x="1631" y="5172"/>
                    <a:pt x="1582" y="4832"/>
                    <a:pt x="1613" y="4480"/>
                  </a:cubicBezTo>
                  <a:cubicBezTo>
                    <a:pt x="1668" y="3868"/>
                    <a:pt x="1928" y="3182"/>
                    <a:pt x="1619" y="2596"/>
                  </a:cubicBezTo>
                  <a:cubicBezTo>
                    <a:pt x="1434" y="2243"/>
                    <a:pt x="1094" y="2021"/>
                    <a:pt x="803" y="1768"/>
                  </a:cubicBezTo>
                  <a:cubicBezTo>
                    <a:pt x="476" y="1484"/>
                    <a:pt x="148" y="1008"/>
                    <a:pt x="346" y="563"/>
                  </a:cubicBezTo>
                  <a:cubicBezTo>
                    <a:pt x="346" y="563"/>
                    <a:pt x="346" y="557"/>
                    <a:pt x="340" y="563"/>
                  </a:cubicBezTo>
                  <a:cubicBezTo>
                    <a:pt x="0" y="1267"/>
                    <a:pt x="810" y="1792"/>
                    <a:pt x="1242" y="2194"/>
                  </a:cubicBezTo>
                  <a:cubicBezTo>
                    <a:pt x="1545" y="2478"/>
                    <a:pt x="1724" y="2799"/>
                    <a:pt x="1724" y="3220"/>
                  </a:cubicBezTo>
                  <a:cubicBezTo>
                    <a:pt x="1730" y="3584"/>
                    <a:pt x="1637" y="3942"/>
                    <a:pt x="1582" y="4301"/>
                  </a:cubicBezTo>
                  <a:cubicBezTo>
                    <a:pt x="1539" y="4622"/>
                    <a:pt x="1520" y="4962"/>
                    <a:pt x="1662" y="5271"/>
                  </a:cubicBezTo>
                  <a:cubicBezTo>
                    <a:pt x="1798" y="5580"/>
                    <a:pt x="2064" y="5796"/>
                    <a:pt x="2249" y="6074"/>
                  </a:cubicBezTo>
                  <a:cubicBezTo>
                    <a:pt x="2261" y="6099"/>
                    <a:pt x="2280" y="6123"/>
                    <a:pt x="2286" y="6148"/>
                  </a:cubicBezTo>
                  <a:cubicBezTo>
                    <a:pt x="2187" y="6278"/>
                    <a:pt x="2082" y="6401"/>
                    <a:pt x="2002" y="6537"/>
                  </a:cubicBezTo>
                  <a:cubicBezTo>
                    <a:pt x="1835" y="6803"/>
                    <a:pt x="1730" y="7112"/>
                    <a:pt x="1878" y="7402"/>
                  </a:cubicBezTo>
                  <a:cubicBezTo>
                    <a:pt x="1922" y="7489"/>
                    <a:pt x="1977" y="7575"/>
                    <a:pt x="2045" y="7643"/>
                  </a:cubicBezTo>
                  <a:cubicBezTo>
                    <a:pt x="1983" y="7791"/>
                    <a:pt x="1928" y="7946"/>
                    <a:pt x="1897" y="8100"/>
                  </a:cubicBezTo>
                  <a:cubicBezTo>
                    <a:pt x="1736" y="9021"/>
                    <a:pt x="2638" y="9589"/>
                    <a:pt x="3343" y="9935"/>
                  </a:cubicBezTo>
                  <a:cubicBezTo>
                    <a:pt x="3349" y="9947"/>
                    <a:pt x="3367" y="9929"/>
                    <a:pt x="3349" y="9923"/>
                  </a:cubicBezTo>
                  <a:cubicBezTo>
                    <a:pt x="2978" y="9713"/>
                    <a:pt x="2595" y="9521"/>
                    <a:pt x="2298" y="9194"/>
                  </a:cubicBezTo>
                  <a:cubicBezTo>
                    <a:pt x="2014" y="8879"/>
                    <a:pt x="1847" y="8471"/>
                    <a:pt x="1946" y="8045"/>
                  </a:cubicBezTo>
                  <a:cubicBezTo>
                    <a:pt x="1977" y="7921"/>
                    <a:pt x="2020" y="7798"/>
                    <a:pt x="2070" y="7674"/>
                  </a:cubicBezTo>
                  <a:cubicBezTo>
                    <a:pt x="2237" y="7853"/>
                    <a:pt x="2447" y="8001"/>
                    <a:pt x="2626" y="8143"/>
                  </a:cubicBezTo>
                  <a:cubicBezTo>
                    <a:pt x="2904" y="8378"/>
                    <a:pt x="3188" y="8601"/>
                    <a:pt x="3485" y="8817"/>
                  </a:cubicBezTo>
                  <a:cubicBezTo>
                    <a:pt x="4164" y="9305"/>
                    <a:pt x="4912" y="9700"/>
                    <a:pt x="5740" y="9824"/>
                  </a:cubicBezTo>
                  <a:cubicBezTo>
                    <a:pt x="5746" y="9824"/>
                    <a:pt x="5752" y="9805"/>
                    <a:pt x="5746" y="9805"/>
                  </a:cubicBezTo>
                  <a:cubicBezTo>
                    <a:pt x="5023" y="9700"/>
                    <a:pt x="4331" y="9367"/>
                    <a:pt x="3707" y="8934"/>
                  </a:cubicBezTo>
                  <a:close/>
                  <a:moveTo>
                    <a:pt x="9459" y="5759"/>
                  </a:moveTo>
                  <a:cubicBezTo>
                    <a:pt x="8761" y="5604"/>
                    <a:pt x="8050" y="5505"/>
                    <a:pt x="7352" y="5308"/>
                  </a:cubicBezTo>
                  <a:cubicBezTo>
                    <a:pt x="6710" y="5122"/>
                    <a:pt x="6086" y="4881"/>
                    <a:pt x="5523" y="4523"/>
                  </a:cubicBezTo>
                  <a:cubicBezTo>
                    <a:pt x="4998" y="4196"/>
                    <a:pt x="4529" y="3776"/>
                    <a:pt x="4177" y="3257"/>
                  </a:cubicBezTo>
                  <a:cubicBezTo>
                    <a:pt x="4010" y="3003"/>
                    <a:pt x="3868" y="2725"/>
                    <a:pt x="3769" y="2441"/>
                  </a:cubicBezTo>
                  <a:cubicBezTo>
                    <a:pt x="3651" y="2108"/>
                    <a:pt x="3583" y="1762"/>
                    <a:pt x="3491" y="1422"/>
                  </a:cubicBezTo>
                  <a:cubicBezTo>
                    <a:pt x="3324" y="841"/>
                    <a:pt x="3021" y="223"/>
                    <a:pt x="2410" y="7"/>
                  </a:cubicBezTo>
                  <a:cubicBezTo>
                    <a:pt x="2397" y="1"/>
                    <a:pt x="2385" y="25"/>
                    <a:pt x="2403" y="32"/>
                  </a:cubicBezTo>
                  <a:cubicBezTo>
                    <a:pt x="3058" y="279"/>
                    <a:pt x="3330" y="971"/>
                    <a:pt x="3491" y="1595"/>
                  </a:cubicBezTo>
                  <a:cubicBezTo>
                    <a:pt x="3645" y="2213"/>
                    <a:pt x="3800" y="2793"/>
                    <a:pt x="4164" y="3325"/>
                  </a:cubicBezTo>
                  <a:cubicBezTo>
                    <a:pt x="4850" y="4313"/>
                    <a:pt x="5944" y="4919"/>
                    <a:pt x="7074" y="5283"/>
                  </a:cubicBezTo>
                  <a:cubicBezTo>
                    <a:pt x="7840" y="5518"/>
                    <a:pt x="8650" y="5697"/>
                    <a:pt x="9447" y="5808"/>
                  </a:cubicBezTo>
                  <a:cubicBezTo>
                    <a:pt x="9477" y="5802"/>
                    <a:pt x="9484" y="5771"/>
                    <a:pt x="9459" y="5759"/>
                  </a:cubicBezTo>
                  <a:close/>
                  <a:moveTo>
                    <a:pt x="2088" y="7544"/>
                  </a:moveTo>
                  <a:cubicBezTo>
                    <a:pt x="2088" y="7544"/>
                    <a:pt x="1909" y="7396"/>
                    <a:pt x="1891" y="7143"/>
                  </a:cubicBezTo>
                  <a:cubicBezTo>
                    <a:pt x="1878" y="6889"/>
                    <a:pt x="2336" y="6234"/>
                    <a:pt x="2336" y="6234"/>
                  </a:cubicBezTo>
                  <a:cubicBezTo>
                    <a:pt x="2336" y="6234"/>
                    <a:pt x="2490" y="6488"/>
                    <a:pt x="2410" y="6772"/>
                  </a:cubicBezTo>
                  <a:cubicBezTo>
                    <a:pt x="2336" y="7056"/>
                    <a:pt x="2088" y="7544"/>
                    <a:pt x="2088" y="754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3">
              <a:extLst>
                <a:ext uri="{FF2B5EF4-FFF2-40B4-BE49-F238E27FC236}">
                  <a16:creationId xmlns:a16="http://schemas.microsoft.com/office/drawing/2014/main" id="{306A16C2-1233-C1EA-C196-8E805A530976}"/>
                </a:ext>
              </a:extLst>
            </p:cNvPr>
            <p:cNvSpPr/>
            <p:nvPr/>
          </p:nvSpPr>
          <p:spPr>
            <a:xfrm flipH="1">
              <a:off x="5485806" y="3478142"/>
              <a:ext cx="224481" cy="847117"/>
            </a:xfrm>
            <a:custGeom>
              <a:avLst/>
              <a:gdLst/>
              <a:ahLst/>
              <a:cxnLst/>
              <a:rect l="l" t="t" r="r" b="b"/>
              <a:pathLst>
                <a:path w="3245" h="12246" extrusionOk="0">
                  <a:moveTo>
                    <a:pt x="2966" y="1100"/>
                  </a:moveTo>
                  <a:cubicBezTo>
                    <a:pt x="2874" y="1082"/>
                    <a:pt x="2781" y="1149"/>
                    <a:pt x="2763" y="1248"/>
                  </a:cubicBezTo>
                  <a:lnTo>
                    <a:pt x="2151" y="1149"/>
                  </a:lnTo>
                  <a:lnTo>
                    <a:pt x="2336" y="19"/>
                  </a:lnTo>
                  <a:lnTo>
                    <a:pt x="1898" y="0"/>
                  </a:lnTo>
                  <a:lnTo>
                    <a:pt x="1731" y="1075"/>
                  </a:lnTo>
                  <a:lnTo>
                    <a:pt x="1156" y="983"/>
                  </a:lnTo>
                  <a:cubicBezTo>
                    <a:pt x="1175" y="890"/>
                    <a:pt x="1113" y="797"/>
                    <a:pt x="1008" y="785"/>
                  </a:cubicBezTo>
                  <a:lnTo>
                    <a:pt x="977" y="773"/>
                  </a:lnTo>
                  <a:cubicBezTo>
                    <a:pt x="884" y="760"/>
                    <a:pt x="792" y="822"/>
                    <a:pt x="779" y="921"/>
                  </a:cubicBezTo>
                  <a:lnTo>
                    <a:pt x="656" y="896"/>
                  </a:lnTo>
                  <a:lnTo>
                    <a:pt x="625" y="1082"/>
                  </a:lnTo>
                  <a:lnTo>
                    <a:pt x="1706" y="1261"/>
                  </a:lnTo>
                  <a:lnTo>
                    <a:pt x="1595" y="1946"/>
                  </a:lnTo>
                  <a:lnTo>
                    <a:pt x="1008" y="1854"/>
                  </a:lnTo>
                  <a:cubicBezTo>
                    <a:pt x="1026" y="1761"/>
                    <a:pt x="965" y="1668"/>
                    <a:pt x="866" y="1656"/>
                  </a:cubicBezTo>
                  <a:lnTo>
                    <a:pt x="835" y="1650"/>
                  </a:lnTo>
                  <a:cubicBezTo>
                    <a:pt x="742" y="1631"/>
                    <a:pt x="650" y="1693"/>
                    <a:pt x="631" y="1792"/>
                  </a:cubicBezTo>
                  <a:lnTo>
                    <a:pt x="508" y="1773"/>
                  </a:lnTo>
                  <a:lnTo>
                    <a:pt x="477" y="1959"/>
                  </a:lnTo>
                  <a:lnTo>
                    <a:pt x="1576" y="2132"/>
                  </a:lnTo>
                  <a:lnTo>
                    <a:pt x="1" y="12245"/>
                  </a:lnTo>
                  <a:lnTo>
                    <a:pt x="316" y="12227"/>
                  </a:lnTo>
                  <a:lnTo>
                    <a:pt x="1990" y="2194"/>
                  </a:lnTo>
                  <a:lnTo>
                    <a:pt x="3059" y="2367"/>
                  </a:lnTo>
                  <a:lnTo>
                    <a:pt x="3090" y="2181"/>
                  </a:lnTo>
                  <a:lnTo>
                    <a:pt x="3010" y="2163"/>
                  </a:lnTo>
                  <a:cubicBezTo>
                    <a:pt x="3022" y="2070"/>
                    <a:pt x="2966" y="1977"/>
                    <a:pt x="2861" y="1965"/>
                  </a:cubicBezTo>
                  <a:lnTo>
                    <a:pt x="2830" y="1959"/>
                  </a:lnTo>
                  <a:cubicBezTo>
                    <a:pt x="2738" y="1940"/>
                    <a:pt x="2645" y="2002"/>
                    <a:pt x="2633" y="2101"/>
                  </a:cubicBezTo>
                  <a:lnTo>
                    <a:pt x="2021" y="2002"/>
                  </a:lnTo>
                  <a:lnTo>
                    <a:pt x="2139" y="1316"/>
                  </a:lnTo>
                  <a:lnTo>
                    <a:pt x="3214" y="1483"/>
                  </a:lnTo>
                  <a:lnTo>
                    <a:pt x="3244" y="1298"/>
                  </a:lnTo>
                  <a:lnTo>
                    <a:pt x="3164" y="1285"/>
                  </a:lnTo>
                  <a:cubicBezTo>
                    <a:pt x="3176" y="1193"/>
                    <a:pt x="3121" y="1100"/>
                    <a:pt x="3016" y="10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3">
              <a:extLst>
                <a:ext uri="{FF2B5EF4-FFF2-40B4-BE49-F238E27FC236}">
                  <a16:creationId xmlns:a16="http://schemas.microsoft.com/office/drawing/2014/main" id="{CC9F9154-CB28-E02C-E0F0-26E55A9926B3}"/>
                </a:ext>
              </a:extLst>
            </p:cNvPr>
            <p:cNvSpPr/>
            <p:nvPr/>
          </p:nvSpPr>
          <p:spPr>
            <a:xfrm flipH="1">
              <a:off x="7483802" y="3598646"/>
              <a:ext cx="637678" cy="690297"/>
            </a:xfrm>
            <a:custGeom>
              <a:avLst/>
              <a:gdLst/>
              <a:ahLst/>
              <a:cxnLst/>
              <a:rect l="l" t="t" r="r" b="b"/>
              <a:pathLst>
                <a:path w="9218" h="9979" extrusionOk="0">
                  <a:moveTo>
                    <a:pt x="247" y="9509"/>
                  </a:moveTo>
                  <a:cubicBezTo>
                    <a:pt x="247" y="9509"/>
                    <a:pt x="0" y="9045"/>
                    <a:pt x="74" y="8415"/>
                  </a:cubicBezTo>
                  <a:cubicBezTo>
                    <a:pt x="136" y="7797"/>
                    <a:pt x="74" y="7643"/>
                    <a:pt x="445" y="7458"/>
                  </a:cubicBezTo>
                  <a:cubicBezTo>
                    <a:pt x="816" y="7272"/>
                    <a:pt x="797" y="7346"/>
                    <a:pt x="1112" y="7149"/>
                  </a:cubicBezTo>
                  <a:cubicBezTo>
                    <a:pt x="1433" y="6957"/>
                    <a:pt x="1773" y="6895"/>
                    <a:pt x="1557" y="6339"/>
                  </a:cubicBezTo>
                  <a:cubicBezTo>
                    <a:pt x="1341" y="5783"/>
                    <a:pt x="1464" y="4918"/>
                    <a:pt x="1464" y="4918"/>
                  </a:cubicBezTo>
                  <a:cubicBezTo>
                    <a:pt x="1464" y="4918"/>
                    <a:pt x="1495" y="5320"/>
                    <a:pt x="1773" y="5691"/>
                  </a:cubicBezTo>
                  <a:cubicBezTo>
                    <a:pt x="2051" y="6061"/>
                    <a:pt x="2731" y="6154"/>
                    <a:pt x="2731" y="6154"/>
                  </a:cubicBezTo>
                  <a:cubicBezTo>
                    <a:pt x="2731" y="6154"/>
                    <a:pt x="3349" y="5598"/>
                    <a:pt x="3534" y="5258"/>
                  </a:cubicBezTo>
                  <a:cubicBezTo>
                    <a:pt x="3719" y="4918"/>
                    <a:pt x="3905" y="4362"/>
                    <a:pt x="3657" y="3769"/>
                  </a:cubicBezTo>
                  <a:cubicBezTo>
                    <a:pt x="3410" y="3182"/>
                    <a:pt x="3225" y="2812"/>
                    <a:pt x="3194" y="2379"/>
                  </a:cubicBezTo>
                  <a:cubicBezTo>
                    <a:pt x="3163" y="1947"/>
                    <a:pt x="3194" y="1514"/>
                    <a:pt x="3565" y="1082"/>
                  </a:cubicBezTo>
                  <a:cubicBezTo>
                    <a:pt x="3935" y="649"/>
                    <a:pt x="4770" y="1"/>
                    <a:pt x="4770" y="1"/>
                  </a:cubicBezTo>
                  <a:lnTo>
                    <a:pt x="4213" y="1082"/>
                  </a:lnTo>
                  <a:cubicBezTo>
                    <a:pt x="4213" y="1082"/>
                    <a:pt x="3905" y="1607"/>
                    <a:pt x="4090" y="2132"/>
                  </a:cubicBezTo>
                  <a:cubicBezTo>
                    <a:pt x="4275" y="2657"/>
                    <a:pt x="4430" y="3090"/>
                    <a:pt x="4430" y="3491"/>
                  </a:cubicBezTo>
                  <a:cubicBezTo>
                    <a:pt x="4430" y="3893"/>
                    <a:pt x="4553" y="4047"/>
                    <a:pt x="4800" y="4263"/>
                  </a:cubicBezTo>
                  <a:cubicBezTo>
                    <a:pt x="5048" y="4480"/>
                    <a:pt x="5202" y="4943"/>
                    <a:pt x="5604" y="4634"/>
                  </a:cubicBezTo>
                  <a:cubicBezTo>
                    <a:pt x="6005" y="4325"/>
                    <a:pt x="6314" y="3893"/>
                    <a:pt x="6283" y="3522"/>
                  </a:cubicBezTo>
                  <a:cubicBezTo>
                    <a:pt x="6252" y="3151"/>
                    <a:pt x="5820" y="3059"/>
                    <a:pt x="5820" y="2626"/>
                  </a:cubicBezTo>
                  <a:cubicBezTo>
                    <a:pt x="5820" y="2194"/>
                    <a:pt x="6129" y="1669"/>
                    <a:pt x="6129" y="1669"/>
                  </a:cubicBezTo>
                  <a:cubicBezTo>
                    <a:pt x="6129" y="1669"/>
                    <a:pt x="5943" y="2256"/>
                    <a:pt x="6160" y="2503"/>
                  </a:cubicBezTo>
                  <a:cubicBezTo>
                    <a:pt x="6376" y="2750"/>
                    <a:pt x="6499" y="2842"/>
                    <a:pt x="6747" y="3151"/>
                  </a:cubicBezTo>
                  <a:cubicBezTo>
                    <a:pt x="6994" y="3460"/>
                    <a:pt x="7055" y="3429"/>
                    <a:pt x="7086" y="3924"/>
                  </a:cubicBezTo>
                  <a:cubicBezTo>
                    <a:pt x="7117" y="4418"/>
                    <a:pt x="7117" y="5283"/>
                    <a:pt x="7117" y="5283"/>
                  </a:cubicBezTo>
                  <a:lnTo>
                    <a:pt x="6221" y="6117"/>
                  </a:lnTo>
                  <a:lnTo>
                    <a:pt x="6098" y="7414"/>
                  </a:lnTo>
                  <a:cubicBezTo>
                    <a:pt x="6098" y="7414"/>
                    <a:pt x="6438" y="8063"/>
                    <a:pt x="6839" y="7878"/>
                  </a:cubicBezTo>
                  <a:cubicBezTo>
                    <a:pt x="7241" y="7692"/>
                    <a:pt x="7550" y="7538"/>
                    <a:pt x="7488" y="7074"/>
                  </a:cubicBezTo>
                  <a:cubicBezTo>
                    <a:pt x="7426" y="6611"/>
                    <a:pt x="7333" y="6179"/>
                    <a:pt x="7333" y="6179"/>
                  </a:cubicBezTo>
                  <a:cubicBezTo>
                    <a:pt x="7333" y="6179"/>
                    <a:pt x="7889" y="6580"/>
                    <a:pt x="7982" y="6920"/>
                  </a:cubicBezTo>
                  <a:cubicBezTo>
                    <a:pt x="8075" y="7260"/>
                    <a:pt x="7797" y="7476"/>
                    <a:pt x="7889" y="7847"/>
                  </a:cubicBezTo>
                  <a:cubicBezTo>
                    <a:pt x="7982" y="8217"/>
                    <a:pt x="7611" y="8434"/>
                    <a:pt x="8075" y="8526"/>
                  </a:cubicBezTo>
                  <a:cubicBezTo>
                    <a:pt x="8538" y="8619"/>
                    <a:pt x="8723" y="8063"/>
                    <a:pt x="8723" y="8063"/>
                  </a:cubicBezTo>
                  <a:lnTo>
                    <a:pt x="9187" y="8403"/>
                  </a:lnTo>
                  <a:lnTo>
                    <a:pt x="9218" y="9329"/>
                  </a:lnTo>
                  <a:lnTo>
                    <a:pt x="7920" y="9978"/>
                  </a:lnTo>
                  <a:cubicBezTo>
                    <a:pt x="7920" y="9978"/>
                    <a:pt x="3614" y="9824"/>
                    <a:pt x="3083" y="9824"/>
                  </a:cubicBezTo>
                  <a:cubicBezTo>
                    <a:pt x="2552" y="9824"/>
                    <a:pt x="247" y="9509"/>
                    <a:pt x="247" y="950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3">
              <a:extLst>
                <a:ext uri="{FF2B5EF4-FFF2-40B4-BE49-F238E27FC236}">
                  <a16:creationId xmlns:a16="http://schemas.microsoft.com/office/drawing/2014/main" id="{B28BE55A-433D-3A07-811C-B811562DFC61}"/>
                </a:ext>
              </a:extLst>
            </p:cNvPr>
            <p:cNvSpPr/>
            <p:nvPr/>
          </p:nvSpPr>
          <p:spPr>
            <a:xfrm flipH="1">
              <a:off x="7583360" y="3667060"/>
              <a:ext cx="76995" cy="215826"/>
            </a:xfrm>
            <a:custGeom>
              <a:avLst/>
              <a:gdLst/>
              <a:ahLst/>
              <a:cxnLst/>
              <a:rect l="l" t="t" r="r" b="b"/>
              <a:pathLst>
                <a:path w="1113" h="3120" extrusionOk="0">
                  <a:moveTo>
                    <a:pt x="247" y="0"/>
                  </a:moveTo>
                  <a:cubicBezTo>
                    <a:pt x="216" y="93"/>
                    <a:pt x="0" y="649"/>
                    <a:pt x="62" y="896"/>
                  </a:cubicBezTo>
                  <a:cubicBezTo>
                    <a:pt x="124" y="1143"/>
                    <a:pt x="402" y="1606"/>
                    <a:pt x="402" y="1606"/>
                  </a:cubicBezTo>
                  <a:lnTo>
                    <a:pt x="742" y="2224"/>
                  </a:lnTo>
                  <a:lnTo>
                    <a:pt x="865" y="3120"/>
                  </a:lnTo>
                  <a:cubicBezTo>
                    <a:pt x="865" y="3120"/>
                    <a:pt x="1112" y="2224"/>
                    <a:pt x="1050" y="1977"/>
                  </a:cubicBezTo>
                  <a:cubicBezTo>
                    <a:pt x="989" y="1730"/>
                    <a:pt x="680" y="1174"/>
                    <a:pt x="680" y="1174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3">
              <a:extLst>
                <a:ext uri="{FF2B5EF4-FFF2-40B4-BE49-F238E27FC236}">
                  <a16:creationId xmlns:a16="http://schemas.microsoft.com/office/drawing/2014/main" id="{60C5D47D-1504-C4CF-2BE7-220528197EFF}"/>
                </a:ext>
              </a:extLst>
            </p:cNvPr>
            <p:cNvSpPr/>
            <p:nvPr/>
          </p:nvSpPr>
          <p:spPr>
            <a:xfrm flipH="1">
              <a:off x="30" y="4239700"/>
              <a:ext cx="9240645" cy="1050129"/>
            </a:xfrm>
            <a:custGeom>
              <a:avLst/>
              <a:gdLst/>
              <a:ahLst/>
              <a:cxnLst/>
              <a:rect l="l" t="t" r="r" b="b"/>
              <a:pathLst>
                <a:path w="95644" h="14575" extrusionOk="0">
                  <a:moveTo>
                    <a:pt x="1" y="14575"/>
                  </a:moveTo>
                  <a:lnTo>
                    <a:pt x="95644" y="14575"/>
                  </a:lnTo>
                  <a:lnTo>
                    <a:pt x="9564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3">
              <a:extLst>
                <a:ext uri="{FF2B5EF4-FFF2-40B4-BE49-F238E27FC236}">
                  <a16:creationId xmlns:a16="http://schemas.microsoft.com/office/drawing/2014/main" id="{E8A7A603-DE56-6118-026F-0E4E07FA8CC2}"/>
                </a:ext>
              </a:extLst>
            </p:cNvPr>
            <p:cNvSpPr/>
            <p:nvPr/>
          </p:nvSpPr>
          <p:spPr>
            <a:xfrm>
              <a:off x="5016843" y="4240117"/>
              <a:ext cx="4223714" cy="1007811"/>
            </a:xfrm>
            <a:custGeom>
              <a:avLst/>
              <a:gdLst/>
              <a:ahLst/>
              <a:cxnLst/>
              <a:rect l="l" t="t" r="r" b="b"/>
              <a:pathLst>
                <a:path w="84950" h="14569" extrusionOk="0">
                  <a:moveTo>
                    <a:pt x="17263" y="8768"/>
                  </a:moveTo>
                  <a:lnTo>
                    <a:pt x="9991" y="9293"/>
                  </a:lnTo>
                  <a:lnTo>
                    <a:pt x="12104" y="10992"/>
                  </a:lnTo>
                  <a:lnTo>
                    <a:pt x="3183" y="13778"/>
                  </a:lnTo>
                  <a:lnTo>
                    <a:pt x="1" y="14556"/>
                  </a:lnTo>
                  <a:lnTo>
                    <a:pt x="17361" y="14556"/>
                  </a:lnTo>
                  <a:lnTo>
                    <a:pt x="20321" y="12666"/>
                  </a:lnTo>
                  <a:lnTo>
                    <a:pt x="28822" y="11696"/>
                  </a:lnTo>
                  <a:lnTo>
                    <a:pt x="26734" y="10016"/>
                  </a:lnTo>
                  <a:close/>
                  <a:moveTo>
                    <a:pt x="45558" y="4449"/>
                  </a:moveTo>
                  <a:lnTo>
                    <a:pt x="42309" y="2311"/>
                  </a:lnTo>
                  <a:lnTo>
                    <a:pt x="54115" y="1"/>
                  </a:lnTo>
                  <a:lnTo>
                    <a:pt x="28167" y="1"/>
                  </a:lnTo>
                  <a:lnTo>
                    <a:pt x="27710" y="273"/>
                  </a:lnTo>
                  <a:lnTo>
                    <a:pt x="13494" y="409"/>
                  </a:lnTo>
                  <a:lnTo>
                    <a:pt x="6389" y="3479"/>
                  </a:lnTo>
                  <a:lnTo>
                    <a:pt x="16151" y="5147"/>
                  </a:lnTo>
                  <a:cubicBezTo>
                    <a:pt x="16707" y="5147"/>
                    <a:pt x="21729" y="4869"/>
                    <a:pt x="21729" y="4869"/>
                  </a:cubicBezTo>
                  <a:lnTo>
                    <a:pt x="27302" y="5425"/>
                  </a:lnTo>
                  <a:lnTo>
                    <a:pt x="31343" y="4591"/>
                  </a:lnTo>
                  <a:lnTo>
                    <a:pt x="39708" y="5425"/>
                  </a:lnTo>
                  <a:close/>
                  <a:moveTo>
                    <a:pt x="43186" y="12252"/>
                  </a:moveTo>
                  <a:lnTo>
                    <a:pt x="38583" y="11554"/>
                  </a:lnTo>
                  <a:lnTo>
                    <a:pt x="35939" y="12808"/>
                  </a:lnTo>
                  <a:cubicBezTo>
                    <a:pt x="35939" y="12808"/>
                    <a:pt x="33425" y="14056"/>
                    <a:pt x="33147" y="14482"/>
                  </a:cubicBezTo>
                  <a:lnTo>
                    <a:pt x="33517" y="14569"/>
                  </a:lnTo>
                  <a:lnTo>
                    <a:pt x="54152" y="14569"/>
                  </a:lnTo>
                  <a:lnTo>
                    <a:pt x="51823" y="13784"/>
                  </a:lnTo>
                  <a:close/>
                  <a:moveTo>
                    <a:pt x="78271" y="4097"/>
                  </a:moveTo>
                  <a:lnTo>
                    <a:pt x="84950" y="3652"/>
                  </a:lnTo>
                  <a:lnTo>
                    <a:pt x="84950" y="1786"/>
                  </a:lnTo>
                  <a:lnTo>
                    <a:pt x="79526" y="2441"/>
                  </a:lnTo>
                  <a:lnTo>
                    <a:pt x="65421" y="4393"/>
                  </a:lnTo>
                  <a:lnTo>
                    <a:pt x="54609" y="7476"/>
                  </a:lnTo>
                  <a:lnTo>
                    <a:pt x="60565" y="9219"/>
                  </a:lnTo>
                  <a:lnTo>
                    <a:pt x="66990" y="12203"/>
                  </a:lnTo>
                  <a:lnTo>
                    <a:pt x="77647" y="14464"/>
                  </a:lnTo>
                  <a:lnTo>
                    <a:pt x="84950" y="14396"/>
                  </a:lnTo>
                  <a:lnTo>
                    <a:pt x="84950" y="9373"/>
                  </a:lnTo>
                  <a:lnTo>
                    <a:pt x="79995" y="9015"/>
                  </a:lnTo>
                  <a:lnTo>
                    <a:pt x="66360" y="7075"/>
                  </a:lnTo>
                  <a:lnTo>
                    <a:pt x="72470" y="491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3">
              <a:extLst>
                <a:ext uri="{FF2B5EF4-FFF2-40B4-BE49-F238E27FC236}">
                  <a16:creationId xmlns:a16="http://schemas.microsoft.com/office/drawing/2014/main" id="{5340511C-ABE9-FB6D-E30F-A8C2DA75D94E}"/>
                </a:ext>
              </a:extLst>
            </p:cNvPr>
            <p:cNvSpPr/>
            <p:nvPr/>
          </p:nvSpPr>
          <p:spPr>
            <a:xfrm flipH="1">
              <a:off x="7502190" y="4723100"/>
              <a:ext cx="1830259" cy="158624"/>
            </a:xfrm>
            <a:custGeom>
              <a:avLst/>
              <a:gdLst/>
              <a:ahLst/>
              <a:cxnLst/>
              <a:rect l="l" t="t" r="r" b="b"/>
              <a:pathLst>
                <a:path w="27352" h="2293" extrusionOk="0">
                  <a:moveTo>
                    <a:pt x="6080" y="0"/>
                  </a:moveTo>
                  <a:lnTo>
                    <a:pt x="1" y="995"/>
                  </a:lnTo>
                  <a:lnTo>
                    <a:pt x="4091" y="1971"/>
                  </a:lnTo>
                  <a:lnTo>
                    <a:pt x="11708" y="1829"/>
                  </a:lnTo>
                  <a:lnTo>
                    <a:pt x="19981" y="2292"/>
                  </a:lnTo>
                  <a:lnTo>
                    <a:pt x="27351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3">
              <a:extLst>
                <a:ext uri="{FF2B5EF4-FFF2-40B4-BE49-F238E27FC236}">
                  <a16:creationId xmlns:a16="http://schemas.microsoft.com/office/drawing/2014/main" id="{247ED96B-2EBA-DC50-A769-12AC4E515429}"/>
                </a:ext>
              </a:extLst>
            </p:cNvPr>
            <p:cNvSpPr/>
            <p:nvPr/>
          </p:nvSpPr>
          <p:spPr>
            <a:xfrm flipH="1">
              <a:off x="6443193" y="5049607"/>
              <a:ext cx="839884" cy="240245"/>
            </a:xfrm>
            <a:custGeom>
              <a:avLst/>
              <a:gdLst/>
              <a:ahLst/>
              <a:cxnLst/>
              <a:rect l="l" t="t" r="r" b="b"/>
              <a:pathLst>
                <a:path w="12141" h="3473" extrusionOk="0">
                  <a:moveTo>
                    <a:pt x="1" y="2898"/>
                  </a:moveTo>
                  <a:lnTo>
                    <a:pt x="2466" y="2719"/>
                  </a:lnTo>
                  <a:lnTo>
                    <a:pt x="4622" y="1606"/>
                  </a:lnTo>
                  <a:lnTo>
                    <a:pt x="3300" y="772"/>
                  </a:lnTo>
                  <a:lnTo>
                    <a:pt x="1700" y="556"/>
                  </a:lnTo>
                  <a:lnTo>
                    <a:pt x="3986" y="0"/>
                  </a:lnTo>
                  <a:cubicBezTo>
                    <a:pt x="3986" y="0"/>
                    <a:pt x="2707" y="464"/>
                    <a:pt x="2806" y="464"/>
                  </a:cubicBezTo>
                  <a:cubicBezTo>
                    <a:pt x="2905" y="464"/>
                    <a:pt x="3671" y="494"/>
                    <a:pt x="3918" y="711"/>
                  </a:cubicBezTo>
                  <a:cubicBezTo>
                    <a:pt x="4159" y="927"/>
                    <a:pt x="5030" y="1483"/>
                    <a:pt x="5030" y="1483"/>
                  </a:cubicBezTo>
                  <a:lnTo>
                    <a:pt x="6908" y="1205"/>
                  </a:lnTo>
                  <a:lnTo>
                    <a:pt x="7909" y="556"/>
                  </a:lnTo>
                  <a:lnTo>
                    <a:pt x="9163" y="93"/>
                  </a:lnTo>
                  <a:lnTo>
                    <a:pt x="12141" y="340"/>
                  </a:lnTo>
                  <a:lnTo>
                    <a:pt x="9194" y="309"/>
                  </a:lnTo>
                  <a:lnTo>
                    <a:pt x="8008" y="742"/>
                  </a:lnTo>
                  <a:lnTo>
                    <a:pt x="7143" y="1390"/>
                  </a:lnTo>
                  <a:lnTo>
                    <a:pt x="4789" y="1946"/>
                  </a:lnTo>
                  <a:cubicBezTo>
                    <a:pt x="4789" y="1946"/>
                    <a:pt x="3053" y="2595"/>
                    <a:pt x="2676" y="2904"/>
                  </a:cubicBezTo>
                  <a:cubicBezTo>
                    <a:pt x="2417" y="3102"/>
                    <a:pt x="965" y="3336"/>
                    <a:pt x="1" y="3472"/>
                  </a:cubicBezTo>
                  <a:lnTo>
                    <a:pt x="1" y="289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3">
              <a:extLst>
                <a:ext uri="{FF2B5EF4-FFF2-40B4-BE49-F238E27FC236}">
                  <a16:creationId xmlns:a16="http://schemas.microsoft.com/office/drawing/2014/main" id="{74BD47B8-FE7D-F6E8-77D9-B9F5D81E2E76}"/>
                </a:ext>
              </a:extLst>
            </p:cNvPr>
            <p:cNvSpPr/>
            <p:nvPr/>
          </p:nvSpPr>
          <p:spPr>
            <a:xfrm flipH="1">
              <a:off x="4963084" y="4445702"/>
              <a:ext cx="1453212" cy="284240"/>
            </a:xfrm>
            <a:custGeom>
              <a:avLst/>
              <a:gdLst/>
              <a:ahLst/>
              <a:cxnLst/>
              <a:rect l="l" t="t" r="r" b="b"/>
              <a:pathLst>
                <a:path w="21007" h="4109" extrusionOk="0">
                  <a:moveTo>
                    <a:pt x="20487" y="865"/>
                  </a:moveTo>
                  <a:cubicBezTo>
                    <a:pt x="20487" y="865"/>
                    <a:pt x="21006" y="1978"/>
                    <a:pt x="20877" y="1947"/>
                  </a:cubicBezTo>
                  <a:cubicBezTo>
                    <a:pt x="20747" y="1916"/>
                    <a:pt x="18652" y="2008"/>
                    <a:pt x="18652" y="2008"/>
                  </a:cubicBezTo>
                  <a:lnTo>
                    <a:pt x="17491" y="2286"/>
                  </a:lnTo>
                  <a:lnTo>
                    <a:pt x="17460" y="2935"/>
                  </a:lnTo>
                  <a:lnTo>
                    <a:pt x="15174" y="3182"/>
                  </a:lnTo>
                  <a:lnTo>
                    <a:pt x="13660" y="3398"/>
                  </a:lnTo>
                  <a:lnTo>
                    <a:pt x="11603" y="3738"/>
                  </a:lnTo>
                  <a:lnTo>
                    <a:pt x="10503" y="4109"/>
                  </a:lnTo>
                  <a:lnTo>
                    <a:pt x="10213" y="3368"/>
                  </a:lnTo>
                  <a:lnTo>
                    <a:pt x="8891" y="3398"/>
                  </a:lnTo>
                  <a:cubicBezTo>
                    <a:pt x="8891" y="3398"/>
                    <a:pt x="7767" y="3460"/>
                    <a:pt x="7507" y="3615"/>
                  </a:cubicBezTo>
                  <a:cubicBezTo>
                    <a:pt x="7254" y="3769"/>
                    <a:pt x="5450" y="3398"/>
                    <a:pt x="5450" y="3398"/>
                  </a:cubicBezTo>
                  <a:lnTo>
                    <a:pt x="3640" y="3151"/>
                  </a:lnTo>
                  <a:lnTo>
                    <a:pt x="1" y="3275"/>
                  </a:lnTo>
                  <a:lnTo>
                    <a:pt x="3448" y="3059"/>
                  </a:lnTo>
                  <a:lnTo>
                    <a:pt x="4869" y="3151"/>
                  </a:lnTo>
                  <a:lnTo>
                    <a:pt x="5771" y="3306"/>
                  </a:lnTo>
                  <a:lnTo>
                    <a:pt x="6895" y="3213"/>
                  </a:lnTo>
                  <a:lnTo>
                    <a:pt x="8057" y="2781"/>
                  </a:lnTo>
                  <a:lnTo>
                    <a:pt x="6865" y="2410"/>
                  </a:lnTo>
                  <a:lnTo>
                    <a:pt x="6420" y="1916"/>
                  </a:lnTo>
                  <a:lnTo>
                    <a:pt x="4968" y="1730"/>
                  </a:lnTo>
                  <a:lnTo>
                    <a:pt x="2744" y="1669"/>
                  </a:lnTo>
                  <a:cubicBezTo>
                    <a:pt x="2744" y="1669"/>
                    <a:pt x="5610" y="1483"/>
                    <a:pt x="5802" y="1545"/>
                  </a:cubicBezTo>
                  <a:cubicBezTo>
                    <a:pt x="5993" y="1607"/>
                    <a:pt x="6636" y="1761"/>
                    <a:pt x="6636" y="1761"/>
                  </a:cubicBezTo>
                  <a:lnTo>
                    <a:pt x="7081" y="2225"/>
                  </a:lnTo>
                  <a:lnTo>
                    <a:pt x="8699" y="2719"/>
                  </a:lnTo>
                  <a:cubicBezTo>
                    <a:pt x="8699" y="2719"/>
                    <a:pt x="8798" y="3090"/>
                    <a:pt x="8953" y="3151"/>
                  </a:cubicBezTo>
                  <a:cubicBezTo>
                    <a:pt x="9113" y="3213"/>
                    <a:pt x="10374" y="3120"/>
                    <a:pt x="10374" y="3120"/>
                  </a:cubicBezTo>
                  <a:lnTo>
                    <a:pt x="10627" y="3491"/>
                  </a:lnTo>
                  <a:lnTo>
                    <a:pt x="12079" y="3368"/>
                  </a:lnTo>
                  <a:lnTo>
                    <a:pt x="13951" y="3059"/>
                  </a:lnTo>
                  <a:lnTo>
                    <a:pt x="17170" y="2750"/>
                  </a:lnTo>
                  <a:lnTo>
                    <a:pt x="17299" y="2070"/>
                  </a:lnTo>
                  <a:lnTo>
                    <a:pt x="17750" y="1854"/>
                  </a:lnTo>
                  <a:lnTo>
                    <a:pt x="16651" y="1329"/>
                  </a:lnTo>
                  <a:lnTo>
                    <a:pt x="15366" y="1236"/>
                  </a:lnTo>
                  <a:cubicBezTo>
                    <a:pt x="15366" y="1236"/>
                    <a:pt x="15261" y="742"/>
                    <a:pt x="14946" y="557"/>
                  </a:cubicBezTo>
                  <a:cubicBezTo>
                    <a:pt x="14624" y="371"/>
                    <a:pt x="13401" y="1"/>
                    <a:pt x="13401" y="1"/>
                  </a:cubicBezTo>
                  <a:lnTo>
                    <a:pt x="15137" y="402"/>
                  </a:lnTo>
                  <a:lnTo>
                    <a:pt x="15749" y="1143"/>
                  </a:lnTo>
                  <a:cubicBezTo>
                    <a:pt x="15749" y="1143"/>
                    <a:pt x="16848" y="1113"/>
                    <a:pt x="16941" y="1174"/>
                  </a:cubicBezTo>
                  <a:cubicBezTo>
                    <a:pt x="17040" y="1236"/>
                    <a:pt x="17744" y="1607"/>
                    <a:pt x="17744" y="1607"/>
                  </a:cubicBezTo>
                  <a:lnTo>
                    <a:pt x="18226" y="1792"/>
                  </a:lnTo>
                  <a:lnTo>
                    <a:pt x="20419" y="17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3">
              <a:extLst>
                <a:ext uri="{FF2B5EF4-FFF2-40B4-BE49-F238E27FC236}">
                  <a16:creationId xmlns:a16="http://schemas.microsoft.com/office/drawing/2014/main" id="{A43D59A4-C74F-5033-D0D9-45281D92AE77}"/>
                </a:ext>
              </a:extLst>
            </p:cNvPr>
            <p:cNvSpPr/>
            <p:nvPr/>
          </p:nvSpPr>
          <p:spPr>
            <a:xfrm flipH="1">
              <a:off x="6452611" y="4239697"/>
              <a:ext cx="391130" cy="96637"/>
            </a:xfrm>
            <a:custGeom>
              <a:avLst/>
              <a:gdLst/>
              <a:ahLst/>
              <a:cxnLst/>
              <a:rect l="l" t="t" r="r" b="b"/>
              <a:pathLst>
                <a:path w="5654" h="1397" extrusionOk="0">
                  <a:moveTo>
                    <a:pt x="4610" y="1"/>
                  </a:moveTo>
                  <a:lnTo>
                    <a:pt x="5654" y="316"/>
                  </a:lnTo>
                  <a:lnTo>
                    <a:pt x="4252" y="748"/>
                  </a:lnTo>
                  <a:lnTo>
                    <a:pt x="4492" y="1397"/>
                  </a:lnTo>
                  <a:lnTo>
                    <a:pt x="1" y="1144"/>
                  </a:lnTo>
                  <a:lnTo>
                    <a:pt x="4017" y="1218"/>
                  </a:lnTo>
                  <a:lnTo>
                    <a:pt x="3819" y="674"/>
                  </a:lnTo>
                  <a:lnTo>
                    <a:pt x="4357" y="279"/>
                  </a:lnTo>
                  <a:lnTo>
                    <a:pt x="3306" y="1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3">
              <a:extLst>
                <a:ext uri="{FF2B5EF4-FFF2-40B4-BE49-F238E27FC236}">
                  <a16:creationId xmlns:a16="http://schemas.microsoft.com/office/drawing/2014/main" id="{45BAAF02-83C0-0B55-A3D5-3CA42F5723FB}"/>
                </a:ext>
              </a:extLst>
            </p:cNvPr>
            <p:cNvSpPr/>
            <p:nvPr/>
          </p:nvSpPr>
          <p:spPr>
            <a:xfrm flipH="1">
              <a:off x="6747419" y="4288466"/>
              <a:ext cx="891560" cy="79551"/>
            </a:xfrm>
            <a:custGeom>
              <a:avLst/>
              <a:gdLst/>
              <a:ahLst/>
              <a:cxnLst/>
              <a:rect l="l" t="t" r="r" b="b"/>
              <a:pathLst>
                <a:path w="12888" h="1150" extrusionOk="0">
                  <a:moveTo>
                    <a:pt x="0" y="1149"/>
                  </a:moveTo>
                  <a:lnTo>
                    <a:pt x="6345" y="0"/>
                  </a:lnTo>
                  <a:lnTo>
                    <a:pt x="12888" y="247"/>
                  </a:lnTo>
                  <a:lnTo>
                    <a:pt x="6537" y="111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3">
              <a:extLst>
                <a:ext uri="{FF2B5EF4-FFF2-40B4-BE49-F238E27FC236}">
                  <a16:creationId xmlns:a16="http://schemas.microsoft.com/office/drawing/2014/main" id="{D12E5507-22DD-9133-5E8F-77027A732B21}"/>
                </a:ext>
              </a:extLst>
            </p:cNvPr>
            <p:cNvSpPr/>
            <p:nvPr/>
          </p:nvSpPr>
          <p:spPr>
            <a:xfrm flipH="1">
              <a:off x="8547611" y="5024357"/>
              <a:ext cx="17986" cy="31682"/>
            </a:xfrm>
            <a:custGeom>
              <a:avLst/>
              <a:gdLst/>
              <a:ahLst/>
              <a:cxnLst/>
              <a:rect l="l" t="t" r="r" b="b"/>
              <a:pathLst>
                <a:path w="260" h="458" extrusionOk="0">
                  <a:moveTo>
                    <a:pt x="210" y="25"/>
                  </a:moveTo>
                  <a:cubicBezTo>
                    <a:pt x="167" y="81"/>
                    <a:pt x="136" y="149"/>
                    <a:pt x="105" y="211"/>
                  </a:cubicBezTo>
                  <a:lnTo>
                    <a:pt x="13" y="396"/>
                  </a:lnTo>
                  <a:cubicBezTo>
                    <a:pt x="0" y="427"/>
                    <a:pt x="44" y="458"/>
                    <a:pt x="62" y="427"/>
                  </a:cubicBezTo>
                  <a:lnTo>
                    <a:pt x="155" y="242"/>
                  </a:lnTo>
                  <a:cubicBezTo>
                    <a:pt x="186" y="180"/>
                    <a:pt x="223" y="118"/>
                    <a:pt x="241" y="50"/>
                  </a:cubicBezTo>
                  <a:cubicBezTo>
                    <a:pt x="260" y="19"/>
                    <a:pt x="223" y="1"/>
                    <a:pt x="210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3">
              <a:extLst>
                <a:ext uri="{FF2B5EF4-FFF2-40B4-BE49-F238E27FC236}">
                  <a16:creationId xmlns:a16="http://schemas.microsoft.com/office/drawing/2014/main" id="{5C9FE635-9A54-6121-9E5D-177579A9C769}"/>
                </a:ext>
              </a:extLst>
            </p:cNvPr>
            <p:cNvSpPr/>
            <p:nvPr/>
          </p:nvSpPr>
          <p:spPr>
            <a:xfrm flipH="1">
              <a:off x="8353988" y="4754710"/>
              <a:ext cx="19716" cy="12451"/>
            </a:xfrm>
            <a:custGeom>
              <a:avLst/>
              <a:gdLst/>
              <a:ahLst/>
              <a:cxnLst/>
              <a:rect l="l" t="t" r="r" b="b"/>
              <a:pathLst>
                <a:path w="285" h="180" extrusionOk="0">
                  <a:moveTo>
                    <a:pt x="254" y="0"/>
                  </a:moveTo>
                  <a:lnTo>
                    <a:pt x="235" y="0"/>
                  </a:lnTo>
                  <a:cubicBezTo>
                    <a:pt x="229" y="0"/>
                    <a:pt x="223" y="6"/>
                    <a:pt x="204" y="6"/>
                  </a:cubicBezTo>
                  <a:cubicBezTo>
                    <a:pt x="198" y="6"/>
                    <a:pt x="192" y="13"/>
                    <a:pt x="186" y="13"/>
                  </a:cubicBezTo>
                  <a:cubicBezTo>
                    <a:pt x="167" y="25"/>
                    <a:pt x="155" y="31"/>
                    <a:pt x="130" y="37"/>
                  </a:cubicBezTo>
                  <a:cubicBezTo>
                    <a:pt x="99" y="56"/>
                    <a:pt x="68" y="68"/>
                    <a:pt x="31" y="87"/>
                  </a:cubicBezTo>
                  <a:cubicBezTo>
                    <a:pt x="7" y="93"/>
                    <a:pt x="0" y="130"/>
                    <a:pt x="13" y="149"/>
                  </a:cubicBezTo>
                  <a:cubicBezTo>
                    <a:pt x="31" y="167"/>
                    <a:pt x="50" y="179"/>
                    <a:pt x="74" y="161"/>
                  </a:cubicBezTo>
                  <a:cubicBezTo>
                    <a:pt x="105" y="149"/>
                    <a:pt x="142" y="130"/>
                    <a:pt x="173" y="118"/>
                  </a:cubicBezTo>
                  <a:cubicBezTo>
                    <a:pt x="192" y="105"/>
                    <a:pt x="204" y="99"/>
                    <a:pt x="223" y="87"/>
                  </a:cubicBezTo>
                  <a:cubicBezTo>
                    <a:pt x="229" y="74"/>
                    <a:pt x="235" y="74"/>
                    <a:pt x="241" y="68"/>
                  </a:cubicBezTo>
                  <a:cubicBezTo>
                    <a:pt x="254" y="62"/>
                    <a:pt x="260" y="62"/>
                    <a:pt x="266" y="56"/>
                  </a:cubicBezTo>
                  <a:cubicBezTo>
                    <a:pt x="266" y="44"/>
                    <a:pt x="272" y="44"/>
                    <a:pt x="272" y="37"/>
                  </a:cubicBezTo>
                  <a:cubicBezTo>
                    <a:pt x="285" y="31"/>
                    <a:pt x="278" y="6"/>
                    <a:pt x="254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3">
              <a:extLst>
                <a:ext uri="{FF2B5EF4-FFF2-40B4-BE49-F238E27FC236}">
                  <a16:creationId xmlns:a16="http://schemas.microsoft.com/office/drawing/2014/main" id="{B0DFB89D-E7CF-D591-2631-8FD62127C245}"/>
                </a:ext>
              </a:extLst>
            </p:cNvPr>
            <p:cNvSpPr/>
            <p:nvPr/>
          </p:nvSpPr>
          <p:spPr>
            <a:xfrm flipH="1">
              <a:off x="8136430" y="4656412"/>
              <a:ext cx="23174" cy="22689"/>
            </a:xfrm>
            <a:custGeom>
              <a:avLst/>
              <a:gdLst/>
              <a:ahLst/>
              <a:cxnLst/>
              <a:rect l="l" t="t" r="r" b="b"/>
              <a:pathLst>
                <a:path w="335" h="328" extrusionOk="0">
                  <a:moveTo>
                    <a:pt x="303" y="0"/>
                  </a:moveTo>
                  <a:lnTo>
                    <a:pt x="272" y="0"/>
                  </a:lnTo>
                  <a:cubicBezTo>
                    <a:pt x="260" y="0"/>
                    <a:pt x="260" y="0"/>
                    <a:pt x="254" y="7"/>
                  </a:cubicBezTo>
                  <a:cubicBezTo>
                    <a:pt x="242" y="13"/>
                    <a:pt x="229" y="25"/>
                    <a:pt x="217" y="31"/>
                  </a:cubicBezTo>
                  <a:cubicBezTo>
                    <a:pt x="198" y="44"/>
                    <a:pt x="180" y="50"/>
                    <a:pt x="161" y="68"/>
                  </a:cubicBezTo>
                  <a:cubicBezTo>
                    <a:pt x="124" y="93"/>
                    <a:pt x="93" y="118"/>
                    <a:pt x="50" y="149"/>
                  </a:cubicBezTo>
                  <a:cubicBezTo>
                    <a:pt x="38" y="155"/>
                    <a:pt x="31" y="167"/>
                    <a:pt x="13" y="186"/>
                  </a:cubicBezTo>
                  <a:cubicBezTo>
                    <a:pt x="7" y="198"/>
                    <a:pt x="1" y="217"/>
                    <a:pt x="1" y="229"/>
                  </a:cubicBezTo>
                  <a:cubicBezTo>
                    <a:pt x="1" y="254"/>
                    <a:pt x="7" y="285"/>
                    <a:pt x="31" y="303"/>
                  </a:cubicBezTo>
                  <a:cubicBezTo>
                    <a:pt x="44" y="315"/>
                    <a:pt x="75" y="328"/>
                    <a:pt x="99" y="328"/>
                  </a:cubicBezTo>
                  <a:cubicBezTo>
                    <a:pt x="118" y="328"/>
                    <a:pt x="130" y="322"/>
                    <a:pt x="149" y="315"/>
                  </a:cubicBezTo>
                  <a:cubicBezTo>
                    <a:pt x="161" y="309"/>
                    <a:pt x="167" y="291"/>
                    <a:pt x="186" y="278"/>
                  </a:cubicBezTo>
                  <a:lnTo>
                    <a:pt x="260" y="167"/>
                  </a:lnTo>
                  <a:cubicBezTo>
                    <a:pt x="279" y="155"/>
                    <a:pt x="285" y="130"/>
                    <a:pt x="303" y="112"/>
                  </a:cubicBezTo>
                  <a:cubicBezTo>
                    <a:pt x="309" y="99"/>
                    <a:pt x="316" y="93"/>
                    <a:pt x="322" y="74"/>
                  </a:cubicBezTo>
                  <a:cubicBezTo>
                    <a:pt x="322" y="68"/>
                    <a:pt x="322" y="68"/>
                    <a:pt x="328" y="62"/>
                  </a:cubicBezTo>
                  <a:lnTo>
                    <a:pt x="328" y="31"/>
                  </a:lnTo>
                  <a:cubicBezTo>
                    <a:pt x="334" y="25"/>
                    <a:pt x="316" y="7"/>
                    <a:pt x="303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3">
              <a:extLst>
                <a:ext uri="{FF2B5EF4-FFF2-40B4-BE49-F238E27FC236}">
                  <a16:creationId xmlns:a16="http://schemas.microsoft.com/office/drawing/2014/main" id="{6051209D-908C-0C67-5A96-C422DDAC4C07}"/>
                </a:ext>
              </a:extLst>
            </p:cNvPr>
            <p:cNvSpPr/>
            <p:nvPr/>
          </p:nvSpPr>
          <p:spPr>
            <a:xfrm flipH="1">
              <a:off x="8039860" y="4477316"/>
              <a:ext cx="25734" cy="24419"/>
            </a:xfrm>
            <a:custGeom>
              <a:avLst/>
              <a:gdLst/>
              <a:ahLst/>
              <a:cxnLst/>
              <a:rect l="l" t="t" r="r" b="b"/>
              <a:pathLst>
                <a:path w="372" h="353" extrusionOk="0">
                  <a:moveTo>
                    <a:pt x="322" y="7"/>
                  </a:moveTo>
                  <a:cubicBezTo>
                    <a:pt x="310" y="19"/>
                    <a:pt x="291" y="25"/>
                    <a:pt x="279" y="38"/>
                  </a:cubicBezTo>
                  <a:cubicBezTo>
                    <a:pt x="260" y="50"/>
                    <a:pt x="254" y="62"/>
                    <a:pt x="242" y="69"/>
                  </a:cubicBezTo>
                  <a:lnTo>
                    <a:pt x="168" y="137"/>
                  </a:lnTo>
                  <a:lnTo>
                    <a:pt x="100" y="211"/>
                  </a:lnTo>
                  <a:cubicBezTo>
                    <a:pt x="75" y="229"/>
                    <a:pt x="56" y="266"/>
                    <a:pt x="32" y="285"/>
                  </a:cubicBezTo>
                  <a:cubicBezTo>
                    <a:pt x="1" y="316"/>
                    <a:pt x="44" y="353"/>
                    <a:pt x="75" y="334"/>
                  </a:cubicBezTo>
                  <a:cubicBezTo>
                    <a:pt x="100" y="310"/>
                    <a:pt x="130" y="285"/>
                    <a:pt x="155" y="266"/>
                  </a:cubicBezTo>
                  <a:lnTo>
                    <a:pt x="223" y="192"/>
                  </a:lnTo>
                  <a:lnTo>
                    <a:pt x="291" y="124"/>
                  </a:lnTo>
                  <a:lnTo>
                    <a:pt x="334" y="87"/>
                  </a:lnTo>
                  <a:cubicBezTo>
                    <a:pt x="341" y="81"/>
                    <a:pt x="341" y="69"/>
                    <a:pt x="347" y="69"/>
                  </a:cubicBezTo>
                  <a:cubicBezTo>
                    <a:pt x="353" y="62"/>
                    <a:pt x="365" y="56"/>
                    <a:pt x="365" y="38"/>
                  </a:cubicBezTo>
                  <a:cubicBezTo>
                    <a:pt x="371" y="25"/>
                    <a:pt x="347" y="1"/>
                    <a:pt x="322" y="7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3">
              <a:extLst>
                <a:ext uri="{FF2B5EF4-FFF2-40B4-BE49-F238E27FC236}">
                  <a16:creationId xmlns:a16="http://schemas.microsoft.com/office/drawing/2014/main" id="{0E7280ED-D62C-806D-E901-5463787C6BAA}"/>
                </a:ext>
              </a:extLst>
            </p:cNvPr>
            <p:cNvSpPr/>
            <p:nvPr/>
          </p:nvSpPr>
          <p:spPr>
            <a:xfrm flipH="1">
              <a:off x="7768068" y="4499106"/>
              <a:ext cx="40261" cy="27047"/>
            </a:xfrm>
            <a:custGeom>
              <a:avLst/>
              <a:gdLst/>
              <a:ahLst/>
              <a:cxnLst/>
              <a:rect l="l" t="t" r="r" b="b"/>
              <a:pathLst>
                <a:path w="582" h="391" extrusionOk="0">
                  <a:moveTo>
                    <a:pt x="576" y="19"/>
                  </a:moveTo>
                  <a:cubicBezTo>
                    <a:pt x="569" y="1"/>
                    <a:pt x="545" y="1"/>
                    <a:pt x="526" y="13"/>
                  </a:cubicBezTo>
                  <a:cubicBezTo>
                    <a:pt x="446" y="50"/>
                    <a:pt x="365" y="93"/>
                    <a:pt x="291" y="143"/>
                  </a:cubicBezTo>
                  <a:lnTo>
                    <a:pt x="57" y="279"/>
                  </a:lnTo>
                  <a:cubicBezTo>
                    <a:pt x="1" y="310"/>
                    <a:pt x="50" y="390"/>
                    <a:pt x="106" y="359"/>
                  </a:cubicBezTo>
                  <a:cubicBezTo>
                    <a:pt x="180" y="310"/>
                    <a:pt x="260" y="266"/>
                    <a:pt x="335" y="211"/>
                  </a:cubicBezTo>
                  <a:cubicBezTo>
                    <a:pt x="415" y="168"/>
                    <a:pt x="489" y="118"/>
                    <a:pt x="569" y="56"/>
                  </a:cubicBezTo>
                  <a:cubicBezTo>
                    <a:pt x="582" y="50"/>
                    <a:pt x="582" y="26"/>
                    <a:pt x="576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3">
              <a:extLst>
                <a:ext uri="{FF2B5EF4-FFF2-40B4-BE49-F238E27FC236}">
                  <a16:creationId xmlns:a16="http://schemas.microsoft.com/office/drawing/2014/main" id="{7920F405-4C83-526C-FCD7-3762A4D826EB}"/>
                </a:ext>
              </a:extLst>
            </p:cNvPr>
            <p:cNvSpPr/>
            <p:nvPr/>
          </p:nvSpPr>
          <p:spPr>
            <a:xfrm flipH="1">
              <a:off x="7364150" y="2897342"/>
              <a:ext cx="28709" cy="35072"/>
            </a:xfrm>
            <a:custGeom>
              <a:avLst/>
              <a:gdLst/>
              <a:ahLst/>
              <a:cxnLst/>
              <a:rect l="l" t="t" r="r" b="b"/>
              <a:pathLst>
                <a:path w="415" h="507" extrusionOk="0">
                  <a:moveTo>
                    <a:pt x="408" y="99"/>
                  </a:moveTo>
                  <a:cubicBezTo>
                    <a:pt x="402" y="74"/>
                    <a:pt x="377" y="44"/>
                    <a:pt x="352" y="31"/>
                  </a:cubicBezTo>
                  <a:cubicBezTo>
                    <a:pt x="297" y="0"/>
                    <a:pt x="235" y="13"/>
                    <a:pt x="198" y="68"/>
                  </a:cubicBezTo>
                  <a:lnTo>
                    <a:pt x="105" y="204"/>
                  </a:lnTo>
                  <a:cubicBezTo>
                    <a:pt x="74" y="254"/>
                    <a:pt x="50" y="309"/>
                    <a:pt x="19" y="352"/>
                  </a:cubicBezTo>
                  <a:cubicBezTo>
                    <a:pt x="0" y="402"/>
                    <a:pt x="6" y="445"/>
                    <a:pt x="43" y="476"/>
                  </a:cubicBezTo>
                  <a:cubicBezTo>
                    <a:pt x="80" y="507"/>
                    <a:pt x="136" y="507"/>
                    <a:pt x="173" y="470"/>
                  </a:cubicBezTo>
                  <a:cubicBezTo>
                    <a:pt x="216" y="420"/>
                    <a:pt x="260" y="371"/>
                    <a:pt x="297" y="322"/>
                  </a:cubicBezTo>
                  <a:cubicBezTo>
                    <a:pt x="328" y="278"/>
                    <a:pt x="358" y="229"/>
                    <a:pt x="395" y="186"/>
                  </a:cubicBezTo>
                  <a:cubicBezTo>
                    <a:pt x="408" y="161"/>
                    <a:pt x="414" y="124"/>
                    <a:pt x="408" y="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3">
              <a:extLst>
                <a:ext uri="{FF2B5EF4-FFF2-40B4-BE49-F238E27FC236}">
                  <a16:creationId xmlns:a16="http://schemas.microsoft.com/office/drawing/2014/main" id="{7E6A7A93-9939-7291-B50D-EF8577FC6897}"/>
                </a:ext>
              </a:extLst>
            </p:cNvPr>
            <p:cNvSpPr/>
            <p:nvPr/>
          </p:nvSpPr>
          <p:spPr>
            <a:xfrm flipH="1">
              <a:off x="7220611" y="2919963"/>
              <a:ext cx="19716" cy="15011"/>
            </a:xfrm>
            <a:custGeom>
              <a:avLst/>
              <a:gdLst/>
              <a:ahLst/>
              <a:cxnLst/>
              <a:rect l="l" t="t" r="r" b="b"/>
              <a:pathLst>
                <a:path w="285" h="217" extrusionOk="0">
                  <a:moveTo>
                    <a:pt x="266" y="50"/>
                  </a:moveTo>
                  <a:cubicBezTo>
                    <a:pt x="254" y="32"/>
                    <a:pt x="242" y="19"/>
                    <a:pt x="223" y="13"/>
                  </a:cubicBezTo>
                  <a:cubicBezTo>
                    <a:pt x="211" y="13"/>
                    <a:pt x="192" y="1"/>
                    <a:pt x="180" y="13"/>
                  </a:cubicBezTo>
                  <a:cubicBezTo>
                    <a:pt x="174" y="13"/>
                    <a:pt x="155" y="19"/>
                    <a:pt x="149" y="25"/>
                  </a:cubicBezTo>
                  <a:lnTo>
                    <a:pt x="112" y="50"/>
                  </a:lnTo>
                  <a:cubicBezTo>
                    <a:pt x="93" y="56"/>
                    <a:pt x="87" y="63"/>
                    <a:pt x="69" y="75"/>
                  </a:cubicBezTo>
                  <a:cubicBezTo>
                    <a:pt x="56" y="81"/>
                    <a:pt x="32" y="93"/>
                    <a:pt x="25" y="106"/>
                  </a:cubicBezTo>
                  <a:cubicBezTo>
                    <a:pt x="19" y="118"/>
                    <a:pt x="7" y="131"/>
                    <a:pt x="7" y="149"/>
                  </a:cubicBezTo>
                  <a:cubicBezTo>
                    <a:pt x="1" y="155"/>
                    <a:pt x="1" y="174"/>
                    <a:pt x="7" y="186"/>
                  </a:cubicBezTo>
                  <a:cubicBezTo>
                    <a:pt x="19" y="198"/>
                    <a:pt x="25" y="205"/>
                    <a:pt x="32" y="205"/>
                  </a:cubicBezTo>
                  <a:cubicBezTo>
                    <a:pt x="38" y="205"/>
                    <a:pt x="38" y="211"/>
                    <a:pt x="50" y="211"/>
                  </a:cubicBezTo>
                  <a:cubicBezTo>
                    <a:pt x="62" y="217"/>
                    <a:pt x="81" y="217"/>
                    <a:pt x="93" y="211"/>
                  </a:cubicBezTo>
                  <a:cubicBezTo>
                    <a:pt x="100" y="211"/>
                    <a:pt x="112" y="205"/>
                    <a:pt x="118" y="205"/>
                  </a:cubicBezTo>
                  <a:cubicBezTo>
                    <a:pt x="143" y="192"/>
                    <a:pt x="155" y="186"/>
                    <a:pt x="180" y="180"/>
                  </a:cubicBezTo>
                  <a:lnTo>
                    <a:pt x="223" y="155"/>
                  </a:lnTo>
                  <a:cubicBezTo>
                    <a:pt x="229" y="155"/>
                    <a:pt x="242" y="149"/>
                    <a:pt x="248" y="149"/>
                  </a:cubicBezTo>
                  <a:cubicBezTo>
                    <a:pt x="260" y="143"/>
                    <a:pt x="279" y="124"/>
                    <a:pt x="285" y="112"/>
                  </a:cubicBezTo>
                  <a:cubicBezTo>
                    <a:pt x="273" y="87"/>
                    <a:pt x="273" y="63"/>
                    <a:pt x="266" y="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3">
              <a:extLst>
                <a:ext uri="{FF2B5EF4-FFF2-40B4-BE49-F238E27FC236}">
                  <a16:creationId xmlns:a16="http://schemas.microsoft.com/office/drawing/2014/main" id="{22C7064F-1EC6-0095-7AD4-A1A524E1D3A0}"/>
                </a:ext>
              </a:extLst>
            </p:cNvPr>
            <p:cNvSpPr/>
            <p:nvPr/>
          </p:nvSpPr>
          <p:spPr>
            <a:xfrm flipH="1">
              <a:off x="7227874" y="3132401"/>
              <a:ext cx="21860" cy="20545"/>
            </a:xfrm>
            <a:custGeom>
              <a:avLst/>
              <a:gdLst/>
              <a:ahLst/>
              <a:cxnLst/>
              <a:rect l="l" t="t" r="r" b="b"/>
              <a:pathLst>
                <a:path w="316" h="297" extrusionOk="0">
                  <a:moveTo>
                    <a:pt x="291" y="19"/>
                  </a:moveTo>
                  <a:cubicBezTo>
                    <a:pt x="279" y="6"/>
                    <a:pt x="248" y="0"/>
                    <a:pt x="223" y="13"/>
                  </a:cubicBezTo>
                  <a:cubicBezTo>
                    <a:pt x="217" y="19"/>
                    <a:pt x="205" y="19"/>
                    <a:pt x="192" y="31"/>
                  </a:cubicBezTo>
                  <a:cubicBezTo>
                    <a:pt x="174" y="37"/>
                    <a:pt x="168" y="44"/>
                    <a:pt x="149" y="56"/>
                  </a:cubicBezTo>
                  <a:lnTo>
                    <a:pt x="106" y="105"/>
                  </a:lnTo>
                  <a:lnTo>
                    <a:pt x="63" y="155"/>
                  </a:lnTo>
                  <a:cubicBezTo>
                    <a:pt x="44" y="167"/>
                    <a:pt x="25" y="192"/>
                    <a:pt x="13" y="204"/>
                  </a:cubicBezTo>
                  <a:cubicBezTo>
                    <a:pt x="7" y="217"/>
                    <a:pt x="1" y="229"/>
                    <a:pt x="1" y="247"/>
                  </a:cubicBezTo>
                  <a:cubicBezTo>
                    <a:pt x="1" y="260"/>
                    <a:pt x="7" y="278"/>
                    <a:pt x="13" y="284"/>
                  </a:cubicBezTo>
                  <a:cubicBezTo>
                    <a:pt x="19" y="291"/>
                    <a:pt x="38" y="297"/>
                    <a:pt x="50" y="297"/>
                  </a:cubicBezTo>
                  <a:cubicBezTo>
                    <a:pt x="69" y="297"/>
                    <a:pt x="75" y="291"/>
                    <a:pt x="93" y="284"/>
                  </a:cubicBezTo>
                  <a:cubicBezTo>
                    <a:pt x="106" y="266"/>
                    <a:pt x="131" y="260"/>
                    <a:pt x="143" y="247"/>
                  </a:cubicBezTo>
                  <a:lnTo>
                    <a:pt x="192" y="198"/>
                  </a:lnTo>
                  <a:lnTo>
                    <a:pt x="236" y="149"/>
                  </a:lnTo>
                  <a:lnTo>
                    <a:pt x="266" y="124"/>
                  </a:lnTo>
                  <a:cubicBezTo>
                    <a:pt x="279" y="111"/>
                    <a:pt x="285" y="105"/>
                    <a:pt x="285" y="93"/>
                  </a:cubicBezTo>
                  <a:cubicBezTo>
                    <a:pt x="316" y="74"/>
                    <a:pt x="316" y="44"/>
                    <a:pt x="291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3">
              <a:extLst>
                <a:ext uri="{FF2B5EF4-FFF2-40B4-BE49-F238E27FC236}">
                  <a16:creationId xmlns:a16="http://schemas.microsoft.com/office/drawing/2014/main" id="{574C4CEA-1F3C-F3B4-08D5-0C9043592243}"/>
                </a:ext>
              </a:extLst>
            </p:cNvPr>
            <p:cNvSpPr/>
            <p:nvPr/>
          </p:nvSpPr>
          <p:spPr>
            <a:xfrm flipH="1">
              <a:off x="9080542" y="3508925"/>
              <a:ext cx="18401" cy="14596"/>
            </a:xfrm>
            <a:custGeom>
              <a:avLst/>
              <a:gdLst/>
              <a:ahLst/>
              <a:cxnLst/>
              <a:rect l="l" t="t" r="r" b="b"/>
              <a:pathLst>
                <a:path w="266" h="211" extrusionOk="0">
                  <a:moveTo>
                    <a:pt x="136" y="0"/>
                  </a:moveTo>
                  <a:cubicBezTo>
                    <a:pt x="0" y="0"/>
                    <a:pt x="0" y="198"/>
                    <a:pt x="136" y="198"/>
                  </a:cubicBezTo>
                  <a:cubicBezTo>
                    <a:pt x="266" y="210"/>
                    <a:pt x="266" y="0"/>
                    <a:pt x="136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3">
              <a:extLst>
                <a:ext uri="{FF2B5EF4-FFF2-40B4-BE49-F238E27FC236}">
                  <a16:creationId xmlns:a16="http://schemas.microsoft.com/office/drawing/2014/main" id="{2D18E953-3C48-10CD-5FFF-7178042A0F32}"/>
                </a:ext>
              </a:extLst>
            </p:cNvPr>
            <p:cNvSpPr/>
            <p:nvPr/>
          </p:nvSpPr>
          <p:spPr>
            <a:xfrm flipH="1">
              <a:off x="8902344" y="3717005"/>
              <a:ext cx="39362" cy="47938"/>
            </a:xfrm>
            <a:custGeom>
              <a:avLst/>
              <a:gdLst/>
              <a:ahLst/>
              <a:cxnLst/>
              <a:rect l="l" t="t" r="r" b="b"/>
              <a:pathLst>
                <a:path w="569" h="693" extrusionOk="0">
                  <a:moveTo>
                    <a:pt x="563" y="155"/>
                  </a:moveTo>
                  <a:cubicBezTo>
                    <a:pt x="563" y="155"/>
                    <a:pt x="563" y="149"/>
                    <a:pt x="563" y="155"/>
                  </a:cubicBezTo>
                  <a:cubicBezTo>
                    <a:pt x="563" y="100"/>
                    <a:pt x="557" y="63"/>
                    <a:pt x="526" y="32"/>
                  </a:cubicBezTo>
                  <a:cubicBezTo>
                    <a:pt x="501" y="19"/>
                    <a:pt x="470" y="1"/>
                    <a:pt x="445" y="26"/>
                  </a:cubicBezTo>
                  <a:cubicBezTo>
                    <a:pt x="433" y="32"/>
                    <a:pt x="415" y="50"/>
                    <a:pt x="402" y="63"/>
                  </a:cubicBezTo>
                  <a:cubicBezTo>
                    <a:pt x="396" y="81"/>
                    <a:pt x="384" y="94"/>
                    <a:pt x="377" y="118"/>
                  </a:cubicBezTo>
                  <a:lnTo>
                    <a:pt x="377" y="118"/>
                  </a:lnTo>
                  <a:cubicBezTo>
                    <a:pt x="371" y="124"/>
                    <a:pt x="371" y="137"/>
                    <a:pt x="365" y="137"/>
                  </a:cubicBezTo>
                  <a:cubicBezTo>
                    <a:pt x="353" y="143"/>
                    <a:pt x="353" y="155"/>
                    <a:pt x="347" y="174"/>
                  </a:cubicBezTo>
                  <a:cubicBezTo>
                    <a:pt x="340" y="186"/>
                    <a:pt x="334" y="211"/>
                    <a:pt x="322" y="229"/>
                  </a:cubicBezTo>
                  <a:cubicBezTo>
                    <a:pt x="322" y="236"/>
                    <a:pt x="316" y="242"/>
                    <a:pt x="316" y="248"/>
                  </a:cubicBezTo>
                  <a:lnTo>
                    <a:pt x="316" y="248"/>
                  </a:lnTo>
                  <a:lnTo>
                    <a:pt x="316" y="248"/>
                  </a:lnTo>
                  <a:cubicBezTo>
                    <a:pt x="316" y="260"/>
                    <a:pt x="310" y="267"/>
                    <a:pt x="310" y="267"/>
                  </a:cubicBezTo>
                  <a:cubicBezTo>
                    <a:pt x="303" y="273"/>
                    <a:pt x="303" y="279"/>
                    <a:pt x="291" y="297"/>
                  </a:cubicBezTo>
                  <a:lnTo>
                    <a:pt x="291" y="297"/>
                  </a:lnTo>
                  <a:lnTo>
                    <a:pt x="291" y="304"/>
                  </a:lnTo>
                  <a:cubicBezTo>
                    <a:pt x="291" y="310"/>
                    <a:pt x="285" y="322"/>
                    <a:pt x="285" y="328"/>
                  </a:cubicBezTo>
                  <a:cubicBezTo>
                    <a:pt x="279" y="341"/>
                    <a:pt x="272" y="353"/>
                    <a:pt x="260" y="359"/>
                  </a:cubicBezTo>
                  <a:cubicBezTo>
                    <a:pt x="260" y="365"/>
                    <a:pt x="254" y="365"/>
                    <a:pt x="254" y="372"/>
                  </a:cubicBezTo>
                  <a:lnTo>
                    <a:pt x="254" y="372"/>
                  </a:lnTo>
                  <a:cubicBezTo>
                    <a:pt x="242" y="396"/>
                    <a:pt x="217" y="415"/>
                    <a:pt x="198" y="433"/>
                  </a:cubicBezTo>
                  <a:cubicBezTo>
                    <a:pt x="180" y="452"/>
                    <a:pt x="155" y="477"/>
                    <a:pt x="137" y="489"/>
                  </a:cubicBezTo>
                  <a:lnTo>
                    <a:pt x="93" y="538"/>
                  </a:lnTo>
                  <a:cubicBezTo>
                    <a:pt x="87" y="545"/>
                    <a:pt x="75" y="551"/>
                    <a:pt x="62" y="551"/>
                  </a:cubicBezTo>
                  <a:cubicBezTo>
                    <a:pt x="1" y="588"/>
                    <a:pt x="38" y="693"/>
                    <a:pt x="118" y="674"/>
                  </a:cubicBezTo>
                  <a:cubicBezTo>
                    <a:pt x="130" y="674"/>
                    <a:pt x="137" y="668"/>
                    <a:pt x="155" y="668"/>
                  </a:cubicBezTo>
                  <a:cubicBezTo>
                    <a:pt x="180" y="668"/>
                    <a:pt x="211" y="662"/>
                    <a:pt x="229" y="650"/>
                  </a:cubicBezTo>
                  <a:cubicBezTo>
                    <a:pt x="272" y="637"/>
                    <a:pt x="303" y="613"/>
                    <a:pt x="340" y="582"/>
                  </a:cubicBezTo>
                  <a:cubicBezTo>
                    <a:pt x="365" y="569"/>
                    <a:pt x="384" y="545"/>
                    <a:pt x="402" y="520"/>
                  </a:cubicBezTo>
                  <a:cubicBezTo>
                    <a:pt x="408" y="508"/>
                    <a:pt x="427" y="495"/>
                    <a:pt x="433" y="483"/>
                  </a:cubicBezTo>
                  <a:cubicBezTo>
                    <a:pt x="439" y="477"/>
                    <a:pt x="445" y="458"/>
                    <a:pt x="458" y="452"/>
                  </a:cubicBezTo>
                  <a:cubicBezTo>
                    <a:pt x="464" y="446"/>
                    <a:pt x="458" y="446"/>
                    <a:pt x="445" y="458"/>
                  </a:cubicBezTo>
                  <a:lnTo>
                    <a:pt x="458" y="452"/>
                  </a:lnTo>
                  <a:cubicBezTo>
                    <a:pt x="476" y="421"/>
                    <a:pt x="501" y="396"/>
                    <a:pt x="520" y="359"/>
                  </a:cubicBezTo>
                  <a:cubicBezTo>
                    <a:pt x="532" y="328"/>
                    <a:pt x="557" y="291"/>
                    <a:pt x="563" y="248"/>
                  </a:cubicBezTo>
                  <a:cubicBezTo>
                    <a:pt x="569" y="229"/>
                    <a:pt x="569" y="205"/>
                    <a:pt x="569" y="186"/>
                  </a:cubicBezTo>
                  <a:cubicBezTo>
                    <a:pt x="563" y="180"/>
                    <a:pt x="563" y="168"/>
                    <a:pt x="563" y="15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3">
              <a:extLst>
                <a:ext uri="{FF2B5EF4-FFF2-40B4-BE49-F238E27FC236}">
                  <a16:creationId xmlns:a16="http://schemas.microsoft.com/office/drawing/2014/main" id="{98EB5471-1DB4-0C1D-4EDE-95231FF4FC8E}"/>
                </a:ext>
              </a:extLst>
            </p:cNvPr>
            <p:cNvSpPr/>
            <p:nvPr/>
          </p:nvSpPr>
          <p:spPr>
            <a:xfrm flipH="1">
              <a:off x="8919432" y="3733262"/>
              <a:ext cx="484" cy="968"/>
            </a:xfrm>
            <a:custGeom>
              <a:avLst/>
              <a:gdLst/>
              <a:ahLst/>
              <a:cxnLst/>
              <a:rect l="l" t="t" r="r" b="b"/>
              <a:pathLst>
                <a:path w="7" h="14" extrusionOk="0">
                  <a:moveTo>
                    <a:pt x="1" y="13"/>
                  </a:moveTo>
                  <a:cubicBezTo>
                    <a:pt x="7" y="1"/>
                    <a:pt x="1" y="1"/>
                    <a:pt x="1" y="1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3">
              <a:extLst>
                <a:ext uri="{FF2B5EF4-FFF2-40B4-BE49-F238E27FC236}">
                  <a16:creationId xmlns:a16="http://schemas.microsoft.com/office/drawing/2014/main" id="{2DEEC899-E0FD-A43C-EE89-884DB69E92C6}"/>
                </a:ext>
              </a:extLst>
            </p:cNvPr>
            <p:cNvSpPr/>
            <p:nvPr/>
          </p:nvSpPr>
          <p:spPr>
            <a:xfrm flipH="1">
              <a:off x="8513853" y="3261483"/>
              <a:ext cx="21860" cy="22689"/>
            </a:xfrm>
            <a:custGeom>
              <a:avLst/>
              <a:gdLst/>
              <a:ahLst/>
              <a:cxnLst/>
              <a:rect l="l" t="t" r="r" b="b"/>
              <a:pathLst>
                <a:path w="316" h="328" extrusionOk="0">
                  <a:moveTo>
                    <a:pt x="304" y="25"/>
                  </a:moveTo>
                  <a:cubicBezTo>
                    <a:pt x="291" y="19"/>
                    <a:pt x="285" y="19"/>
                    <a:pt x="279" y="6"/>
                  </a:cubicBezTo>
                  <a:cubicBezTo>
                    <a:pt x="260" y="0"/>
                    <a:pt x="254" y="6"/>
                    <a:pt x="242" y="19"/>
                  </a:cubicBezTo>
                  <a:cubicBezTo>
                    <a:pt x="229" y="19"/>
                    <a:pt x="229" y="25"/>
                    <a:pt x="223" y="25"/>
                  </a:cubicBezTo>
                  <a:cubicBezTo>
                    <a:pt x="217" y="25"/>
                    <a:pt x="211" y="31"/>
                    <a:pt x="199" y="37"/>
                  </a:cubicBezTo>
                  <a:lnTo>
                    <a:pt x="180" y="62"/>
                  </a:lnTo>
                  <a:cubicBezTo>
                    <a:pt x="161" y="80"/>
                    <a:pt x="149" y="93"/>
                    <a:pt x="124" y="111"/>
                  </a:cubicBezTo>
                  <a:cubicBezTo>
                    <a:pt x="93" y="142"/>
                    <a:pt x="56" y="173"/>
                    <a:pt x="26" y="192"/>
                  </a:cubicBezTo>
                  <a:cubicBezTo>
                    <a:pt x="7" y="210"/>
                    <a:pt x="1" y="235"/>
                    <a:pt x="1" y="247"/>
                  </a:cubicBezTo>
                  <a:cubicBezTo>
                    <a:pt x="1" y="266"/>
                    <a:pt x="7" y="284"/>
                    <a:pt x="26" y="303"/>
                  </a:cubicBezTo>
                  <a:cubicBezTo>
                    <a:pt x="38" y="315"/>
                    <a:pt x="56" y="328"/>
                    <a:pt x="75" y="328"/>
                  </a:cubicBezTo>
                  <a:cubicBezTo>
                    <a:pt x="100" y="328"/>
                    <a:pt x="118" y="315"/>
                    <a:pt x="131" y="303"/>
                  </a:cubicBezTo>
                  <a:cubicBezTo>
                    <a:pt x="161" y="272"/>
                    <a:pt x="192" y="235"/>
                    <a:pt x="217" y="204"/>
                  </a:cubicBezTo>
                  <a:lnTo>
                    <a:pt x="260" y="155"/>
                  </a:lnTo>
                  <a:lnTo>
                    <a:pt x="285" y="130"/>
                  </a:lnTo>
                  <a:cubicBezTo>
                    <a:pt x="291" y="124"/>
                    <a:pt x="304" y="117"/>
                    <a:pt x="304" y="111"/>
                  </a:cubicBezTo>
                  <a:cubicBezTo>
                    <a:pt x="304" y="99"/>
                    <a:pt x="310" y="99"/>
                    <a:pt x="310" y="93"/>
                  </a:cubicBezTo>
                  <a:cubicBezTo>
                    <a:pt x="316" y="87"/>
                    <a:pt x="316" y="68"/>
                    <a:pt x="316" y="62"/>
                  </a:cubicBezTo>
                  <a:cubicBezTo>
                    <a:pt x="310" y="37"/>
                    <a:pt x="310" y="31"/>
                    <a:pt x="304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3">
              <a:extLst>
                <a:ext uri="{FF2B5EF4-FFF2-40B4-BE49-F238E27FC236}">
                  <a16:creationId xmlns:a16="http://schemas.microsoft.com/office/drawing/2014/main" id="{277785E5-7A4E-2357-DDAC-50A4531A79AC}"/>
                </a:ext>
              </a:extLst>
            </p:cNvPr>
            <p:cNvSpPr/>
            <p:nvPr/>
          </p:nvSpPr>
          <p:spPr>
            <a:xfrm flipH="1">
              <a:off x="8398468" y="3269992"/>
              <a:ext cx="25665" cy="27878"/>
            </a:xfrm>
            <a:custGeom>
              <a:avLst/>
              <a:gdLst/>
              <a:ahLst/>
              <a:cxnLst/>
              <a:rect l="l" t="t" r="r" b="b"/>
              <a:pathLst>
                <a:path w="371" h="403" extrusionOk="0">
                  <a:moveTo>
                    <a:pt x="359" y="19"/>
                  </a:moveTo>
                  <a:cubicBezTo>
                    <a:pt x="346" y="7"/>
                    <a:pt x="322" y="1"/>
                    <a:pt x="315" y="7"/>
                  </a:cubicBezTo>
                  <a:cubicBezTo>
                    <a:pt x="266" y="50"/>
                    <a:pt x="217" y="99"/>
                    <a:pt x="161" y="149"/>
                  </a:cubicBezTo>
                  <a:lnTo>
                    <a:pt x="93" y="217"/>
                  </a:lnTo>
                  <a:cubicBezTo>
                    <a:pt x="68" y="242"/>
                    <a:pt x="50" y="260"/>
                    <a:pt x="25" y="291"/>
                  </a:cubicBezTo>
                  <a:cubicBezTo>
                    <a:pt x="0" y="316"/>
                    <a:pt x="0" y="353"/>
                    <a:pt x="25" y="377"/>
                  </a:cubicBezTo>
                  <a:cubicBezTo>
                    <a:pt x="44" y="402"/>
                    <a:pt x="87" y="402"/>
                    <a:pt x="105" y="377"/>
                  </a:cubicBezTo>
                  <a:lnTo>
                    <a:pt x="179" y="310"/>
                  </a:lnTo>
                  <a:cubicBezTo>
                    <a:pt x="198" y="279"/>
                    <a:pt x="223" y="254"/>
                    <a:pt x="247" y="223"/>
                  </a:cubicBezTo>
                  <a:cubicBezTo>
                    <a:pt x="285" y="167"/>
                    <a:pt x="334" y="124"/>
                    <a:pt x="365" y="69"/>
                  </a:cubicBezTo>
                  <a:cubicBezTo>
                    <a:pt x="371" y="38"/>
                    <a:pt x="371" y="25"/>
                    <a:pt x="359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3">
              <a:extLst>
                <a:ext uri="{FF2B5EF4-FFF2-40B4-BE49-F238E27FC236}">
                  <a16:creationId xmlns:a16="http://schemas.microsoft.com/office/drawing/2014/main" id="{38E16679-456F-E6E1-5FD8-B72E5121927F}"/>
                </a:ext>
              </a:extLst>
            </p:cNvPr>
            <p:cNvSpPr/>
            <p:nvPr/>
          </p:nvSpPr>
          <p:spPr>
            <a:xfrm flipH="1">
              <a:off x="8327493" y="2908410"/>
              <a:ext cx="27879" cy="27462"/>
            </a:xfrm>
            <a:custGeom>
              <a:avLst/>
              <a:gdLst/>
              <a:ahLst/>
              <a:cxnLst/>
              <a:rect l="l" t="t" r="r" b="b"/>
              <a:pathLst>
                <a:path w="403" h="397" extrusionOk="0">
                  <a:moveTo>
                    <a:pt x="372" y="13"/>
                  </a:moveTo>
                  <a:cubicBezTo>
                    <a:pt x="359" y="7"/>
                    <a:pt x="341" y="1"/>
                    <a:pt x="328" y="1"/>
                  </a:cubicBezTo>
                  <a:lnTo>
                    <a:pt x="304" y="1"/>
                  </a:lnTo>
                  <a:cubicBezTo>
                    <a:pt x="279" y="1"/>
                    <a:pt x="260" y="1"/>
                    <a:pt x="236" y="7"/>
                  </a:cubicBezTo>
                  <a:cubicBezTo>
                    <a:pt x="186" y="26"/>
                    <a:pt x="149" y="44"/>
                    <a:pt x="112" y="75"/>
                  </a:cubicBezTo>
                  <a:cubicBezTo>
                    <a:pt x="44" y="137"/>
                    <a:pt x="1" y="230"/>
                    <a:pt x="1" y="322"/>
                  </a:cubicBezTo>
                  <a:cubicBezTo>
                    <a:pt x="1" y="365"/>
                    <a:pt x="32" y="396"/>
                    <a:pt x="75" y="396"/>
                  </a:cubicBezTo>
                  <a:cubicBezTo>
                    <a:pt x="87" y="396"/>
                    <a:pt x="112" y="384"/>
                    <a:pt x="118" y="372"/>
                  </a:cubicBezTo>
                  <a:cubicBezTo>
                    <a:pt x="137" y="353"/>
                    <a:pt x="137" y="341"/>
                    <a:pt x="143" y="322"/>
                  </a:cubicBezTo>
                  <a:cubicBezTo>
                    <a:pt x="143" y="347"/>
                    <a:pt x="143" y="335"/>
                    <a:pt x="143" y="322"/>
                  </a:cubicBezTo>
                  <a:lnTo>
                    <a:pt x="143" y="310"/>
                  </a:lnTo>
                  <a:cubicBezTo>
                    <a:pt x="143" y="298"/>
                    <a:pt x="149" y="291"/>
                    <a:pt x="149" y="285"/>
                  </a:cubicBezTo>
                  <a:cubicBezTo>
                    <a:pt x="149" y="279"/>
                    <a:pt x="149" y="279"/>
                    <a:pt x="155" y="273"/>
                  </a:cubicBezTo>
                  <a:cubicBezTo>
                    <a:pt x="155" y="260"/>
                    <a:pt x="162" y="254"/>
                    <a:pt x="162" y="248"/>
                  </a:cubicBezTo>
                  <a:cubicBezTo>
                    <a:pt x="174" y="236"/>
                    <a:pt x="174" y="230"/>
                    <a:pt x="180" y="223"/>
                  </a:cubicBezTo>
                  <a:cubicBezTo>
                    <a:pt x="180" y="223"/>
                    <a:pt x="180" y="217"/>
                    <a:pt x="186" y="217"/>
                  </a:cubicBezTo>
                  <a:cubicBezTo>
                    <a:pt x="193" y="205"/>
                    <a:pt x="193" y="199"/>
                    <a:pt x="205" y="199"/>
                  </a:cubicBezTo>
                  <a:cubicBezTo>
                    <a:pt x="205" y="199"/>
                    <a:pt x="205" y="192"/>
                    <a:pt x="211" y="192"/>
                  </a:cubicBezTo>
                  <a:lnTo>
                    <a:pt x="211" y="192"/>
                  </a:lnTo>
                  <a:lnTo>
                    <a:pt x="217" y="186"/>
                  </a:lnTo>
                  <a:cubicBezTo>
                    <a:pt x="223" y="168"/>
                    <a:pt x="242" y="162"/>
                    <a:pt x="254" y="143"/>
                  </a:cubicBezTo>
                  <a:lnTo>
                    <a:pt x="254" y="143"/>
                  </a:lnTo>
                  <a:lnTo>
                    <a:pt x="267" y="137"/>
                  </a:lnTo>
                  <a:cubicBezTo>
                    <a:pt x="273" y="131"/>
                    <a:pt x="279" y="131"/>
                    <a:pt x="285" y="125"/>
                  </a:cubicBezTo>
                  <a:lnTo>
                    <a:pt x="335" y="100"/>
                  </a:lnTo>
                  <a:cubicBezTo>
                    <a:pt x="341" y="100"/>
                    <a:pt x="347" y="94"/>
                    <a:pt x="359" y="94"/>
                  </a:cubicBezTo>
                  <a:cubicBezTo>
                    <a:pt x="341" y="100"/>
                    <a:pt x="365" y="94"/>
                    <a:pt x="365" y="81"/>
                  </a:cubicBezTo>
                  <a:cubicBezTo>
                    <a:pt x="372" y="81"/>
                    <a:pt x="372" y="75"/>
                    <a:pt x="378" y="75"/>
                  </a:cubicBezTo>
                  <a:cubicBezTo>
                    <a:pt x="396" y="69"/>
                    <a:pt x="403" y="32"/>
                    <a:pt x="372" y="1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3">
              <a:extLst>
                <a:ext uri="{FF2B5EF4-FFF2-40B4-BE49-F238E27FC236}">
                  <a16:creationId xmlns:a16="http://schemas.microsoft.com/office/drawing/2014/main" id="{3E2386C9-CF2B-2279-9DCC-EC54E300AE63}"/>
                </a:ext>
              </a:extLst>
            </p:cNvPr>
            <p:cNvSpPr/>
            <p:nvPr/>
          </p:nvSpPr>
          <p:spPr>
            <a:xfrm flipH="1">
              <a:off x="7194869" y="4826100"/>
              <a:ext cx="36387" cy="44895"/>
            </a:xfrm>
            <a:custGeom>
              <a:avLst/>
              <a:gdLst/>
              <a:ahLst/>
              <a:cxnLst/>
              <a:rect l="l" t="t" r="r" b="b"/>
              <a:pathLst>
                <a:path w="526" h="649" extrusionOk="0">
                  <a:moveTo>
                    <a:pt x="432" y="19"/>
                  </a:moveTo>
                  <a:cubicBezTo>
                    <a:pt x="383" y="12"/>
                    <a:pt x="340" y="0"/>
                    <a:pt x="290" y="25"/>
                  </a:cubicBezTo>
                  <a:cubicBezTo>
                    <a:pt x="259" y="43"/>
                    <a:pt x="229" y="62"/>
                    <a:pt x="210" y="87"/>
                  </a:cubicBezTo>
                  <a:cubicBezTo>
                    <a:pt x="161" y="124"/>
                    <a:pt x="117" y="173"/>
                    <a:pt x="87" y="222"/>
                  </a:cubicBezTo>
                  <a:cubicBezTo>
                    <a:pt x="74" y="235"/>
                    <a:pt x="74" y="235"/>
                    <a:pt x="74" y="241"/>
                  </a:cubicBezTo>
                  <a:cubicBezTo>
                    <a:pt x="68" y="247"/>
                    <a:pt x="68" y="260"/>
                    <a:pt x="62" y="272"/>
                  </a:cubicBezTo>
                  <a:lnTo>
                    <a:pt x="62" y="272"/>
                  </a:lnTo>
                  <a:lnTo>
                    <a:pt x="62" y="278"/>
                  </a:lnTo>
                  <a:cubicBezTo>
                    <a:pt x="62" y="290"/>
                    <a:pt x="56" y="297"/>
                    <a:pt x="56" y="297"/>
                  </a:cubicBezTo>
                  <a:cubicBezTo>
                    <a:pt x="37" y="327"/>
                    <a:pt x="25" y="358"/>
                    <a:pt x="12" y="389"/>
                  </a:cubicBezTo>
                  <a:cubicBezTo>
                    <a:pt x="6" y="420"/>
                    <a:pt x="0" y="451"/>
                    <a:pt x="0" y="476"/>
                  </a:cubicBezTo>
                  <a:lnTo>
                    <a:pt x="0" y="513"/>
                  </a:lnTo>
                  <a:lnTo>
                    <a:pt x="0" y="519"/>
                  </a:lnTo>
                  <a:lnTo>
                    <a:pt x="0" y="525"/>
                  </a:lnTo>
                  <a:lnTo>
                    <a:pt x="0" y="575"/>
                  </a:lnTo>
                  <a:cubicBezTo>
                    <a:pt x="0" y="612"/>
                    <a:pt x="25" y="636"/>
                    <a:pt x="62" y="643"/>
                  </a:cubicBezTo>
                  <a:cubicBezTo>
                    <a:pt x="93" y="649"/>
                    <a:pt x="130" y="630"/>
                    <a:pt x="136" y="587"/>
                  </a:cubicBezTo>
                  <a:cubicBezTo>
                    <a:pt x="136" y="581"/>
                    <a:pt x="148" y="568"/>
                    <a:pt x="148" y="556"/>
                  </a:cubicBezTo>
                  <a:lnTo>
                    <a:pt x="148" y="550"/>
                  </a:lnTo>
                  <a:lnTo>
                    <a:pt x="154" y="544"/>
                  </a:lnTo>
                  <a:cubicBezTo>
                    <a:pt x="161" y="525"/>
                    <a:pt x="167" y="513"/>
                    <a:pt x="167" y="494"/>
                  </a:cubicBezTo>
                  <a:lnTo>
                    <a:pt x="167" y="488"/>
                  </a:lnTo>
                  <a:lnTo>
                    <a:pt x="179" y="482"/>
                  </a:lnTo>
                  <a:cubicBezTo>
                    <a:pt x="192" y="451"/>
                    <a:pt x="210" y="414"/>
                    <a:pt x="229" y="383"/>
                  </a:cubicBezTo>
                  <a:cubicBezTo>
                    <a:pt x="241" y="383"/>
                    <a:pt x="241" y="371"/>
                    <a:pt x="247" y="371"/>
                  </a:cubicBezTo>
                  <a:lnTo>
                    <a:pt x="259" y="358"/>
                  </a:lnTo>
                  <a:lnTo>
                    <a:pt x="290" y="327"/>
                  </a:lnTo>
                  <a:cubicBezTo>
                    <a:pt x="303" y="321"/>
                    <a:pt x="315" y="309"/>
                    <a:pt x="321" y="297"/>
                  </a:cubicBezTo>
                  <a:lnTo>
                    <a:pt x="340" y="278"/>
                  </a:lnTo>
                  <a:lnTo>
                    <a:pt x="340" y="278"/>
                  </a:lnTo>
                  <a:lnTo>
                    <a:pt x="408" y="235"/>
                  </a:lnTo>
                  <a:cubicBezTo>
                    <a:pt x="432" y="216"/>
                    <a:pt x="457" y="204"/>
                    <a:pt x="470" y="179"/>
                  </a:cubicBezTo>
                  <a:cubicBezTo>
                    <a:pt x="476" y="173"/>
                    <a:pt x="488" y="154"/>
                    <a:pt x="494" y="148"/>
                  </a:cubicBezTo>
                  <a:cubicBezTo>
                    <a:pt x="525" y="111"/>
                    <a:pt x="488" y="31"/>
                    <a:pt x="432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3">
              <a:extLst>
                <a:ext uri="{FF2B5EF4-FFF2-40B4-BE49-F238E27FC236}">
                  <a16:creationId xmlns:a16="http://schemas.microsoft.com/office/drawing/2014/main" id="{7F3DECE0-5D98-9A09-A75A-0A99F11CEA24}"/>
                </a:ext>
              </a:extLst>
            </p:cNvPr>
            <p:cNvSpPr/>
            <p:nvPr/>
          </p:nvSpPr>
          <p:spPr>
            <a:xfrm flipH="1">
              <a:off x="6984644" y="4947434"/>
              <a:ext cx="32098" cy="34242"/>
            </a:xfrm>
            <a:custGeom>
              <a:avLst/>
              <a:gdLst/>
              <a:ahLst/>
              <a:cxnLst/>
              <a:rect l="l" t="t" r="r" b="b"/>
              <a:pathLst>
                <a:path w="464" h="495" extrusionOk="0">
                  <a:moveTo>
                    <a:pt x="458" y="186"/>
                  </a:moveTo>
                  <a:cubicBezTo>
                    <a:pt x="458" y="155"/>
                    <a:pt x="451" y="130"/>
                    <a:pt x="433" y="112"/>
                  </a:cubicBezTo>
                  <a:cubicBezTo>
                    <a:pt x="427" y="93"/>
                    <a:pt x="408" y="81"/>
                    <a:pt x="402" y="62"/>
                  </a:cubicBezTo>
                  <a:cubicBezTo>
                    <a:pt x="377" y="38"/>
                    <a:pt x="353" y="19"/>
                    <a:pt x="309" y="7"/>
                  </a:cubicBezTo>
                  <a:cubicBezTo>
                    <a:pt x="297" y="7"/>
                    <a:pt x="272" y="1"/>
                    <a:pt x="260" y="1"/>
                  </a:cubicBezTo>
                  <a:cubicBezTo>
                    <a:pt x="217" y="1"/>
                    <a:pt x="180" y="7"/>
                    <a:pt x="149" y="32"/>
                  </a:cubicBezTo>
                  <a:cubicBezTo>
                    <a:pt x="136" y="38"/>
                    <a:pt x="118" y="56"/>
                    <a:pt x="105" y="62"/>
                  </a:cubicBezTo>
                  <a:cubicBezTo>
                    <a:pt x="81" y="81"/>
                    <a:pt x="62" y="99"/>
                    <a:pt x="56" y="130"/>
                  </a:cubicBezTo>
                  <a:cubicBezTo>
                    <a:pt x="50" y="149"/>
                    <a:pt x="44" y="161"/>
                    <a:pt x="44" y="180"/>
                  </a:cubicBezTo>
                  <a:lnTo>
                    <a:pt x="44" y="180"/>
                  </a:lnTo>
                  <a:cubicBezTo>
                    <a:pt x="44" y="186"/>
                    <a:pt x="31" y="186"/>
                    <a:pt x="31" y="192"/>
                  </a:cubicBezTo>
                  <a:cubicBezTo>
                    <a:pt x="25" y="211"/>
                    <a:pt x="19" y="223"/>
                    <a:pt x="19" y="235"/>
                  </a:cubicBezTo>
                  <a:lnTo>
                    <a:pt x="19" y="242"/>
                  </a:lnTo>
                  <a:cubicBezTo>
                    <a:pt x="25" y="235"/>
                    <a:pt x="25" y="217"/>
                    <a:pt x="31" y="211"/>
                  </a:cubicBezTo>
                  <a:cubicBezTo>
                    <a:pt x="25" y="217"/>
                    <a:pt x="25" y="235"/>
                    <a:pt x="19" y="242"/>
                  </a:cubicBezTo>
                  <a:cubicBezTo>
                    <a:pt x="19" y="254"/>
                    <a:pt x="19" y="266"/>
                    <a:pt x="13" y="279"/>
                  </a:cubicBezTo>
                  <a:cubicBezTo>
                    <a:pt x="13" y="266"/>
                    <a:pt x="13" y="254"/>
                    <a:pt x="19" y="242"/>
                  </a:cubicBezTo>
                  <a:cubicBezTo>
                    <a:pt x="19" y="248"/>
                    <a:pt x="13" y="254"/>
                    <a:pt x="13" y="266"/>
                  </a:cubicBezTo>
                  <a:cubicBezTo>
                    <a:pt x="0" y="285"/>
                    <a:pt x="0" y="310"/>
                    <a:pt x="0" y="322"/>
                  </a:cubicBezTo>
                  <a:cubicBezTo>
                    <a:pt x="0" y="347"/>
                    <a:pt x="13" y="371"/>
                    <a:pt x="19" y="396"/>
                  </a:cubicBezTo>
                  <a:lnTo>
                    <a:pt x="19" y="396"/>
                  </a:lnTo>
                  <a:lnTo>
                    <a:pt x="19" y="408"/>
                  </a:lnTo>
                  <a:cubicBezTo>
                    <a:pt x="25" y="433"/>
                    <a:pt x="50" y="464"/>
                    <a:pt x="75" y="476"/>
                  </a:cubicBezTo>
                  <a:cubicBezTo>
                    <a:pt x="81" y="476"/>
                    <a:pt x="87" y="489"/>
                    <a:pt x="93" y="489"/>
                  </a:cubicBezTo>
                  <a:cubicBezTo>
                    <a:pt x="112" y="495"/>
                    <a:pt x="124" y="495"/>
                    <a:pt x="143" y="489"/>
                  </a:cubicBezTo>
                  <a:cubicBezTo>
                    <a:pt x="167" y="489"/>
                    <a:pt x="186" y="470"/>
                    <a:pt x="204" y="458"/>
                  </a:cubicBezTo>
                  <a:cubicBezTo>
                    <a:pt x="210" y="445"/>
                    <a:pt x="217" y="439"/>
                    <a:pt x="217" y="433"/>
                  </a:cubicBezTo>
                  <a:cubicBezTo>
                    <a:pt x="229" y="427"/>
                    <a:pt x="229" y="408"/>
                    <a:pt x="235" y="402"/>
                  </a:cubicBezTo>
                  <a:lnTo>
                    <a:pt x="235" y="402"/>
                  </a:lnTo>
                  <a:lnTo>
                    <a:pt x="291" y="402"/>
                  </a:lnTo>
                  <a:cubicBezTo>
                    <a:pt x="322" y="402"/>
                    <a:pt x="340" y="396"/>
                    <a:pt x="365" y="377"/>
                  </a:cubicBezTo>
                  <a:cubicBezTo>
                    <a:pt x="390" y="365"/>
                    <a:pt x="414" y="347"/>
                    <a:pt x="427" y="328"/>
                  </a:cubicBezTo>
                  <a:cubicBezTo>
                    <a:pt x="445" y="303"/>
                    <a:pt x="458" y="279"/>
                    <a:pt x="464" y="254"/>
                  </a:cubicBezTo>
                  <a:cubicBezTo>
                    <a:pt x="464" y="242"/>
                    <a:pt x="464" y="211"/>
                    <a:pt x="458" y="1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3">
              <a:extLst>
                <a:ext uri="{FF2B5EF4-FFF2-40B4-BE49-F238E27FC236}">
                  <a16:creationId xmlns:a16="http://schemas.microsoft.com/office/drawing/2014/main" id="{28740CA2-70CD-6C33-2A49-25A9D370E99A}"/>
                </a:ext>
              </a:extLst>
            </p:cNvPr>
            <p:cNvSpPr/>
            <p:nvPr/>
          </p:nvSpPr>
          <p:spPr>
            <a:xfrm flipH="1">
              <a:off x="7015843" y="4964520"/>
              <a:ext cx="69" cy="6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3">
              <a:extLst>
                <a:ext uri="{FF2B5EF4-FFF2-40B4-BE49-F238E27FC236}">
                  <a16:creationId xmlns:a16="http://schemas.microsoft.com/office/drawing/2014/main" id="{603AB8A1-1352-3D55-0066-379B7128F300}"/>
                </a:ext>
              </a:extLst>
            </p:cNvPr>
            <p:cNvSpPr/>
            <p:nvPr/>
          </p:nvSpPr>
          <p:spPr>
            <a:xfrm flipH="1">
              <a:off x="7015843" y="4964520"/>
              <a:ext cx="69" cy="484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" y="7"/>
                    <a:pt x="1" y="7"/>
                    <a:pt x="1" y="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3">
              <a:extLst>
                <a:ext uri="{FF2B5EF4-FFF2-40B4-BE49-F238E27FC236}">
                  <a16:creationId xmlns:a16="http://schemas.microsoft.com/office/drawing/2014/main" id="{05768FB0-055D-D074-2595-867BA336A8FC}"/>
                </a:ext>
              </a:extLst>
            </p:cNvPr>
            <p:cNvSpPr/>
            <p:nvPr/>
          </p:nvSpPr>
          <p:spPr>
            <a:xfrm flipH="1">
              <a:off x="6823049" y="4708086"/>
              <a:ext cx="9892" cy="26148"/>
            </a:xfrm>
            <a:custGeom>
              <a:avLst/>
              <a:gdLst/>
              <a:ahLst/>
              <a:cxnLst/>
              <a:rect l="l" t="t" r="r" b="b"/>
              <a:pathLst>
                <a:path w="143" h="378" extrusionOk="0">
                  <a:moveTo>
                    <a:pt x="117" y="112"/>
                  </a:moveTo>
                  <a:cubicBezTo>
                    <a:pt x="111" y="87"/>
                    <a:pt x="111" y="63"/>
                    <a:pt x="105" y="38"/>
                  </a:cubicBezTo>
                  <a:cubicBezTo>
                    <a:pt x="93" y="1"/>
                    <a:pt x="31" y="1"/>
                    <a:pt x="25" y="38"/>
                  </a:cubicBezTo>
                  <a:cubicBezTo>
                    <a:pt x="19" y="63"/>
                    <a:pt x="12" y="87"/>
                    <a:pt x="12" y="112"/>
                  </a:cubicBezTo>
                  <a:cubicBezTo>
                    <a:pt x="0" y="131"/>
                    <a:pt x="0" y="162"/>
                    <a:pt x="0" y="186"/>
                  </a:cubicBezTo>
                  <a:cubicBezTo>
                    <a:pt x="0" y="211"/>
                    <a:pt x="0" y="236"/>
                    <a:pt x="12" y="254"/>
                  </a:cubicBezTo>
                  <a:cubicBezTo>
                    <a:pt x="12" y="279"/>
                    <a:pt x="12" y="304"/>
                    <a:pt x="19" y="328"/>
                  </a:cubicBezTo>
                  <a:cubicBezTo>
                    <a:pt x="19" y="353"/>
                    <a:pt x="43" y="378"/>
                    <a:pt x="74" y="378"/>
                  </a:cubicBezTo>
                  <a:cubicBezTo>
                    <a:pt x="105" y="378"/>
                    <a:pt x="124" y="359"/>
                    <a:pt x="124" y="328"/>
                  </a:cubicBezTo>
                  <a:cubicBezTo>
                    <a:pt x="124" y="304"/>
                    <a:pt x="124" y="279"/>
                    <a:pt x="136" y="254"/>
                  </a:cubicBezTo>
                  <a:cubicBezTo>
                    <a:pt x="136" y="236"/>
                    <a:pt x="142" y="211"/>
                    <a:pt x="142" y="186"/>
                  </a:cubicBezTo>
                  <a:cubicBezTo>
                    <a:pt x="117" y="162"/>
                    <a:pt x="117" y="131"/>
                    <a:pt x="117" y="11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3">
              <a:extLst>
                <a:ext uri="{FF2B5EF4-FFF2-40B4-BE49-F238E27FC236}">
                  <a16:creationId xmlns:a16="http://schemas.microsoft.com/office/drawing/2014/main" id="{CB1FE461-EA1B-C5BE-E914-27118E41158C}"/>
                </a:ext>
              </a:extLst>
            </p:cNvPr>
            <p:cNvSpPr/>
            <p:nvPr/>
          </p:nvSpPr>
          <p:spPr>
            <a:xfrm flipH="1">
              <a:off x="6915399" y="4567106"/>
              <a:ext cx="26979" cy="26563"/>
            </a:xfrm>
            <a:custGeom>
              <a:avLst/>
              <a:gdLst/>
              <a:ahLst/>
              <a:cxnLst/>
              <a:rect l="l" t="t" r="r" b="b"/>
              <a:pathLst>
                <a:path w="390" h="384" extrusionOk="0">
                  <a:moveTo>
                    <a:pt x="371" y="19"/>
                  </a:moveTo>
                  <a:cubicBezTo>
                    <a:pt x="359" y="0"/>
                    <a:pt x="328" y="0"/>
                    <a:pt x="309" y="19"/>
                  </a:cubicBezTo>
                  <a:cubicBezTo>
                    <a:pt x="285" y="37"/>
                    <a:pt x="260" y="56"/>
                    <a:pt x="229" y="74"/>
                  </a:cubicBezTo>
                  <a:lnTo>
                    <a:pt x="161" y="148"/>
                  </a:lnTo>
                  <a:lnTo>
                    <a:pt x="25" y="284"/>
                  </a:lnTo>
                  <a:cubicBezTo>
                    <a:pt x="0" y="309"/>
                    <a:pt x="0" y="340"/>
                    <a:pt x="25" y="365"/>
                  </a:cubicBezTo>
                  <a:cubicBezTo>
                    <a:pt x="44" y="383"/>
                    <a:pt x="75" y="383"/>
                    <a:pt x="99" y="365"/>
                  </a:cubicBezTo>
                  <a:lnTo>
                    <a:pt x="241" y="223"/>
                  </a:lnTo>
                  <a:lnTo>
                    <a:pt x="309" y="155"/>
                  </a:lnTo>
                  <a:cubicBezTo>
                    <a:pt x="334" y="130"/>
                    <a:pt x="353" y="99"/>
                    <a:pt x="371" y="74"/>
                  </a:cubicBezTo>
                  <a:cubicBezTo>
                    <a:pt x="390" y="62"/>
                    <a:pt x="390" y="31"/>
                    <a:pt x="371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3">
              <a:extLst>
                <a:ext uri="{FF2B5EF4-FFF2-40B4-BE49-F238E27FC236}">
                  <a16:creationId xmlns:a16="http://schemas.microsoft.com/office/drawing/2014/main" id="{61A14EAD-B720-ADC5-D407-ED2707B88289}"/>
                </a:ext>
              </a:extLst>
            </p:cNvPr>
            <p:cNvSpPr/>
            <p:nvPr/>
          </p:nvSpPr>
          <p:spPr>
            <a:xfrm flipH="1">
              <a:off x="6585092" y="4849135"/>
              <a:ext cx="39362" cy="59075"/>
            </a:xfrm>
            <a:custGeom>
              <a:avLst/>
              <a:gdLst/>
              <a:ahLst/>
              <a:cxnLst/>
              <a:rect l="l" t="t" r="r" b="b"/>
              <a:pathLst>
                <a:path w="569" h="854" extrusionOk="0">
                  <a:moveTo>
                    <a:pt x="488" y="19"/>
                  </a:moveTo>
                  <a:cubicBezTo>
                    <a:pt x="451" y="32"/>
                    <a:pt x="433" y="69"/>
                    <a:pt x="402" y="93"/>
                  </a:cubicBezTo>
                  <a:cubicBezTo>
                    <a:pt x="390" y="112"/>
                    <a:pt x="371" y="118"/>
                    <a:pt x="359" y="143"/>
                  </a:cubicBezTo>
                  <a:cubicBezTo>
                    <a:pt x="352" y="155"/>
                    <a:pt x="334" y="161"/>
                    <a:pt x="328" y="180"/>
                  </a:cubicBezTo>
                  <a:cubicBezTo>
                    <a:pt x="297" y="211"/>
                    <a:pt x="278" y="242"/>
                    <a:pt x="260" y="272"/>
                  </a:cubicBezTo>
                  <a:cubicBezTo>
                    <a:pt x="235" y="303"/>
                    <a:pt x="210" y="340"/>
                    <a:pt x="198" y="371"/>
                  </a:cubicBezTo>
                  <a:cubicBezTo>
                    <a:pt x="155" y="433"/>
                    <a:pt x="124" y="501"/>
                    <a:pt x="93" y="575"/>
                  </a:cubicBezTo>
                  <a:cubicBezTo>
                    <a:pt x="81" y="612"/>
                    <a:pt x="62" y="649"/>
                    <a:pt x="50" y="680"/>
                  </a:cubicBezTo>
                  <a:cubicBezTo>
                    <a:pt x="50" y="686"/>
                    <a:pt x="44" y="699"/>
                    <a:pt x="44" y="705"/>
                  </a:cubicBezTo>
                  <a:lnTo>
                    <a:pt x="44" y="736"/>
                  </a:lnTo>
                  <a:cubicBezTo>
                    <a:pt x="44" y="742"/>
                    <a:pt x="25" y="767"/>
                    <a:pt x="25" y="773"/>
                  </a:cubicBezTo>
                  <a:cubicBezTo>
                    <a:pt x="0" y="822"/>
                    <a:pt x="62" y="853"/>
                    <a:pt x="87" y="810"/>
                  </a:cubicBezTo>
                  <a:cubicBezTo>
                    <a:pt x="93" y="804"/>
                    <a:pt x="105" y="791"/>
                    <a:pt x="112" y="779"/>
                  </a:cubicBezTo>
                  <a:cubicBezTo>
                    <a:pt x="124" y="779"/>
                    <a:pt x="136" y="773"/>
                    <a:pt x="149" y="767"/>
                  </a:cubicBezTo>
                  <a:cubicBezTo>
                    <a:pt x="167" y="748"/>
                    <a:pt x="173" y="736"/>
                    <a:pt x="186" y="717"/>
                  </a:cubicBezTo>
                  <a:cubicBezTo>
                    <a:pt x="210" y="699"/>
                    <a:pt x="235" y="662"/>
                    <a:pt x="260" y="631"/>
                  </a:cubicBezTo>
                  <a:cubicBezTo>
                    <a:pt x="303" y="575"/>
                    <a:pt x="352" y="520"/>
                    <a:pt x="390" y="458"/>
                  </a:cubicBezTo>
                  <a:cubicBezTo>
                    <a:pt x="402" y="427"/>
                    <a:pt x="427" y="396"/>
                    <a:pt x="445" y="371"/>
                  </a:cubicBezTo>
                  <a:cubicBezTo>
                    <a:pt x="451" y="353"/>
                    <a:pt x="464" y="340"/>
                    <a:pt x="476" y="322"/>
                  </a:cubicBezTo>
                  <a:cubicBezTo>
                    <a:pt x="482" y="310"/>
                    <a:pt x="488" y="285"/>
                    <a:pt x="495" y="272"/>
                  </a:cubicBezTo>
                  <a:cubicBezTo>
                    <a:pt x="507" y="254"/>
                    <a:pt x="513" y="248"/>
                    <a:pt x="519" y="229"/>
                  </a:cubicBezTo>
                  <a:cubicBezTo>
                    <a:pt x="525" y="211"/>
                    <a:pt x="538" y="192"/>
                    <a:pt x="538" y="167"/>
                  </a:cubicBezTo>
                  <a:cubicBezTo>
                    <a:pt x="544" y="130"/>
                    <a:pt x="569" y="100"/>
                    <a:pt x="569" y="62"/>
                  </a:cubicBezTo>
                  <a:cubicBezTo>
                    <a:pt x="550" y="19"/>
                    <a:pt x="519" y="1"/>
                    <a:pt x="488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3">
              <a:extLst>
                <a:ext uri="{FF2B5EF4-FFF2-40B4-BE49-F238E27FC236}">
                  <a16:creationId xmlns:a16="http://schemas.microsoft.com/office/drawing/2014/main" id="{1DFAF832-97C7-9A97-2AC8-BBF97C2FE4C7}"/>
                </a:ext>
              </a:extLst>
            </p:cNvPr>
            <p:cNvSpPr/>
            <p:nvPr/>
          </p:nvSpPr>
          <p:spPr>
            <a:xfrm flipH="1">
              <a:off x="7431243" y="2959324"/>
              <a:ext cx="15842" cy="20130"/>
            </a:xfrm>
            <a:custGeom>
              <a:avLst/>
              <a:gdLst/>
              <a:ahLst/>
              <a:cxnLst/>
              <a:rect l="l" t="t" r="r" b="b"/>
              <a:pathLst>
                <a:path w="229" h="291" extrusionOk="0">
                  <a:moveTo>
                    <a:pt x="229" y="62"/>
                  </a:moveTo>
                  <a:cubicBezTo>
                    <a:pt x="229" y="43"/>
                    <a:pt x="222" y="31"/>
                    <a:pt x="210" y="19"/>
                  </a:cubicBezTo>
                  <a:cubicBezTo>
                    <a:pt x="198" y="13"/>
                    <a:pt x="192" y="6"/>
                    <a:pt x="179" y="6"/>
                  </a:cubicBezTo>
                  <a:cubicBezTo>
                    <a:pt x="161" y="0"/>
                    <a:pt x="136" y="0"/>
                    <a:pt x="124" y="6"/>
                  </a:cubicBezTo>
                  <a:cubicBezTo>
                    <a:pt x="93" y="13"/>
                    <a:pt x="68" y="31"/>
                    <a:pt x="43" y="50"/>
                  </a:cubicBezTo>
                  <a:cubicBezTo>
                    <a:pt x="37" y="62"/>
                    <a:pt x="25" y="68"/>
                    <a:pt x="25" y="74"/>
                  </a:cubicBezTo>
                  <a:cubicBezTo>
                    <a:pt x="12" y="80"/>
                    <a:pt x="12" y="99"/>
                    <a:pt x="6" y="105"/>
                  </a:cubicBezTo>
                  <a:cubicBezTo>
                    <a:pt x="0" y="124"/>
                    <a:pt x="0" y="142"/>
                    <a:pt x="0" y="161"/>
                  </a:cubicBezTo>
                  <a:cubicBezTo>
                    <a:pt x="0" y="198"/>
                    <a:pt x="6" y="235"/>
                    <a:pt x="37" y="266"/>
                  </a:cubicBezTo>
                  <a:cubicBezTo>
                    <a:pt x="56" y="284"/>
                    <a:pt x="87" y="291"/>
                    <a:pt x="105" y="284"/>
                  </a:cubicBezTo>
                  <a:lnTo>
                    <a:pt x="124" y="284"/>
                  </a:lnTo>
                  <a:cubicBezTo>
                    <a:pt x="148" y="284"/>
                    <a:pt x="161" y="266"/>
                    <a:pt x="161" y="241"/>
                  </a:cubicBezTo>
                  <a:cubicBezTo>
                    <a:pt x="161" y="229"/>
                    <a:pt x="155" y="216"/>
                    <a:pt x="136" y="204"/>
                  </a:cubicBezTo>
                  <a:cubicBezTo>
                    <a:pt x="136" y="198"/>
                    <a:pt x="130" y="198"/>
                    <a:pt x="130" y="192"/>
                  </a:cubicBezTo>
                  <a:lnTo>
                    <a:pt x="130" y="192"/>
                  </a:lnTo>
                  <a:lnTo>
                    <a:pt x="130" y="198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0" y="179"/>
                  </a:lnTo>
                  <a:lnTo>
                    <a:pt x="130" y="179"/>
                  </a:lnTo>
                  <a:lnTo>
                    <a:pt x="130" y="173"/>
                  </a:lnTo>
                  <a:cubicBezTo>
                    <a:pt x="130" y="167"/>
                    <a:pt x="130" y="161"/>
                    <a:pt x="136" y="148"/>
                  </a:cubicBezTo>
                  <a:cubicBezTo>
                    <a:pt x="136" y="142"/>
                    <a:pt x="136" y="142"/>
                    <a:pt x="148" y="136"/>
                  </a:cubicBezTo>
                  <a:cubicBezTo>
                    <a:pt x="155" y="130"/>
                    <a:pt x="155" y="118"/>
                    <a:pt x="155" y="111"/>
                  </a:cubicBezTo>
                  <a:lnTo>
                    <a:pt x="155" y="111"/>
                  </a:lnTo>
                  <a:lnTo>
                    <a:pt x="161" y="105"/>
                  </a:lnTo>
                  <a:lnTo>
                    <a:pt x="161" y="105"/>
                  </a:lnTo>
                  <a:lnTo>
                    <a:pt x="167" y="105"/>
                  </a:lnTo>
                  <a:lnTo>
                    <a:pt x="161" y="105"/>
                  </a:lnTo>
                  <a:lnTo>
                    <a:pt x="161" y="105"/>
                  </a:lnTo>
                  <a:cubicBezTo>
                    <a:pt x="167" y="105"/>
                    <a:pt x="179" y="111"/>
                    <a:pt x="185" y="111"/>
                  </a:cubicBezTo>
                  <a:cubicBezTo>
                    <a:pt x="192" y="111"/>
                    <a:pt x="198" y="111"/>
                    <a:pt x="185" y="111"/>
                  </a:cubicBezTo>
                  <a:cubicBezTo>
                    <a:pt x="198" y="111"/>
                    <a:pt x="216" y="111"/>
                    <a:pt x="222" y="105"/>
                  </a:cubicBezTo>
                  <a:cubicBezTo>
                    <a:pt x="229" y="93"/>
                    <a:pt x="229" y="74"/>
                    <a:pt x="229" y="6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3">
              <a:extLst>
                <a:ext uri="{FF2B5EF4-FFF2-40B4-BE49-F238E27FC236}">
                  <a16:creationId xmlns:a16="http://schemas.microsoft.com/office/drawing/2014/main" id="{9362A1D6-C47F-D4D3-3C2A-0B663DA283F6}"/>
                </a:ext>
              </a:extLst>
            </p:cNvPr>
            <p:cNvSpPr/>
            <p:nvPr/>
          </p:nvSpPr>
          <p:spPr>
            <a:xfrm flipH="1">
              <a:off x="7352590" y="2985818"/>
              <a:ext cx="13766" cy="39776"/>
            </a:xfrm>
            <a:custGeom>
              <a:avLst/>
              <a:gdLst/>
              <a:ahLst/>
              <a:cxnLst/>
              <a:rect l="l" t="t" r="r" b="b"/>
              <a:pathLst>
                <a:path w="199" h="575" extrusionOk="0">
                  <a:moveTo>
                    <a:pt x="174" y="25"/>
                  </a:moveTo>
                  <a:cubicBezTo>
                    <a:pt x="161" y="0"/>
                    <a:pt x="130" y="0"/>
                    <a:pt x="106" y="13"/>
                  </a:cubicBezTo>
                  <a:cubicBezTo>
                    <a:pt x="75" y="43"/>
                    <a:pt x="75" y="93"/>
                    <a:pt x="63" y="130"/>
                  </a:cubicBezTo>
                  <a:cubicBezTo>
                    <a:pt x="50" y="167"/>
                    <a:pt x="44" y="216"/>
                    <a:pt x="38" y="254"/>
                  </a:cubicBezTo>
                  <a:cubicBezTo>
                    <a:pt x="19" y="334"/>
                    <a:pt x="7" y="420"/>
                    <a:pt x="1" y="501"/>
                  </a:cubicBezTo>
                  <a:cubicBezTo>
                    <a:pt x="1" y="525"/>
                    <a:pt x="7" y="556"/>
                    <a:pt x="32" y="562"/>
                  </a:cubicBezTo>
                  <a:cubicBezTo>
                    <a:pt x="50" y="575"/>
                    <a:pt x="81" y="556"/>
                    <a:pt x="93" y="532"/>
                  </a:cubicBezTo>
                  <a:cubicBezTo>
                    <a:pt x="112" y="451"/>
                    <a:pt x="130" y="371"/>
                    <a:pt x="143" y="284"/>
                  </a:cubicBezTo>
                  <a:lnTo>
                    <a:pt x="168" y="173"/>
                  </a:lnTo>
                  <a:cubicBezTo>
                    <a:pt x="186" y="118"/>
                    <a:pt x="198" y="62"/>
                    <a:pt x="174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3">
              <a:extLst>
                <a:ext uri="{FF2B5EF4-FFF2-40B4-BE49-F238E27FC236}">
                  <a16:creationId xmlns:a16="http://schemas.microsoft.com/office/drawing/2014/main" id="{40B3B048-C6B2-8112-A2F2-E30252E54457}"/>
                </a:ext>
              </a:extLst>
            </p:cNvPr>
            <p:cNvSpPr/>
            <p:nvPr/>
          </p:nvSpPr>
          <p:spPr>
            <a:xfrm flipH="1">
              <a:off x="7366287" y="3224682"/>
              <a:ext cx="11622" cy="32166"/>
            </a:xfrm>
            <a:custGeom>
              <a:avLst/>
              <a:gdLst/>
              <a:ahLst/>
              <a:cxnLst/>
              <a:rect l="l" t="t" r="r" b="b"/>
              <a:pathLst>
                <a:path w="168" h="465" extrusionOk="0">
                  <a:moveTo>
                    <a:pt x="118" y="25"/>
                  </a:moveTo>
                  <a:cubicBezTo>
                    <a:pt x="106" y="56"/>
                    <a:pt x="94" y="87"/>
                    <a:pt x="87" y="118"/>
                  </a:cubicBezTo>
                  <a:cubicBezTo>
                    <a:pt x="81" y="149"/>
                    <a:pt x="63" y="180"/>
                    <a:pt x="57" y="211"/>
                  </a:cubicBezTo>
                  <a:cubicBezTo>
                    <a:pt x="32" y="273"/>
                    <a:pt x="26" y="334"/>
                    <a:pt x="13" y="396"/>
                  </a:cubicBezTo>
                  <a:cubicBezTo>
                    <a:pt x="1" y="439"/>
                    <a:pt x="75" y="464"/>
                    <a:pt x="87" y="415"/>
                  </a:cubicBezTo>
                  <a:cubicBezTo>
                    <a:pt x="106" y="353"/>
                    <a:pt x="124" y="291"/>
                    <a:pt x="137" y="229"/>
                  </a:cubicBezTo>
                  <a:cubicBezTo>
                    <a:pt x="143" y="198"/>
                    <a:pt x="149" y="168"/>
                    <a:pt x="149" y="137"/>
                  </a:cubicBezTo>
                  <a:cubicBezTo>
                    <a:pt x="155" y="106"/>
                    <a:pt x="168" y="75"/>
                    <a:pt x="168" y="38"/>
                  </a:cubicBezTo>
                  <a:cubicBezTo>
                    <a:pt x="168" y="7"/>
                    <a:pt x="137" y="1"/>
                    <a:pt x="118" y="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3">
              <a:extLst>
                <a:ext uri="{FF2B5EF4-FFF2-40B4-BE49-F238E27FC236}">
                  <a16:creationId xmlns:a16="http://schemas.microsoft.com/office/drawing/2014/main" id="{67128F1C-59FB-1CA8-B45A-742315EB27D6}"/>
                </a:ext>
              </a:extLst>
            </p:cNvPr>
            <p:cNvSpPr/>
            <p:nvPr/>
          </p:nvSpPr>
          <p:spPr>
            <a:xfrm flipH="1">
              <a:off x="7321392" y="3781131"/>
              <a:ext cx="14596" cy="27462"/>
            </a:xfrm>
            <a:custGeom>
              <a:avLst/>
              <a:gdLst/>
              <a:ahLst/>
              <a:cxnLst/>
              <a:rect l="l" t="t" r="r" b="b"/>
              <a:pathLst>
                <a:path w="211" h="397" extrusionOk="0">
                  <a:moveTo>
                    <a:pt x="161" y="25"/>
                  </a:moveTo>
                  <a:cubicBezTo>
                    <a:pt x="124" y="1"/>
                    <a:pt x="75" y="19"/>
                    <a:pt x="56" y="56"/>
                  </a:cubicBezTo>
                  <a:cubicBezTo>
                    <a:pt x="44" y="75"/>
                    <a:pt x="37" y="87"/>
                    <a:pt x="37" y="99"/>
                  </a:cubicBezTo>
                  <a:cubicBezTo>
                    <a:pt x="31" y="124"/>
                    <a:pt x="31" y="149"/>
                    <a:pt x="19" y="174"/>
                  </a:cubicBezTo>
                  <a:cubicBezTo>
                    <a:pt x="13" y="192"/>
                    <a:pt x="13" y="217"/>
                    <a:pt x="7" y="242"/>
                  </a:cubicBezTo>
                  <a:cubicBezTo>
                    <a:pt x="7" y="254"/>
                    <a:pt x="0" y="272"/>
                    <a:pt x="0" y="285"/>
                  </a:cubicBezTo>
                  <a:cubicBezTo>
                    <a:pt x="0" y="303"/>
                    <a:pt x="0" y="310"/>
                    <a:pt x="7" y="328"/>
                  </a:cubicBezTo>
                  <a:cubicBezTo>
                    <a:pt x="7" y="347"/>
                    <a:pt x="19" y="384"/>
                    <a:pt x="50" y="390"/>
                  </a:cubicBezTo>
                  <a:cubicBezTo>
                    <a:pt x="81" y="396"/>
                    <a:pt x="105" y="377"/>
                    <a:pt x="124" y="359"/>
                  </a:cubicBezTo>
                  <a:cubicBezTo>
                    <a:pt x="136" y="334"/>
                    <a:pt x="155" y="310"/>
                    <a:pt x="155" y="285"/>
                  </a:cubicBezTo>
                  <a:cubicBezTo>
                    <a:pt x="161" y="266"/>
                    <a:pt x="161" y="248"/>
                    <a:pt x="167" y="229"/>
                  </a:cubicBezTo>
                  <a:cubicBezTo>
                    <a:pt x="173" y="204"/>
                    <a:pt x="173" y="186"/>
                    <a:pt x="186" y="167"/>
                  </a:cubicBezTo>
                  <a:cubicBezTo>
                    <a:pt x="192" y="143"/>
                    <a:pt x="192" y="112"/>
                    <a:pt x="192" y="87"/>
                  </a:cubicBezTo>
                  <a:cubicBezTo>
                    <a:pt x="210" y="62"/>
                    <a:pt x="192" y="44"/>
                    <a:pt x="161" y="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3">
              <a:extLst>
                <a:ext uri="{FF2B5EF4-FFF2-40B4-BE49-F238E27FC236}">
                  <a16:creationId xmlns:a16="http://schemas.microsoft.com/office/drawing/2014/main" id="{280F931F-3CD4-EAEE-909F-BF8BCA48A3E2}"/>
                </a:ext>
              </a:extLst>
            </p:cNvPr>
            <p:cNvSpPr/>
            <p:nvPr/>
          </p:nvSpPr>
          <p:spPr>
            <a:xfrm flipH="1">
              <a:off x="7285075" y="3804651"/>
              <a:ext cx="16741" cy="12036"/>
            </a:xfrm>
            <a:custGeom>
              <a:avLst/>
              <a:gdLst/>
              <a:ahLst/>
              <a:cxnLst/>
              <a:rect l="l" t="t" r="r" b="b"/>
              <a:pathLst>
                <a:path w="242" h="174" extrusionOk="0">
                  <a:moveTo>
                    <a:pt x="242" y="56"/>
                  </a:moveTo>
                  <a:cubicBezTo>
                    <a:pt x="242" y="44"/>
                    <a:pt x="242" y="25"/>
                    <a:pt x="223" y="19"/>
                  </a:cubicBezTo>
                  <a:cubicBezTo>
                    <a:pt x="217" y="13"/>
                    <a:pt x="198" y="13"/>
                    <a:pt x="186" y="13"/>
                  </a:cubicBezTo>
                  <a:cubicBezTo>
                    <a:pt x="180" y="13"/>
                    <a:pt x="167" y="0"/>
                    <a:pt x="155" y="0"/>
                  </a:cubicBezTo>
                  <a:cubicBezTo>
                    <a:pt x="149" y="0"/>
                    <a:pt x="137" y="0"/>
                    <a:pt x="124" y="13"/>
                  </a:cubicBezTo>
                  <a:cubicBezTo>
                    <a:pt x="106" y="13"/>
                    <a:pt x="99" y="19"/>
                    <a:pt x="81" y="25"/>
                  </a:cubicBezTo>
                  <a:lnTo>
                    <a:pt x="38" y="50"/>
                  </a:lnTo>
                  <a:cubicBezTo>
                    <a:pt x="13" y="62"/>
                    <a:pt x="1" y="93"/>
                    <a:pt x="13" y="124"/>
                  </a:cubicBezTo>
                  <a:cubicBezTo>
                    <a:pt x="25" y="155"/>
                    <a:pt x="62" y="173"/>
                    <a:pt x="87" y="167"/>
                  </a:cubicBezTo>
                  <a:cubicBezTo>
                    <a:pt x="99" y="155"/>
                    <a:pt x="118" y="155"/>
                    <a:pt x="130" y="149"/>
                  </a:cubicBezTo>
                  <a:cubicBezTo>
                    <a:pt x="149" y="143"/>
                    <a:pt x="155" y="143"/>
                    <a:pt x="167" y="130"/>
                  </a:cubicBezTo>
                  <a:cubicBezTo>
                    <a:pt x="180" y="130"/>
                    <a:pt x="180" y="124"/>
                    <a:pt x="186" y="118"/>
                  </a:cubicBezTo>
                  <a:cubicBezTo>
                    <a:pt x="192" y="112"/>
                    <a:pt x="198" y="99"/>
                    <a:pt x="211" y="87"/>
                  </a:cubicBezTo>
                  <a:cubicBezTo>
                    <a:pt x="229" y="81"/>
                    <a:pt x="242" y="68"/>
                    <a:pt x="242" y="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3">
              <a:extLst>
                <a:ext uri="{FF2B5EF4-FFF2-40B4-BE49-F238E27FC236}">
                  <a16:creationId xmlns:a16="http://schemas.microsoft.com/office/drawing/2014/main" id="{35F5CEA3-A6CB-7F86-33DE-01234DFF8816}"/>
                </a:ext>
              </a:extLst>
            </p:cNvPr>
            <p:cNvSpPr/>
            <p:nvPr/>
          </p:nvSpPr>
          <p:spPr>
            <a:xfrm flipH="1">
              <a:off x="7238035" y="3887524"/>
              <a:ext cx="14181" cy="23589"/>
            </a:xfrm>
            <a:custGeom>
              <a:avLst/>
              <a:gdLst/>
              <a:ahLst/>
              <a:cxnLst/>
              <a:rect l="l" t="t" r="r" b="b"/>
              <a:pathLst>
                <a:path w="205" h="341" extrusionOk="0">
                  <a:moveTo>
                    <a:pt x="161" y="19"/>
                  </a:moveTo>
                  <a:cubicBezTo>
                    <a:pt x="149" y="26"/>
                    <a:pt x="142" y="32"/>
                    <a:pt x="130" y="50"/>
                  </a:cubicBezTo>
                  <a:cubicBezTo>
                    <a:pt x="124" y="57"/>
                    <a:pt x="118" y="69"/>
                    <a:pt x="111" y="81"/>
                  </a:cubicBezTo>
                  <a:cubicBezTo>
                    <a:pt x="93" y="100"/>
                    <a:pt x="87" y="118"/>
                    <a:pt x="68" y="137"/>
                  </a:cubicBezTo>
                  <a:cubicBezTo>
                    <a:pt x="50" y="180"/>
                    <a:pt x="25" y="223"/>
                    <a:pt x="6" y="273"/>
                  </a:cubicBezTo>
                  <a:cubicBezTo>
                    <a:pt x="0" y="291"/>
                    <a:pt x="0" y="316"/>
                    <a:pt x="25" y="335"/>
                  </a:cubicBezTo>
                  <a:cubicBezTo>
                    <a:pt x="50" y="341"/>
                    <a:pt x="68" y="341"/>
                    <a:pt x="87" y="316"/>
                  </a:cubicBezTo>
                  <a:cubicBezTo>
                    <a:pt x="111" y="273"/>
                    <a:pt x="142" y="230"/>
                    <a:pt x="155" y="186"/>
                  </a:cubicBezTo>
                  <a:cubicBezTo>
                    <a:pt x="161" y="162"/>
                    <a:pt x="173" y="137"/>
                    <a:pt x="179" y="125"/>
                  </a:cubicBezTo>
                  <a:cubicBezTo>
                    <a:pt x="186" y="100"/>
                    <a:pt x="204" y="75"/>
                    <a:pt x="204" y="57"/>
                  </a:cubicBezTo>
                  <a:cubicBezTo>
                    <a:pt x="204" y="19"/>
                    <a:pt x="179" y="1"/>
                    <a:pt x="161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3">
              <a:extLst>
                <a:ext uri="{FF2B5EF4-FFF2-40B4-BE49-F238E27FC236}">
                  <a16:creationId xmlns:a16="http://schemas.microsoft.com/office/drawing/2014/main" id="{0ABA09AE-9E08-E64F-6CE0-2087C9FF352D}"/>
                </a:ext>
              </a:extLst>
            </p:cNvPr>
            <p:cNvSpPr/>
            <p:nvPr/>
          </p:nvSpPr>
          <p:spPr>
            <a:xfrm flipH="1">
              <a:off x="7310255" y="3646100"/>
              <a:ext cx="19301" cy="11137"/>
            </a:xfrm>
            <a:custGeom>
              <a:avLst/>
              <a:gdLst/>
              <a:ahLst/>
              <a:cxnLst/>
              <a:rect l="l" t="t" r="r" b="b"/>
              <a:pathLst>
                <a:path w="279" h="161" extrusionOk="0">
                  <a:moveTo>
                    <a:pt x="241" y="19"/>
                  </a:moveTo>
                  <a:cubicBezTo>
                    <a:pt x="241" y="19"/>
                    <a:pt x="229" y="19"/>
                    <a:pt x="229" y="7"/>
                  </a:cubicBezTo>
                  <a:cubicBezTo>
                    <a:pt x="216" y="0"/>
                    <a:pt x="210" y="7"/>
                    <a:pt x="192" y="7"/>
                  </a:cubicBezTo>
                  <a:cubicBezTo>
                    <a:pt x="179" y="19"/>
                    <a:pt x="154" y="19"/>
                    <a:pt x="136" y="25"/>
                  </a:cubicBezTo>
                  <a:cubicBezTo>
                    <a:pt x="124" y="31"/>
                    <a:pt x="99" y="31"/>
                    <a:pt x="87" y="37"/>
                  </a:cubicBezTo>
                  <a:cubicBezTo>
                    <a:pt x="68" y="37"/>
                    <a:pt x="62" y="50"/>
                    <a:pt x="43" y="56"/>
                  </a:cubicBezTo>
                  <a:cubicBezTo>
                    <a:pt x="37" y="62"/>
                    <a:pt x="31" y="68"/>
                    <a:pt x="12" y="81"/>
                  </a:cubicBezTo>
                  <a:cubicBezTo>
                    <a:pt x="6" y="93"/>
                    <a:pt x="0" y="112"/>
                    <a:pt x="0" y="124"/>
                  </a:cubicBezTo>
                  <a:cubicBezTo>
                    <a:pt x="6" y="142"/>
                    <a:pt x="12" y="155"/>
                    <a:pt x="31" y="155"/>
                  </a:cubicBezTo>
                  <a:cubicBezTo>
                    <a:pt x="43" y="155"/>
                    <a:pt x="56" y="161"/>
                    <a:pt x="68" y="161"/>
                  </a:cubicBezTo>
                  <a:cubicBezTo>
                    <a:pt x="87" y="161"/>
                    <a:pt x="93" y="155"/>
                    <a:pt x="105" y="155"/>
                  </a:cubicBezTo>
                  <a:cubicBezTo>
                    <a:pt x="124" y="149"/>
                    <a:pt x="148" y="142"/>
                    <a:pt x="161" y="142"/>
                  </a:cubicBezTo>
                  <a:cubicBezTo>
                    <a:pt x="179" y="130"/>
                    <a:pt x="198" y="124"/>
                    <a:pt x="216" y="124"/>
                  </a:cubicBezTo>
                  <a:cubicBezTo>
                    <a:pt x="229" y="118"/>
                    <a:pt x="241" y="118"/>
                    <a:pt x="247" y="105"/>
                  </a:cubicBezTo>
                  <a:lnTo>
                    <a:pt x="260" y="93"/>
                  </a:lnTo>
                  <a:cubicBezTo>
                    <a:pt x="272" y="74"/>
                    <a:pt x="278" y="68"/>
                    <a:pt x="272" y="56"/>
                  </a:cubicBezTo>
                  <a:cubicBezTo>
                    <a:pt x="272" y="31"/>
                    <a:pt x="253" y="25"/>
                    <a:pt x="241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3">
              <a:extLst>
                <a:ext uri="{FF2B5EF4-FFF2-40B4-BE49-F238E27FC236}">
                  <a16:creationId xmlns:a16="http://schemas.microsoft.com/office/drawing/2014/main" id="{30238920-9BFA-870F-7228-A0DD6819174F}"/>
                </a:ext>
              </a:extLst>
            </p:cNvPr>
            <p:cNvSpPr/>
            <p:nvPr/>
          </p:nvSpPr>
          <p:spPr>
            <a:xfrm flipH="1">
              <a:off x="7109437" y="3661042"/>
              <a:ext cx="14181" cy="14181"/>
            </a:xfrm>
            <a:custGeom>
              <a:avLst/>
              <a:gdLst/>
              <a:ahLst/>
              <a:cxnLst/>
              <a:rect l="l" t="t" r="r" b="b"/>
              <a:pathLst>
                <a:path w="205" h="205" extrusionOk="0">
                  <a:moveTo>
                    <a:pt x="168" y="7"/>
                  </a:moveTo>
                  <a:cubicBezTo>
                    <a:pt x="168" y="7"/>
                    <a:pt x="155" y="7"/>
                    <a:pt x="155" y="19"/>
                  </a:cubicBezTo>
                  <a:cubicBezTo>
                    <a:pt x="149" y="19"/>
                    <a:pt x="149" y="25"/>
                    <a:pt x="143" y="25"/>
                  </a:cubicBezTo>
                  <a:lnTo>
                    <a:pt x="124" y="38"/>
                  </a:lnTo>
                  <a:cubicBezTo>
                    <a:pt x="112" y="50"/>
                    <a:pt x="106" y="62"/>
                    <a:pt x="87" y="69"/>
                  </a:cubicBezTo>
                  <a:cubicBezTo>
                    <a:pt x="63" y="87"/>
                    <a:pt x="44" y="112"/>
                    <a:pt x="19" y="124"/>
                  </a:cubicBezTo>
                  <a:cubicBezTo>
                    <a:pt x="13" y="130"/>
                    <a:pt x="1" y="149"/>
                    <a:pt x="1" y="155"/>
                  </a:cubicBezTo>
                  <a:cubicBezTo>
                    <a:pt x="1" y="161"/>
                    <a:pt x="13" y="180"/>
                    <a:pt x="19" y="186"/>
                  </a:cubicBezTo>
                  <a:cubicBezTo>
                    <a:pt x="26" y="192"/>
                    <a:pt x="44" y="204"/>
                    <a:pt x="50" y="204"/>
                  </a:cubicBezTo>
                  <a:cubicBezTo>
                    <a:pt x="56" y="204"/>
                    <a:pt x="75" y="192"/>
                    <a:pt x="81" y="186"/>
                  </a:cubicBezTo>
                  <a:cubicBezTo>
                    <a:pt x="94" y="161"/>
                    <a:pt x="118" y="143"/>
                    <a:pt x="137" y="118"/>
                  </a:cubicBezTo>
                  <a:cubicBezTo>
                    <a:pt x="143" y="112"/>
                    <a:pt x="149" y="93"/>
                    <a:pt x="168" y="87"/>
                  </a:cubicBezTo>
                  <a:lnTo>
                    <a:pt x="180" y="69"/>
                  </a:lnTo>
                  <a:cubicBezTo>
                    <a:pt x="180" y="62"/>
                    <a:pt x="186" y="62"/>
                    <a:pt x="186" y="56"/>
                  </a:cubicBezTo>
                  <a:cubicBezTo>
                    <a:pt x="186" y="50"/>
                    <a:pt x="199" y="50"/>
                    <a:pt x="199" y="38"/>
                  </a:cubicBezTo>
                  <a:cubicBezTo>
                    <a:pt x="205" y="19"/>
                    <a:pt x="180" y="1"/>
                    <a:pt x="168" y="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3">
              <a:extLst>
                <a:ext uri="{FF2B5EF4-FFF2-40B4-BE49-F238E27FC236}">
                  <a16:creationId xmlns:a16="http://schemas.microsoft.com/office/drawing/2014/main" id="{0A927D38-2B44-E15B-593C-DE1C65D19966}"/>
                </a:ext>
              </a:extLst>
            </p:cNvPr>
            <p:cNvSpPr/>
            <p:nvPr/>
          </p:nvSpPr>
          <p:spPr>
            <a:xfrm flipH="1">
              <a:off x="7433803" y="3916162"/>
              <a:ext cx="21445" cy="21029"/>
            </a:xfrm>
            <a:custGeom>
              <a:avLst/>
              <a:gdLst/>
              <a:ahLst/>
              <a:cxnLst/>
              <a:rect l="l" t="t" r="r" b="b"/>
              <a:pathLst>
                <a:path w="310" h="304" extrusionOk="0">
                  <a:moveTo>
                    <a:pt x="285" y="19"/>
                  </a:moveTo>
                  <a:cubicBezTo>
                    <a:pt x="273" y="1"/>
                    <a:pt x="248" y="1"/>
                    <a:pt x="235" y="13"/>
                  </a:cubicBezTo>
                  <a:cubicBezTo>
                    <a:pt x="223" y="19"/>
                    <a:pt x="217" y="19"/>
                    <a:pt x="198" y="26"/>
                  </a:cubicBezTo>
                  <a:cubicBezTo>
                    <a:pt x="186" y="38"/>
                    <a:pt x="180" y="44"/>
                    <a:pt x="167" y="56"/>
                  </a:cubicBezTo>
                  <a:lnTo>
                    <a:pt x="124" y="106"/>
                  </a:lnTo>
                  <a:lnTo>
                    <a:pt x="25" y="199"/>
                  </a:lnTo>
                  <a:cubicBezTo>
                    <a:pt x="1" y="223"/>
                    <a:pt x="1" y="260"/>
                    <a:pt x="25" y="285"/>
                  </a:cubicBezTo>
                  <a:cubicBezTo>
                    <a:pt x="44" y="304"/>
                    <a:pt x="87" y="304"/>
                    <a:pt x="106" y="285"/>
                  </a:cubicBezTo>
                  <a:lnTo>
                    <a:pt x="198" y="192"/>
                  </a:lnTo>
                  <a:lnTo>
                    <a:pt x="248" y="143"/>
                  </a:lnTo>
                  <a:lnTo>
                    <a:pt x="279" y="112"/>
                  </a:lnTo>
                  <a:cubicBezTo>
                    <a:pt x="285" y="106"/>
                    <a:pt x="285" y="100"/>
                    <a:pt x="291" y="81"/>
                  </a:cubicBezTo>
                  <a:cubicBezTo>
                    <a:pt x="310" y="69"/>
                    <a:pt x="303" y="38"/>
                    <a:pt x="285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3">
              <a:extLst>
                <a:ext uri="{FF2B5EF4-FFF2-40B4-BE49-F238E27FC236}">
                  <a16:creationId xmlns:a16="http://schemas.microsoft.com/office/drawing/2014/main" id="{0CD8A859-011B-81CC-1AAB-4697E09253D2}"/>
                </a:ext>
              </a:extLst>
            </p:cNvPr>
            <p:cNvSpPr/>
            <p:nvPr/>
          </p:nvSpPr>
          <p:spPr>
            <a:xfrm flipH="1">
              <a:off x="8571961" y="4311087"/>
              <a:ext cx="17156" cy="33412"/>
            </a:xfrm>
            <a:custGeom>
              <a:avLst/>
              <a:gdLst/>
              <a:ahLst/>
              <a:cxnLst/>
              <a:rect l="l" t="t" r="r" b="b"/>
              <a:pathLst>
                <a:path w="248" h="483" extrusionOk="0">
                  <a:moveTo>
                    <a:pt x="192" y="31"/>
                  </a:moveTo>
                  <a:cubicBezTo>
                    <a:pt x="149" y="0"/>
                    <a:pt x="81" y="25"/>
                    <a:pt x="62" y="75"/>
                  </a:cubicBezTo>
                  <a:cubicBezTo>
                    <a:pt x="56" y="87"/>
                    <a:pt x="44" y="112"/>
                    <a:pt x="38" y="124"/>
                  </a:cubicBezTo>
                  <a:cubicBezTo>
                    <a:pt x="31" y="155"/>
                    <a:pt x="25" y="180"/>
                    <a:pt x="25" y="210"/>
                  </a:cubicBezTo>
                  <a:cubicBezTo>
                    <a:pt x="13" y="241"/>
                    <a:pt x="13" y="272"/>
                    <a:pt x="7" y="297"/>
                  </a:cubicBezTo>
                  <a:cubicBezTo>
                    <a:pt x="7" y="322"/>
                    <a:pt x="1" y="334"/>
                    <a:pt x="1" y="359"/>
                  </a:cubicBezTo>
                  <a:cubicBezTo>
                    <a:pt x="1" y="371"/>
                    <a:pt x="1" y="390"/>
                    <a:pt x="7" y="402"/>
                  </a:cubicBezTo>
                  <a:cubicBezTo>
                    <a:pt x="7" y="433"/>
                    <a:pt x="31" y="464"/>
                    <a:pt x="62" y="476"/>
                  </a:cubicBezTo>
                  <a:cubicBezTo>
                    <a:pt x="93" y="482"/>
                    <a:pt x="130" y="464"/>
                    <a:pt x="143" y="445"/>
                  </a:cubicBezTo>
                  <a:cubicBezTo>
                    <a:pt x="161" y="421"/>
                    <a:pt x="180" y="390"/>
                    <a:pt x="186" y="359"/>
                  </a:cubicBezTo>
                  <a:lnTo>
                    <a:pt x="204" y="291"/>
                  </a:lnTo>
                  <a:lnTo>
                    <a:pt x="229" y="217"/>
                  </a:lnTo>
                  <a:cubicBezTo>
                    <a:pt x="235" y="186"/>
                    <a:pt x="248" y="155"/>
                    <a:pt x="248" y="124"/>
                  </a:cubicBezTo>
                  <a:cubicBezTo>
                    <a:pt x="242" y="81"/>
                    <a:pt x="223" y="50"/>
                    <a:pt x="192" y="3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3">
              <a:extLst>
                <a:ext uri="{FF2B5EF4-FFF2-40B4-BE49-F238E27FC236}">
                  <a16:creationId xmlns:a16="http://schemas.microsoft.com/office/drawing/2014/main" id="{635932C9-7183-88C0-E630-4DE7E40B2205}"/>
                </a:ext>
              </a:extLst>
            </p:cNvPr>
            <p:cNvSpPr/>
            <p:nvPr/>
          </p:nvSpPr>
          <p:spPr>
            <a:xfrm flipH="1">
              <a:off x="8528795" y="4339310"/>
              <a:ext cx="18885" cy="14181"/>
            </a:xfrm>
            <a:custGeom>
              <a:avLst/>
              <a:gdLst/>
              <a:ahLst/>
              <a:cxnLst/>
              <a:rect l="l" t="t" r="r" b="b"/>
              <a:pathLst>
                <a:path w="273" h="205" extrusionOk="0">
                  <a:moveTo>
                    <a:pt x="273" y="68"/>
                  </a:moveTo>
                  <a:cubicBezTo>
                    <a:pt x="273" y="43"/>
                    <a:pt x="273" y="25"/>
                    <a:pt x="260" y="19"/>
                  </a:cubicBezTo>
                  <a:cubicBezTo>
                    <a:pt x="242" y="13"/>
                    <a:pt x="229" y="13"/>
                    <a:pt x="211" y="13"/>
                  </a:cubicBezTo>
                  <a:cubicBezTo>
                    <a:pt x="205" y="0"/>
                    <a:pt x="186" y="0"/>
                    <a:pt x="180" y="0"/>
                  </a:cubicBezTo>
                  <a:cubicBezTo>
                    <a:pt x="174" y="0"/>
                    <a:pt x="155" y="0"/>
                    <a:pt x="149" y="13"/>
                  </a:cubicBezTo>
                  <a:cubicBezTo>
                    <a:pt x="137" y="19"/>
                    <a:pt x="118" y="19"/>
                    <a:pt x="106" y="25"/>
                  </a:cubicBezTo>
                  <a:cubicBezTo>
                    <a:pt x="87" y="37"/>
                    <a:pt x="63" y="50"/>
                    <a:pt x="50" y="56"/>
                  </a:cubicBezTo>
                  <a:cubicBezTo>
                    <a:pt x="19" y="74"/>
                    <a:pt x="1" y="118"/>
                    <a:pt x="19" y="148"/>
                  </a:cubicBezTo>
                  <a:cubicBezTo>
                    <a:pt x="32" y="179"/>
                    <a:pt x="75" y="204"/>
                    <a:pt x="100" y="198"/>
                  </a:cubicBezTo>
                  <a:cubicBezTo>
                    <a:pt x="124" y="192"/>
                    <a:pt x="143" y="179"/>
                    <a:pt x="161" y="179"/>
                  </a:cubicBezTo>
                  <a:cubicBezTo>
                    <a:pt x="180" y="173"/>
                    <a:pt x="199" y="173"/>
                    <a:pt x="211" y="161"/>
                  </a:cubicBezTo>
                  <a:cubicBezTo>
                    <a:pt x="217" y="148"/>
                    <a:pt x="223" y="148"/>
                    <a:pt x="236" y="142"/>
                  </a:cubicBezTo>
                  <a:cubicBezTo>
                    <a:pt x="248" y="136"/>
                    <a:pt x="254" y="118"/>
                    <a:pt x="254" y="105"/>
                  </a:cubicBezTo>
                  <a:cubicBezTo>
                    <a:pt x="260" y="99"/>
                    <a:pt x="273" y="81"/>
                    <a:pt x="273" y="68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3">
              <a:extLst>
                <a:ext uri="{FF2B5EF4-FFF2-40B4-BE49-F238E27FC236}">
                  <a16:creationId xmlns:a16="http://schemas.microsoft.com/office/drawing/2014/main" id="{99901E50-EA13-1DCE-CD91-1523FCD1F448}"/>
                </a:ext>
              </a:extLst>
            </p:cNvPr>
            <p:cNvSpPr/>
            <p:nvPr/>
          </p:nvSpPr>
          <p:spPr>
            <a:xfrm flipH="1">
              <a:off x="8471933" y="4438439"/>
              <a:ext cx="17156" cy="28293"/>
            </a:xfrm>
            <a:custGeom>
              <a:avLst/>
              <a:gdLst/>
              <a:ahLst/>
              <a:cxnLst/>
              <a:rect l="l" t="t" r="r" b="b"/>
              <a:pathLst>
                <a:path w="248" h="409" extrusionOk="0">
                  <a:moveTo>
                    <a:pt x="192" y="13"/>
                  </a:moveTo>
                  <a:cubicBezTo>
                    <a:pt x="173" y="25"/>
                    <a:pt x="167" y="38"/>
                    <a:pt x="161" y="56"/>
                  </a:cubicBezTo>
                  <a:cubicBezTo>
                    <a:pt x="155" y="68"/>
                    <a:pt x="142" y="75"/>
                    <a:pt x="136" y="93"/>
                  </a:cubicBezTo>
                  <a:lnTo>
                    <a:pt x="93" y="161"/>
                  </a:lnTo>
                  <a:cubicBezTo>
                    <a:pt x="62" y="211"/>
                    <a:pt x="37" y="260"/>
                    <a:pt x="13" y="316"/>
                  </a:cubicBezTo>
                  <a:cubicBezTo>
                    <a:pt x="0" y="340"/>
                    <a:pt x="6" y="377"/>
                    <a:pt x="31" y="396"/>
                  </a:cubicBezTo>
                  <a:cubicBezTo>
                    <a:pt x="50" y="408"/>
                    <a:pt x="93" y="402"/>
                    <a:pt x="105" y="377"/>
                  </a:cubicBezTo>
                  <a:cubicBezTo>
                    <a:pt x="136" y="322"/>
                    <a:pt x="167" y="279"/>
                    <a:pt x="192" y="217"/>
                  </a:cubicBezTo>
                  <a:cubicBezTo>
                    <a:pt x="198" y="192"/>
                    <a:pt x="204" y="161"/>
                    <a:pt x="223" y="136"/>
                  </a:cubicBezTo>
                  <a:cubicBezTo>
                    <a:pt x="229" y="106"/>
                    <a:pt x="247" y="81"/>
                    <a:pt x="247" y="56"/>
                  </a:cubicBezTo>
                  <a:cubicBezTo>
                    <a:pt x="235" y="13"/>
                    <a:pt x="204" y="1"/>
                    <a:pt x="192" y="1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3">
              <a:extLst>
                <a:ext uri="{FF2B5EF4-FFF2-40B4-BE49-F238E27FC236}">
                  <a16:creationId xmlns:a16="http://schemas.microsoft.com/office/drawing/2014/main" id="{4D217B5C-F769-1F86-631B-8BFDA7C6EB28}"/>
                </a:ext>
              </a:extLst>
            </p:cNvPr>
            <p:cNvSpPr/>
            <p:nvPr/>
          </p:nvSpPr>
          <p:spPr>
            <a:xfrm flipH="1">
              <a:off x="8578809" y="2334044"/>
              <a:ext cx="17156" cy="28293"/>
            </a:xfrm>
            <a:custGeom>
              <a:avLst/>
              <a:gdLst/>
              <a:ahLst/>
              <a:cxnLst/>
              <a:rect l="l" t="t" r="r" b="b"/>
              <a:pathLst>
                <a:path w="248" h="409" extrusionOk="0">
                  <a:moveTo>
                    <a:pt x="192" y="19"/>
                  </a:moveTo>
                  <a:cubicBezTo>
                    <a:pt x="174" y="25"/>
                    <a:pt x="168" y="38"/>
                    <a:pt x="161" y="56"/>
                  </a:cubicBezTo>
                  <a:cubicBezTo>
                    <a:pt x="155" y="69"/>
                    <a:pt x="143" y="81"/>
                    <a:pt x="137" y="93"/>
                  </a:cubicBezTo>
                  <a:lnTo>
                    <a:pt x="93" y="161"/>
                  </a:lnTo>
                  <a:cubicBezTo>
                    <a:pt x="62" y="211"/>
                    <a:pt x="38" y="266"/>
                    <a:pt x="13" y="316"/>
                  </a:cubicBezTo>
                  <a:cubicBezTo>
                    <a:pt x="1" y="340"/>
                    <a:pt x="7" y="377"/>
                    <a:pt x="32" y="396"/>
                  </a:cubicBezTo>
                  <a:cubicBezTo>
                    <a:pt x="50" y="408"/>
                    <a:pt x="93" y="402"/>
                    <a:pt x="106" y="377"/>
                  </a:cubicBezTo>
                  <a:cubicBezTo>
                    <a:pt x="137" y="328"/>
                    <a:pt x="168" y="279"/>
                    <a:pt x="192" y="217"/>
                  </a:cubicBezTo>
                  <a:cubicBezTo>
                    <a:pt x="198" y="192"/>
                    <a:pt x="205" y="161"/>
                    <a:pt x="223" y="143"/>
                  </a:cubicBezTo>
                  <a:cubicBezTo>
                    <a:pt x="229" y="112"/>
                    <a:pt x="248" y="87"/>
                    <a:pt x="248" y="56"/>
                  </a:cubicBezTo>
                  <a:cubicBezTo>
                    <a:pt x="248" y="25"/>
                    <a:pt x="217" y="1"/>
                    <a:pt x="192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3">
              <a:extLst>
                <a:ext uri="{FF2B5EF4-FFF2-40B4-BE49-F238E27FC236}">
                  <a16:creationId xmlns:a16="http://schemas.microsoft.com/office/drawing/2014/main" id="{D12C117D-9FBB-F814-A3CC-AED6A85D7F2D}"/>
                </a:ext>
              </a:extLst>
            </p:cNvPr>
            <p:cNvSpPr/>
            <p:nvPr/>
          </p:nvSpPr>
          <p:spPr>
            <a:xfrm flipH="1">
              <a:off x="8706162" y="4472612"/>
              <a:ext cx="25665" cy="24419"/>
            </a:xfrm>
            <a:custGeom>
              <a:avLst/>
              <a:gdLst/>
              <a:ahLst/>
              <a:cxnLst/>
              <a:rect l="l" t="t" r="r" b="b"/>
              <a:pathLst>
                <a:path w="371" h="353" extrusionOk="0">
                  <a:moveTo>
                    <a:pt x="346" y="25"/>
                  </a:moveTo>
                  <a:cubicBezTo>
                    <a:pt x="334" y="7"/>
                    <a:pt x="303" y="1"/>
                    <a:pt x="278" y="13"/>
                  </a:cubicBezTo>
                  <a:cubicBezTo>
                    <a:pt x="272" y="25"/>
                    <a:pt x="253" y="25"/>
                    <a:pt x="247" y="32"/>
                  </a:cubicBezTo>
                  <a:cubicBezTo>
                    <a:pt x="235" y="38"/>
                    <a:pt x="216" y="56"/>
                    <a:pt x="210" y="63"/>
                  </a:cubicBezTo>
                  <a:cubicBezTo>
                    <a:pt x="185" y="75"/>
                    <a:pt x="173" y="100"/>
                    <a:pt x="148" y="118"/>
                  </a:cubicBezTo>
                  <a:lnTo>
                    <a:pt x="31" y="223"/>
                  </a:lnTo>
                  <a:cubicBezTo>
                    <a:pt x="0" y="248"/>
                    <a:pt x="0" y="303"/>
                    <a:pt x="31" y="322"/>
                  </a:cubicBezTo>
                  <a:cubicBezTo>
                    <a:pt x="62" y="347"/>
                    <a:pt x="99" y="353"/>
                    <a:pt x="130" y="322"/>
                  </a:cubicBezTo>
                  <a:cubicBezTo>
                    <a:pt x="173" y="285"/>
                    <a:pt x="210" y="248"/>
                    <a:pt x="247" y="217"/>
                  </a:cubicBezTo>
                  <a:lnTo>
                    <a:pt x="303" y="161"/>
                  </a:lnTo>
                  <a:lnTo>
                    <a:pt x="340" y="124"/>
                  </a:lnTo>
                  <a:cubicBezTo>
                    <a:pt x="346" y="118"/>
                    <a:pt x="358" y="100"/>
                    <a:pt x="365" y="93"/>
                  </a:cubicBezTo>
                  <a:cubicBezTo>
                    <a:pt x="371" y="69"/>
                    <a:pt x="365" y="38"/>
                    <a:pt x="346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3">
              <a:extLst>
                <a:ext uri="{FF2B5EF4-FFF2-40B4-BE49-F238E27FC236}">
                  <a16:creationId xmlns:a16="http://schemas.microsoft.com/office/drawing/2014/main" id="{DC7B501A-AE29-F5CA-B5A7-3FEBD632A46C}"/>
                </a:ext>
              </a:extLst>
            </p:cNvPr>
            <p:cNvSpPr/>
            <p:nvPr/>
          </p:nvSpPr>
          <p:spPr>
            <a:xfrm flipH="1">
              <a:off x="5548623" y="4081561"/>
              <a:ext cx="10792" cy="35141"/>
            </a:xfrm>
            <a:custGeom>
              <a:avLst/>
              <a:gdLst/>
              <a:ahLst/>
              <a:cxnLst/>
              <a:rect l="l" t="t" r="r" b="b"/>
              <a:pathLst>
                <a:path w="156" h="508" extrusionOk="0">
                  <a:moveTo>
                    <a:pt x="124" y="38"/>
                  </a:moveTo>
                  <a:cubicBezTo>
                    <a:pt x="106" y="1"/>
                    <a:pt x="50" y="1"/>
                    <a:pt x="25" y="38"/>
                  </a:cubicBezTo>
                  <a:cubicBezTo>
                    <a:pt x="13" y="63"/>
                    <a:pt x="1" y="75"/>
                    <a:pt x="1" y="106"/>
                  </a:cubicBezTo>
                  <a:lnTo>
                    <a:pt x="1" y="155"/>
                  </a:lnTo>
                  <a:lnTo>
                    <a:pt x="1" y="248"/>
                  </a:lnTo>
                  <a:cubicBezTo>
                    <a:pt x="1" y="310"/>
                    <a:pt x="1" y="371"/>
                    <a:pt x="7" y="439"/>
                  </a:cubicBezTo>
                  <a:cubicBezTo>
                    <a:pt x="7" y="477"/>
                    <a:pt x="38" y="507"/>
                    <a:pt x="81" y="507"/>
                  </a:cubicBezTo>
                  <a:cubicBezTo>
                    <a:pt x="118" y="507"/>
                    <a:pt x="149" y="477"/>
                    <a:pt x="149" y="439"/>
                  </a:cubicBezTo>
                  <a:cubicBezTo>
                    <a:pt x="149" y="378"/>
                    <a:pt x="149" y="316"/>
                    <a:pt x="155" y="248"/>
                  </a:cubicBezTo>
                  <a:lnTo>
                    <a:pt x="155" y="155"/>
                  </a:lnTo>
                  <a:lnTo>
                    <a:pt x="155" y="106"/>
                  </a:lnTo>
                  <a:cubicBezTo>
                    <a:pt x="149" y="87"/>
                    <a:pt x="143" y="63"/>
                    <a:pt x="124" y="38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3">
              <a:extLst>
                <a:ext uri="{FF2B5EF4-FFF2-40B4-BE49-F238E27FC236}">
                  <a16:creationId xmlns:a16="http://schemas.microsoft.com/office/drawing/2014/main" id="{98BC43A7-C794-DBA2-AEF9-9ACB08412975}"/>
                </a:ext>
              </a:extLst>
            </p:cNvPr>
            <p:cNvSpPr/>
            <p:nvPr/>
          </p:nvSpPr>
          <p:spPr>
            <a:xfrm flipH="1">
              <a:off x="5451223" y="4138424"/>
              <a:ext cx="12867" cy="30852"/>
            </a:xfrm>
            <a:custGeom>
              <a:avLst/>
              <a:gdLst/>
              <a:ahLst/>
              <a:cxnLst/>
              <a:rect l="l" t="t" r="r" b="b"/>
              <a:pathLst>
                <a:path w="186" h="446" extrusionOk="0">
                  <a:moveTo>
                    <a:pt x="149" y="316"/>
                  </a:moveTo>
                  <a:lnTo>
                    <a:pt x="149" y="316"/>
                  </a:lnTo>
                  <a:cubicBezTo>
                    <a:pt x="136" y="303"/>
                    <a:pt x="136" y="303"/>
                    <a:pt x="149" y="316"/>
                  </a:cubicBezTo>
                  <a:cubicBezTo>
                    <a:pt x="136" y="297"/>
                    <a:pt x="130" y="297"/>
                    <a:pt x="130" y="291"/>
                  </a:cubicBezTo>
                  <a:lnTo>
                    <a:pt x="130" y="285"/>
                  </a:lnTo>
                  <a:lnTo>
                    <a:pt x="130" y="285"/>
                  </a:lnTo>
                  <a:cubicBezTo>
                    <a:pt x="124" y="266"/>
                    <a:pt x="124" y="260"/>
                    <a:pt x="124" y="241"/>
                  </a:cubicBezTo>
                  <a:lnTo>
                    <a:pt x="124" y="241"/>
                  </a:lnTo>
                  <a:lnTo>
                    <a:pt x="124" y="235"/>
                  </a:lnTo>
                  <a:lnTo>
                    <a:pt x="124" y="211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192"/>
                  </a:lnTo>
                  <a:cubicBezTo>
                    <a:pt x="124" y="180"/>
                    <a:pt x="124" y="173"/>
                    <a:pt x="130" y="173"/>
                  </a:cubicBezTo>
                  <a:lnTo>
                    <a:pt x="130" y="167"/>
                  </a:lnTo>
                  <a:cubicBezTo>
                    <a:pt x="136" y="155"/>
                    <a:pt x="149" y="143"/>
                    <a:pt x="149" y="136"/>
                  </a:cubicBezTo>
                  <a:cubicBezTo>
                    <a:pt x="149" y="124"/>
                    <a:pt x="155" y="124"/>
                    <a:pt x="155" y="118"/>
                  </a:cubicBezTo>
                  <a:lnTo>
                    <a:pt x="155" y="118"/>
                  </a:lnTo>
                  <a:lnTo>
                    <a:pt x="161" y="112"/>
                  </a:lnTo>
                  <a:cubicBezTo>
                    <a:pt x="173" y="87"/>
                    <a:pt x="186" y="56"/>
                    <a:pt x="167" y="31"/>
                  </a:cubicBezTo>
                  <a:cubicBezTo>
                    <a:pt x="155" y="13"/>
                    <a:pt x="124" y="0"/>
                    <a:pt x="99" y="19"/>
                  </a:cubicBezTo>
                  <a:cubicBezTo>
                    <a:pt x="81" y="25"/>
                    <a:pt x="68" y="44"/>
                    <a:pt x="50" y="56"/>
                  </a:cubicBezTo>
                  <a:cubicBezTo>
                    <a:pt x="38" y="75"/>
                    <a:pt x="31" y="87"/>
                    <a:pt x="19" y="112"/>
                  </a:cubicBezTo>
                  <a:cubicBezTo>
                    <a:pt x="7" y="143"/>
                    <a:pt x="0" y="180"/>
                    <a:pt x="0" y="217"/>
                  </a:cubicBezTo>
                  <a:cubicBezTo>
                    <a:pt x="0" y="291"/>
                    <a:pt x="31" y="365"/>
                    <a:pt x="81" y="421"/>
                  </a:cubicBezTo>
                  <a:cubicBezTo>
                    <a:pt x="106" y="445"/>
                    <a:pt x="143" y="445"/>
                    <a:pt x="161" y="421"/>
                  </a:cubicBezTo>
                  <a:cubicBezTo>
                    <a:pt x="186" y="396"/>
                    <a:pt x="186" y="365"/>
                    <a:pt x="161" y="340"/>
                  </a:cubicBezTo>
                  <a:cubicBezTo>
                    <a:pt x="155" y="322"/>
                    <a:pt x="149" y="316"/>
                    <a:pt x="149" y="31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3">
              <a:extLst>
                <a:ext uri="{FF2B5EF4-FFF2-40B4-BE49-F238E27FC236}">
                  <a16:creationId xmlns:a16="http://schemas.microsoft.com/office/drawing/2014/main" id="{D473DCD9-54A1-E9EE-C19B-8561E9290B7A}"/>
                </a:ext>
              </a:extLst>
            </p:cNvPr>
            <p:cNvSpPr/>
            <p:nvPr/>
          </p:nvSpPr>
          <p:spPr>
            <a:xfrm flipH="1">
              <a:off x="5472114" y="4653852"/>
              <a:ext cx="8647" cy="26978"/>
            </a:xfrm>
            <a:custGeom>
              <a:avLst/>
              <a:gdLst/>
              <a:ahLst/>
              <a:cxnLst/>
              <a:rect l="l" t="t" r="r" b="b"/>
              <a:pathLst>
                <a:path w="125" h="390" extrusionOk="0">
                  <a:moveTo>
                    <a:pt x="112" y="93"/>
                  </a:moveTo>
                  <a:cubicBezTo>
                    <a:pt x="99" y="68"/>
                    <a:pt x="99" y="37"/>
                    <a:pt x="87" y="13"/>
                  </a:cubicBezTo>
                  <a:cubicBezTo>
                    <a:pt x="69" y="0"/>
                    <a:pt x="50" y="0"/>
                    <a:pt x="31" y="13"/>
                  </a:cubicBezTo>
                  <a:cubicBezTo>
                    <a:pt x="19" y="37"/>
                    <a:pt x="19" y="68"/>
                    <a:pt x="7" y="93"/>
                  </a:cubicBezTo>
                  <a:cubicBezTo>
                    <a:pt x="1" y="124"/>
                    <a:pt x="1" y="155"/>
                    <a:pt x="1" y="186"/>
                  </a:cubicBezTo>
                  <a:cubicBezTo>
                    <a:pt x="1" y="235"/>
                    <a:pt x="7" y="291"/>
                    <a:pt x="13" y="346"/>
                  </a:cubicBezTo>
                  <a:cubicBezTo>
                    <a:pt x="13" y="371"/>
                    <a:pt x="31" y="389"/>
                    <a:pt x="62" y="389"/>
                  </a:cubicBezTo>
                  <a:cubicBezTo>
                    <a:pt x="87" y="389"/>
                    <a:pt x="106" y="371"/>
                    <a:pt x="106" y="346"/>
                  </a:cubicBezTo>
                  <a:cubicBezTo>
                    <a:pt x="118" y="291"/>
                    <a:pt x="118" y="235"/>
                    <a:pt x="124" y="186"/>
                  </a:cubicBezTo>
                  <a:cubicBezTo>
                    <a:pt x="112" y="155"/>
                    <a:pt x="118" y="124"/>
                    <a:pt x="112" y="9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3">
              <a:extLst>
                <a:ext uri="{FF2B5EF4-FFF2-40B4-BE49-F238E27FC236}">
                  <a16:creationId xmlns:a16="http://schemas.microsoft.com/office/drawing/2014/main" id="{6BF61195-F036-0CBC-2B97-07CF93193062}"/>
                </a:ext>
              </a:extLst>
            </p:cNvPr>
            <p:cNvSpPr/>
            <p:nvPr/>
          </p:nvSpPr>
          <p:spPr>
            <a:xfrm flipH="1">
              <a:off x="5444789" y="4564062"/>
              <a:ext cx="26979" cy="9477"/>
            </a:xfrm>
            <a:custGeom>
              <a:avLst/>
              <a:gdLst/>
              <a:ahLst/>
              <a:cxnLst/>
              <a:rect l="l" t="t" r="r" b="b"/>
              <a:pathLst>
                <a:path w="390" h="137" extrusionOk="0">
                  <a:moveTo>
                    <a:pt x="359" y="1"/>
                  </a:moveTo>
                  <a:cubicBezTo>
                    <a:pt x="303" y="1"/>
                    <a:pt x="247" y="7"/>
                    <a:pt x="204" y="13"/>
                  </a:cubicBezTo>
                  <a:cubicBezTo>
                    <a:pt x="173" y="13"/>
                    <a:pt x="142" y="13"/>
                    <a:pt x="118" y="19"/>
                  </a:cubicBezTo>
                  <a:cubicBezTo>
                    <a:pt x="93" y="32"/>
                    <a:pt x="62" y="32"/>
                    <a:pt x="44" y="38"/>
                  </a:cubicBezTo>
                  <a:cubicBezTo>
                    <a:pt x="19" y="44"/>
                    <a:pt x="0" y="75"/>
                    <a:pt x="13" y="100"/>
                  </a:cubicBezTo>
                  <a:cubicBezTo>
                    <a:pt x="19" y="131"/>
                    <a:pt x="44" y="137"/>
                    <a:pt x="74" y="131"/>
                  </a:cubicBezTo>
                  <a:cubicBezTo>
                    <a:pt x="93" y="124"/>
                    <a:pt x="124" y="124"/>
                    <a:pt x="149" y="112"/>
                  </a:cubicBezTo>
                  <a:cubicBezTo>
                    <a:pt x="167" y="112"/>
                    <a:pt x="173" y="106"/>
                    <a:pt x="186" y="100"/>
                  </a:cubicBezTo>
                  <a:cubicBezTo>
                    <a:pt x="204" y="94"/>
                    <a:pt x="210" y="94"/>
                    <a:pt x="229" y="81"/>
                  </a:cubicBezTo>
                  <a:cubicBezTo>
                    <a:pt x="278" y="69"/>
                    <a:pt x="334" y="63"/>
                    <a:pt x="383" y="38"/>
                  </a:cubicBezTo>
                  <a:cubicBezTo>
                    <a:pt x="390" y="32"/>
                    <a:pt x="383" y="1"/>
                    <a:pt x="3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3">
              <a:extLst>
                <a:ext uri="{FF2B5EF4-FFF2-40B4-BE49-F238E27FC236}">
                  <a16:creationId xmlns:a16="http://schemas.microsoft.com/office/drawing/2014/main" id="{A853BC37-23AE-93F2-57B9-9E67AB4F6DC7}"/>
                </a:ext>
              </a:extLst>
            </p:cNvPr>
            <p:cNvSpPr/>
            <p:nvPr/>
          </p:nvSpPr>
          <p:spPr>
            <a:xfrm flipH="1">
              <a:off x="5375545" y="4558943"/>
              <a:ext cx="13766" cy="22759"/>
            </a:xfrm>
            <a:custGeom>
              <a:avLst/>
              <a:gdLst/>
              <a:ahLst/>
              <a:cxnLst/>
              <a:rect l="l" t="t" r="r" b="b"/>
              <a:pathLst>
                <a:path w="199" h="329" extrusionOk="0">
                  <a:moveTo>
                    <a:pt x="180" y="13"/>
                  </a:moveTo>
                  <a:cubicBezTo>
                    <a:pt x="161" y="1"/>
                    <a:pt x="149" y="1"/>
                    <a:pt x="137" y="19"/>
                  </a:cubicBezTo>
                  <a:cubicBezTo>
                    <a:pt x="130" y="25"/>
                    <a:pt x="124" y="32"/>
                    <a:pt x="118" y="50"/>
                  </a:cubicBezTo>
                  <a:cubicBezTo>
                    <a:pt x="106" y="56"/>
                    <a:pt x="106" y="75"/>
                    <a:pt x="100" y="81"/>
                  </a:cubicBezTo>
                  <a:cubicBezTo>
                    <a:pt x="93" y="106"/>
                    <a:pt x="75" y="124"/>
                    <a:pt x="69" y="143"/>
                  </a:cubicBezTo>
                  <a:cubicBezTo>
                    <a:pt x="44" y="180"/>
                    <a:pt x="32" y="229"/>
                    <a:pt x="7" y="266"/>
                  </a:cubicBezTo>
                  <a:cubicBezTo>
                    <a:pt x="1" y="279"/>
                    <a:pt x="1" y="310"/>
                    <a:pt x="19" y="322"/>
                  </a:cubicBezTo>
                  <a:cubicBezTo>
                    <a:pt x="38" y="328"/>
                    <a:pt x="69" y="328"/>
                    <a:pt x="75" y="303"/>
                  </a:cubicBezTo>
                  <a:lnTo>
                    <a:pt x="137" y="180"/>
                  </a:lnTo>
                  <a:cubicBezTo>
                    <a:pt x="143" y="155"/>
                    <a:pt x="161" y="143"/>
                    <a:pt x="167" y="118"/>
                  </a:cubicBezTo>
                  <a:cubicBezTo>
                    <a:pt x="174" y="112"/>
                    <a:pt x="174" y="93"/>
                    <a:pt x="186" y="87"/>
                  </a:cubicBezTo>
                  <a:cubicBezTo>
                    <a:pt x="192" y="75"/>
                    <a:pt x="192" y="63"/>
                    <a:pt x="198" y="50"/>
                  </a:cubicBezTo>
                  <a:cubicBezTo>
                    <a:pt x="192" y="32"/>
                    <a:pt x="186" y="19"/>
                    <a:pt x="180" y="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3">
              <a:extLst>
                <a:ext uri="{FF2B5EF4-FFF2-40B4-BE49-F238E27FC236}">
                  <a16:creationId xmlns:a16="http://schemas.microsoft.com/office/drawing/2014/main" id="{DB36E99F-8342-E5A6-54F2-2AC3003CC6C8}"/>
                </a:ext>
              </a:extLst>
            </p:cNvPr>
            <p:cNvSpPr/>
            <p:nvPr/>
          </p:nvSpPr>
          <p:spPr>
            <a:xfrm flipH="1">
              <a:off x="5728134" y="3174253"/>
              <a:ext cx="15012" cy="24903"/>
            </a:xfrm>
            <a:custGeom>
              <a:avLst/>
              <a:gdLst/>
              <a:ahLst/>
              <a:cxnLst/>
              <a:rect l="l" t="t" r="r" b="b"/>
              <a:pathLst>
                <a:path w="217" h="360" extrusionOk="0">
                  <a:moveTo>
                    <a:pt x="167" y="25"/>
                  </a:moveTo>
                  <a:lnTo>
                    <a:pt x="118" y="75"/>
                  </a:lnTo>
                  <a:cubicBezTo>
                    <a:pt x="105" y="87"/>
                    <a:pt x="87" y="112"/>
                    <a:pt x="74" y="137"/>
                  </a:cubicBezTo>
                  <a:cubicBezTo>
                    <a:pt x="62" y="143"/>
                    <a:pt x="56" y="149"/>
                    <a:pt x="56" y="168"/>
                  </a:cubicBezTo>
                  <a:cubicBezTo>
                    <a:pt x="56" y="174"/>
                    <a:pt x="50" y="180"/>
                    <a:pt x="50" y="186"/>
                  </a:cubicBezTo>
                  <a:cubicBezTo>
                    <a:pt x="50" y="198"/>
                    <a:pt x="50" y="198"/>
                    <a:pt x="43" y="205"/>
                  </a:cubicBezTo>
                  <a:cubicBezTo>
                    <a:pt x="31" y="229"/>
                    <a:pt x="25" y="248"/>
                    <a:pt x="13" y="273"/>
                  </a:cubicBezTo>
                  <a:cubicBezTo>
                    <a:pt x="0" y="291"/>
                    <a:pt x="0" y="297"/>
                    <a:pt x="0" y="310"/>
                  </a:cubicBezTo>
                  <a:cubicBezTo>
                    <a:pt x="0" y="322"/>
                    <a:pt x="19" y="334"/>
                    <a:pt x="25" y="341"/>
                  </a:cubicBezTo>
                  <a:cubicBezTo>
                    <a:pt x="50" y="359"/>
                    <a:pt x="81" y="353"/>
                    <a:pt x="93" y="328"/>
                  </a:cubicBezTo>
                  <a:cubicBezTo>
                    <a:pt x="111" y="303"/>
                    <a:pt x="118" y="291"/>
                    <a:pt x="136" y="266"/>
                  </a:cubicBezTo>
                  <a:cubicBezTo>
                    <a:pt x="136" y="254"/>
                    <a:pt x="142" y="254"/>
                    <a:pt x="142" y="248"/>
                  </a:cubicBezTo>
                  <a:lnTo>
                    <a:pt x="142" y="248"/>
                  </a:lnTo>
                  <a:cubicBezTo>
                    <a:pt x="148" y="248"/>
                    <a:pt x="148" y="242"/>
                    <a:pt x="155" y="236"/>
                  </a:cubicBezTo>
                  <a:cubicBezTo>
                    <a:pt x="167" y="223"/>
                    <a:pt x="167" y="211"/>
                    <a:pt x="173" y="205"/>
                  </a:cubicBezTo>
                  <a:cubicBezTo>
                    <a:pt x="179" y="198"/>
                    <a:pt x="179" y="180"/>
                    <a:pt x="186" y="174"/>
                  </a:cubicBezTo>
                  <a:cubicBezTo>
                    <a:pt x="198" y="155"/>
                    <a:pt x="198" y="149"/>
                    <a:pt x="204" y="137"/>
                  </a:cubicBezTo>
                  <a:cubicBezTo>
                    <a:pt x="210" y="112"/>
                    <a:pt x="210" y="87"/>
                    <a:pt x="216" y="63"/>
                  </a:cubicBezTo>
                  <a:cubicBezTo>
                    <a:pt x="216" y="25"/>
                    <a:pt x="186" y="1"/>
                    <a:pt x="167" y="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3">
              <a:extLst>
                <a:ext uri="{FF2B5EF4-FFF2-40B4-BE49-F238E27FC236}">
                  <a16:creationId xmlns:a16="http://schemas.microsoft.com/office/drawing/2014/main" id="{A5CB2351-E391-277E-CED5-4886A4B6A861}"/>
                </a:ext>
              </a:extLst>
            </p:cNvPr>
            <p:cNvSpPr/>
            <p:nvPr/>
          </p:nvSpPr>
          <p:spPr>
            <a:xfrm flipH="1">
              <a:off x="5683723" y="3192238"/>
              <a:ext cx="6434" cy="18885"/>
            </a:xfrm>
            <a:custGeom>
              <a:avLst/>
              <a:gdLst/>
              <a:ahLst/>
              <a:cxnLst/>
              <a:rect l="l" t="t" r="r" b="b"/>
              <a:pathLst>
                <a:path w="93" h="273" extrusionOk="0">
                  <a:moveTo>
                    <a:pt x="81" y="13"/>
                  </a:moveTo>
                  <a:cubicBezTo>
                    <a:pt x="62" y="0"/>
                    <a:pt x="37" y="0"/>
                    <a:pt x="19" y="13"/>
                  </a:cubicBezTo>
                  <a:cubicBezTo>
                    <a:pt x="0" y="31"/>
                    <a:pt x="0" y="62"/>
                    <a:pt x="0" y="81"/>
                  </a:cubicBezTo>
                  <a:lnTo>
                    <a:pt x="0" y="229"/>
                  </a:lnTo>
                  <a:cubicBezTo>
                    <a:pt x="0" y="254"/>
                    <a:pt x="25" y="272"/>
                    <a:pt x="50" y="272"/>
                  </a:cubicBezTo>
                  <a:cubicBezTo>
                    <a:pt x="68" y="272"/>
                    <a:pt x="93" y="254"/>
                    <a:pt x="93" y="229"/>
                  </a:cubicBezTo>
                  <a:lnTo>
                    <a:pt x="93" y="81"/>
                  </a:lnTo>
                  <a:cubicBezTo>
                    <a:pt x="93" y="50"/>
                    <a:pt x="93" y="31"/>
                    <a:pt x="81" y="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3">
              <a:extLst>
                <a:ext uri="{FF2B5EF4-FFF2-40B4-BE49-F238E27FC236}">
                  <a16:creationId xmlns:a16="http://schemas.microsoft.com/office/drawing/2014/main" id="{AADCF16B-ACE8-DAE4-D6D3-D15316761EDD}"/>
                </a:ext>
              </a:extLst>
            </p:cNvPr>
            <p:cNvSpPr/>
            <p:nvPr/>
          </p:nvSpPr>
          <p:spPr>
            <a:xfrm flipH="1">
              <a:off x="5738856" y="3461885"/>
              <a:ext cx="7333" cy="10791"/>
            </a:xfrm>
            <a:custGeom>
              <a:avLst/>
              <a:gdLst/>
              <a:ahLst/>
              <a:cxnLst/>
              <a:rect l="l" t="t" r="r" b="b"/>
              <a:pathLst>
                <a:path w="106" h="156" extrusionOk="0">
                  <a:moveTo>
                    <a:pt x="100" y="31"/>
                  </a:moveTo>
                  <a:lnTo>
                    <a:pt x="94" y="25"/>
                  </a:lnTo>
                  <a:lnTo>
                    <a:pt x="87" y="13"/>
                  </a:lnTo>
                  <a:lnTo>
                    <a:pt x="75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9" y="7"/>
                  </a:lnTo>
                  <a:cubicBezTo>
                    <a:pt x="63" y="7"/>
                    <a:pt x="63" y="1"/>
                    <a:pt x="57" y="1"/>
                  </a:cubicBezTo>
                  <a:cubicBezTo>
                    <a:pt x="44" y="1"/>
                    <a:pt x="38" y="1"/>
                    <a:pt x="38" y="7"/>
                  </a:cubicBezTo>
                  <a:cubicBezTo>
                    <a:pt x="38" y="7"/>
                    <a:pt x="32" y="7"/>
                    <a:pt x="32" y="13"/>
                  </a:cubicBezTo>
                  <a:lnTo>
                    <a:pt x="26" y="13"/>
                  </a:lnTo>
                  <a:cubicBezTo>
                    <a:pt x="13" y="13"/>
                    <a:pt x="13" y="25"/>
                    <a:pt x="7" y="31"/>
                  </a:cubicBezTo>
                  <a:cubicBezTo>
                    <a:pt x="7" y="38"/>
                    <a:pt x="7" y="38"/>
                    <a:pt x="1" y="44"/>
                  </a:cubicBezTo>
                  <a:lnTo>
                    <a:pt x="1" y="75"/>
                  </a:lnTo>
                  <a:cubicBezTo>
                    <a:pt x="1" y="93"/>
                    <a:pt x="7" y="106"/>
                    <a:pt x="7" y="118"/>
                  </a:cubicBezTo>
                  <a:cubicBezTo>
                    <a:pt x="7" y="118"/>
                    <a:pt x="7" y="124"/>
                    <a:pt x="13" y="124"/>
                  </a:cubicBezTo>
                  <a:cubicBezTo>
                    <a:pt x="13" y="130"/>
                    <a:pt x="26" y="130"/>
                    <a:pt x="32" y="137"/>
                  </a:cubicBezTo>
                  <a:lnTo>
                    <a:pt x="38" y="149"/>
                  </a:lnTo>
                  <a:cubicBezTo>
                    <a:pt x="44" y="149"/>
                    <a:pt x="44" y="155"/>
                    <a:pt x="57" y="155"/>
                  </a:cubicBezTo>
                  <a:cubicBezTo>
                    <a:pt x="63" y="155"/>
                    <a:pt x="69" y="155"/>
                    <a:pt x="75" y="149"/>
                  </a:cubicBezTo>
                  <a:cubicBezTo>
                    <a:pt x="87" y="149"/>
                    <a:pt x="87" y="137"/>
                    <a:pt x="94" y="130"/>
                  </a:cubicBezTo>
                  <a:cubicBezTo>
                    <a:pt x="100" y="124"/>
                    <a:pt x="100" y="124"/>
                    <a:pt x="100" y="118"/>
                  </a:cubicBezTo>
                  <a:cubicBezTo>
                    <a:pt x="100" y="99"/>
                    <a:pt x="106" y="87"/>
                    <a:pt x="106" y="75"/>
                  </a:cubicBezTo>
                  <a:lnTo>
                    <a:pt x="106" y="56"/>
                  </a:lnTo>
                  <a:cubicBezTo>
                    <a:pt x="100" y="44"/>
                    <a:pt x="100" y="38"/>
                    <a:pt x="100" y="3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3">
              <a:extLst>
                <a:ext uri="{FF2B5EF4-FFF2-40B4-BE49-F238E27FC236}">
                  <a16:creationId xmlns:a16="http://schemas.microsoft.com/office/drawing/2014/main" id="{2C81C294-D12D-70E1-CF10-D1699F2026E6}"/>
                </a:ext>
              </a:extLst>
            </p:cNvPr>
            <p:cNvSpPr/>
            <p:nvPr/>
          </p:nvSpPr>
          <p:spPr>
            <a:xfrm flipH="1">
              <a:off x="5686282" y="3376868"/>
              <a:ext cx="26979" cy="21444"/>
            </a:xfrm>
            <a:custGeom>
              <a:avLst/>
              <a:gdLst/>
              <a:ahLst/>
              <a:cxnLst/>
              <a:rect l="l" t="t" r="r" b="b"/>
              <a:pathLst>
                <a:path w="390" h="310" extrusionOk="0">
                  <a:moveTo>
                    <a:pt x="198" y="0"/>
                  </a:moveTo>
                  <a:cubicBezTo>
                    <a:pt x="1" y="0"/>
                    <a:pt x="1" y="303"/>
                    <a:pt x="198" y="303"/>
                  </a:cubicBezTo>
                  <a:cubicBezTo>
                    <a:pt x="390" y="309"/>
                    <a:pt x="390" y="0"/>
                    <a:pt x="198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3">
              <a:extLst>
                <a:ext uri="{FF2B5EF4-FFF2-40B4-BE49-F238E27FC236}">
                  <a16:creationId xmlns:a16="http://schemas.microsoft.com/office/drawing/2014/main" id="{F028E51C-056F-8C83-419C-54A2801AE26D}"/>
                </a:ext>
              </a:extLst>
            </p:cNvPr>
            <p:cNvSpPr/>
            <p:nvPr/>
          </p:nvSpPr>
          <p:spPr>
            <a:xfrm flipH="1">
              <a:off x="5605485" y="3315302"/>
              <a:ext cx="8163" cy="15910"/>
            </a:xfrm>
            <a:custGeom>
              <a:avLst/>
              <a:gdLst/>
              <a:ahLst/>
              <a:cxnLst/>
              <a:rect l="l" t="t" r="r" b="b"/>
              <a:pathLst>
                <a:path w="118" h="230" extrusionOk="0">
                  <a:moveTo>
                    <a:pt x="105" y="112"/>
                  </a:moveTo>
                  <a:lnTo>
                    <a:pt x="105" y="81"/>
                  </a:lnTo>
                  <a:lnTo>
                    <a:pt x="105" y="50"/>
                  </a:lnTo>
                  <a:cubicBezTo>
                    <a:pt x="105" y="31"/>
                    <a:pt x="99" y="25"/>
                    <a:pt x="80" y="19"/>
                  </a:cubicBezTo>
                  <a:cubicBezTo>
                    <a:pt x="68" y="1"/>
                    <a:pt x="37" y="1"/>
                    <a:pt x="19" y="19"/>
                  </a:cubicBezTo>
                  <a:cubicBezTo>
                    <a:pt x="13" y="25"/>
                    <a:pt x="6" y="31"/>
                    <a:pt x="0" y="50"/>
                  </a:cubicBezTo>
                  <a:lnTo>
                    <a:pt x="0" y="81"/>
                  </a:lnTo>
                  <a:lnTo>
                    <a:pt x="0" y="112"/>
                  </a:lnTo>
                  <a:lnTo>
                    <a:pt x="0" y="173"/>
                  </a:lnTo>
                  <a:cubicBezTo>
                    <a:pt x="0" y="186"/>
                    <a:pt x="6" y="204"/>
                    <a:pt x="13" y="211"/>
                  </a:cubicBezTo>
                  <a:cubicBezTo>
                    <a:pt x="19" y="217"/>
                    <a:pt x="37" y="229"/>
                    <a:pt x="50" y="229"/>
                  </a:cubicBezTo>
                  <a:cubicBezTo>
                    <a:pt x="68" y="229"/>
                    <a:pt x="80" y="217"/>
                    <a:pt x="93" y="211"/>
                  </a:cubicBezTo>
                  <a:cubicBezTo>
                    <a:pt x="99" y="204"/>
                    <a:pt x="105" y="186"/>
                    <a:pt x="105" y="173"/>
                  </a:cubicBezTo>
                  <a:cubicBezTo>
                    <a:pt x="118" y="155"/>
                    <a:pt x="118" y="136"/>
                    <a:pt x="105" y="112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3">
              <a:extLst>
                <a:ext uri="{FF2B5EF4-FFF2-40B4-BE49-F238E27FC236}">
                  <a16:creationId xmlns:a16="http://schemas.microsoft.com/office/drawing/2014/main" id="{7A3B618B-9D0D-A8EE-22BA-D3224634555F}"/>
                </a:ext>
              </a:extLst>
            </p:cNvPr>
            <p:cNvSpPr/>
            <p:nvPr/>
          </p:nvSpPr>
          <p:spPr>
            <a:xfrm flipH="1">
              <a:off x="5619182" y="3439680"/>
              <a:ext cx="9892" cy="9892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137" y="37"/>
                  </a:moveTo>
                  <a:cubicBezTo>
                    <a:pt x="137" y="25"/>
                    <a:pt x="130" y="25"/>
                    <a:pt x="130" y="19"/>
                  </a:cubicBezTo>
                  <a:cubicBezTo>
                    <a:pt x="124" y="13"/>
                    <a:pt x="106" y="0"/>
                    <a:pt x="100" y="0"/>
                  </a:cubicBezTo>
                  <a:lnTo>
                    <a:pt x="81" y="0"/>
                  </a:lnTo>
                  <a:cubicBezTo>
                    <a:pt x="75" y="0"/>
                    <a:pt x="69" y="13"/>
                    <a:pt x="63" y="19"/>
                  </a:cubicBezTo>
                  <a:cubicBezTo>
                    <a:pt x="50" y="37"/>
                    <a:pt x="44" y="44"/>
                    <a:pt x="32" y="56"/>
                  </a:cubicBezTo>
                  <a:lnTo>
                    <a:pt x="13" y="74"/>
                  </a:lnTo>
                  <a:cubicBezTo>
                    <a:pt x="7" y="81"/>
                    <a:pt x="7" y="81"/>
                    <a:pt x="7" y="87"/>
                  </a:cubicBezTo>
                  <a:cubicBezTo>
                    <a:pt x="7" y="87"/>
                    <a:pt x="7" y="99"/>
                    <a:pt x="1" y="99"/>
                  </a:cubicBezTo>
                  <a:lnTo>
                    <a:pt x="1" y="105"/>
                  </a:lnTo>
                  <a:lnTo>
                    <a:pt x="1" y="118"/>
                  </a:lnTo>
                  <a:cubicBezTo>
                    <a:pt x="1" y="130"/>
                    <a:pt x="1" y="136"/>
                    <a:pt x="7" y="136"/>
                  </a:cubicBezTo>
                  <a:cubicBezTo>
                    <a:pt x="13" y="136"/>
                    <a:pt x="13" y="142"/>
                    <a:pt x="19" y="142"/>
                  </a:cubicBezTo>
                  <a:lnTo>
                    <a:pt x="38" y="142"/>
                  </a:lnTo>
                  <a:lnTo>
                    <a:pt x="50" y="142"/>
                  </a:lnTo>
                  <a:cubicBezTo>
                    <a:pt x="50" y="142"/>
                    <a:pt x="56" y="142"/>
                    <a:pt x="56" y="136"/>
                  </a:cubicBezTo>
                  <a:cubicBezTo>
                    <a:pt x="69" y="136"/>
                    <a:pt x="69" y="130"/>
                    <a:pt x="75" y="130"/>
                  </a:cubicBezTo>
                  <a:cubicBezTo>
                    <a:pt x="81" y="118"/>
                    <a:pt x="87" y="118"/>
                    <a:pt x="87" y="112"/>
                  </a:cubicBezTo>
                  <a:cubicBezTo>
                    <a:pt x="106" y="105"/>
                    <a:pt x="112" y="99"/>
                    <a:pt x="130" y="81"/>
                  </a:cubicBezTo>
                  <a:cubicBezTo>
                    <a:pt x="137" y="74"/>
                    <a:pt x="137" y="74"/>
                    <a:pt x="137" y="68"/>
                  </a:cubicBezTo>
                  <a:cubicBezTo>
                    <a:pt x="137" y="56"/>
                    <a:pt x="143" y="56"/>
                    <a:pt x="143" y="50"/>
                  </a:cubicBezTo>
                  <a:cubicBezTo>
                    <a:pt x="137" y="44"/>
                    <a:pt x="137" y="44"/>
                    <a:pt x="137" y="3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3">
              <a:extLst>
                <a:ext uri="{FF2B5EF4-FFF2-40B4-BE49-F238E27FC236}">
                  <a16:creationId xmlns:a16="http://schemas.microsoft.com/office/drawing/2014/main" id="{9BC67E05-FA3A-0224-883B-36774C559D10}"/>
                </a:ext>
              </a:extLst>
            </p:cNvPr>
            <p:cNvSpPr/>
            <p:nvPr/>
          </p:nvSpPr>
          <p:spPr>
            <a:xfrm flipH="1">
              <a:off x="5803328" y="3723024"/>
              <a:ext cx="7333" cy="6018"/>
            </a:xfrm>
            <a:custGeom>
              <a:avLst/>
              <a:gdLst/>
              <a:ahLst/>
              <a:cxnLst/>
              <a:rect l="l" t="t" r="r" b="b"/>
              <a:pathLst>
                <a:path w="106" h="87" extrusionOk="0">
                  <a:moveTo>
                    <a:pt x="49" y="0"/>
                  </a:moveTo>
                  <a:cubicBezTo>
                    <a:pt x="0" y="0"/>
                    <a:pt x="0" y="87"/>
                    <a:pt x="49" y="87"/>
                  </a:cubicBezTo>
                  <a:cubicBezTo>
                    <a:pt x="105" y="87"/>
                    <a:pt x="105" y="0"/>
                    <a:pt x="49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3">
              <a:extLst>
                <a:ext uri="{FF2B5EF4-FFF2-40B4-BE49-F238E27FC236}">
                  <a16:creationId xmlns:a16="http://schemas.microsoft.com/office/drawing/2014/main" id="{00AF16B0-169F-5BC6-63DE-55F9232A1F2D}"/>
                </a:ext>
              </a:extLst>
            </p:cNvPr>
            <p:cNvSpPr/>
            <p:nvPr/>
          </p:nvSpPr>
          <p:spPr>
            <a:xfrm flipH="1">
              <a:off x="5408472" y="2695211"/>
              <a:ext cx="16741" cy="13282"/>
            </a:xfrm>
            <a:custGeom>
              <a:avLst/>
              <a:gdLst/>
              <a:ahLst/>
              <a:cxnLst/>
              <a:rect l="l" t="t" r="r" b="b"/>
              <a:pathLst>
                <a:path w="242" h="192" extrusionOk="0">
                  <a:moveTo>
                    <a:pt x="118" y="0"/>
                  </a:moveTo>
                  <a:cubicBezTo>
                    <a:pt x="1" y="0"/>
                    <a:pt x="1" y="185"/>
                    <a:pt x="118" y="185"/>
                  </a:cubicBezTo>
                  <a:cubicBezTo>
                    <a:pt x="242" y="192"/>
                    <a:pt x="242" y="0"/>
                    <a:pt x="1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3">
              <a:extLst>
                <a:ext uri="{FF2B5EF4-FFF2-40B4-BE49-F238E27FC236}">
                  <a16:creationId xmlns:a16="http://schemas.microsoft.com/office/drawing/2014/main" id="{90728CD4-0426-E401-7808-BB5111DB84AB}"/>
                </a:ext>
              </a:extLst>
            </p:cNvPr>
            <p:cNvSpPr/>
            <p:nvPr/>
          </p:nvSpPr>
          <p:spPr>
            <a:xfrm flipH="1">
              <a:off x="5346076" y="2898172"/>
              <a:ext cx="12867" cy="10307"/>
            </a:xfrm>
            <a:custGeom>
              <a:avLst/>
              <a:gdLst/>
              <a:ahLst/>
              <a:cxnLst/>
              <a:rect l="l" t="t" r="r" b="b"/>
              <a:pathLst>
                <a:path w="186" h="149" extrusionOk="0">
                  <a:moveTo>
                    <a:pt x="93" y="1"/>
                  </a:moveTo>
                  <a:cubicBezTo>
                    <a:pt x="0" y="1"/>
                    <a:pt x="0" y="149"/>
                    <a:pt x="93" y="149"/>
                  </a:cubicBezTo>
                  <a:cubicBezTo>
                    <a:pt x="186" y="149"/>
                    <a:pt x="186" y="1"/>
                    <a:pt x="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3">
              <a:extLst>
                <a:ext uri="{FF2B5EF4-FFF2-40B4-BE49-F238E27FC236}">
                  <a16:creationId xmlns:a16="http://schemas.microsoft.com/office/drawing/2014/main" id="{BCDD8ED1-86F3-168F-C892-518EFCDEDAD4}"/>
                </a:ext>
              </a:extLst>
            </p:cNvPr>
            <p:cNvSpPr/>
            <p:nvPr/>
          </p:nvSpPr>
          <p:spPr>
            <a:xfrm flipH="1">
              <a:off x="5313978" y="2865729"/>
              <a:ext cx="9062" cy="6848"/>
            </a:xfrm>
            <a:custGeom>
              <a:avLst/>
              <a:gdLst/>
              <a:ahLst/>
              <a:cxnLst/>
              <a:rect l="l" t="t" r="r" b="b"/>
              <a:pathLst>
                <a:path w="131" h="99" extrusionOk="0">
                  <a:moveTo>
                    <a:pt x="68" y="0"/>
                  </a:moveTo>
                  <a:cubicBezTo>
                    <a:pt x="0" y="0"/>
                    <a:pt x="0" y="99"/>
                    <a:pt x="68" y="99"/>
                  </a:cubicBezTo>
                  <a:cubicBezTo>
                    <a:pt x="130" y="99"/>
                    <a:pt x="130" y="0"/>
                    <a:pt x="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3">
              <a:extLst>
                <a:ext uri="{FF2B5EF4-FFF2-40B4-BE49-F238E27FC236}">
                  <a16:creationId xmlns:a16="http://schemas.microsoft.com/office/drawing/2014/main" id="{0971C3AC-0501-EF8F-08DE-D125BF404435}"/>
                </a:ext>
              </a:extLst>
            </p:cNvPr>
            <p:cNvSpPr/>
            <p:nvPr/>
          </p:nvSpPr>
          <p:spPr>
            <a:xfrm flipH="1">
              <a:off x="5987543" y="3735821"/>
              <a:ext cx="12037" cy="11621"/>
            </a:xfrm>
            <a:custGeom>
              <a:avLst/>
              <a:gdLst/>
              <a:ahLst/>
              <a:cxnLst/>
              <a:rect l="l" t="t" r="r" b="b"/>
              <a:pathLst>
                <a:path w="174" h="168" extrusionOk="0">
                  <a:moveTo>
                    <a:pt x="167" y="81"/>
                  </a:moveTo>
                  <a:cubicBezTo>
                    <a:pt x="155" y="63"/>
                    <a:pt x="149" y="56"/>
                    <a:pt x="142" y="38"/>
                  </a:cubicBezTo>
                  <a:cubicBezTo>
                    <a:pt x="142" y="32"/>
                    <a:pt x="136" y="32"/>
                    <a:pt x="136" y="25"/>
                  </a:cubicBezTo>
                  <a:cubicBezTo>
                    <a:pt x="136" y="25"/>
                    <a:pt x="124" y="13"/>
                    <a:pt x="118" y="13"/>
                  </a:cubicBezTo>
                  <a:lnTo>
                    <a:pt x="112" y="13"/>
                  </a:lnTo>
                  <a:lnTo>
                    <a:pt x="105" y="7"/>
                  </a:lnTo>
                  <a:lnTo>
                    <a:pt x="93" y="1"/>
                  </a:lnTo>
                  <a:lnTo>
                    <a:pt x="87" y="1"/>
                  </a:lnTo>
                  <a:lnTo>
                    <a:pt x="87" y="1"/>
                  </a:lnTo>
                  <a:lnTo>
                    <a:pt x="81" y="1"/>
                  </a:lnTo>
                  <a:lnTo>
                    <a:pt x="74" y="1"/>
                  </a:lnTo>
                  <a:lnTo>
                    <a:pt x="44" y="1"/>
                  </a:lnTo>
                  <a:cubicBezTo>
                    <a:pt x="31" y="1"/>
                    <a:pt x="25" y="7"/>
                    <a:pt x="19" y="13"/>
                  </a:cubicBezTo>
                  <a:cubicBezTo>
                    <a:pt x="13" y="25"/>
                    <a:pt x="13" y="32"/>
                    <a:pt x="0" y="38"/>
                  </a:cubicBezTo>
                  <a:lnTo>
                    <a:pt x="0" y="69"/>
                  </a:lnTo>
                  <a:cubicBezTo>
                    <a:pt x="0" y="75"/>
                    <a:pt x="13" y="93"/>
                    <a:pt x="19" y="100"/>
                  </a:cubicBezTo>
                  <a:lnTo>
                    <a:pt x="25" y="106"/>
                  </a:lnTo>
                  <a:lnTo>
                    <a:pt x="25" y="118"/>
                  </a:lnTo>
                  <a:cubicBezTo>
                    <a:pt x="25" y="118"/>
                    <a:pt x="25" y="124"/>
                    <a:pt x="31" y="124"/>
                  </a:cubicBezTo>
                  <a:lnTo>
                    <a:pt x="50" y="137"/>
                  </a:lnTo>
                  <a:cubicBezTo>
                    <a:pt x="62" y="149"/>
                    <a:pt x="74" y="155"/>
                    <a:pt x="87" y="161"/>
                  </a:cubicBezTo>
                  <a:cubicBezTo>
                    <a:pt x="93" y="161"/>
                    <a:pt x="93" y="161"/>
                    <a:pt x="99" y="168"/>
                  </a:cubicBezTo>
                  <a:lnTo>
                    <a:pt x="124" y="168"/>
                  </a:lnTo>
                  <a:lnTo>
                    <a:pt x="142" y="168"/>
                  </a:lnTo>
                  <a:cubicBezTo>
                    <a:pt x="149" y="168"/>
                    <a:pt x="155" y="161"/>
                    <a:pt x="155" y="161"/>
                  </a:cubicBezTo>
                  <a:lnTo>
                    <a:pt x="161" y="155"/>
                  </a:lnTo>
                  <a:cubicBezTo>
                    <a:pt x="161" y="149"/>
                    <a:pt x="161" y="149"/>
                    <a:pt x="173" y="137"/>
                  </a:cubicBezTo>
                  <a:lnTo>
                    <a:pt x="173" y="118"/>
                  </a:lnTo>
                  <a:cubicBezTo>
                    <a:pt x="173" y="93"/>
                    <a:pt x="173" y="87"/>
                    <a:pt x="167" y="8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3">
              <a:extLst>
                <a:ext uri="{FF2B5EF4-FFF2-40B4-BE49-F238E27FC236}">
                  <a16:creationId xmlns:a16="http://schemas.microsoft.com/office/drawing/2014/main" id="{94AB0A6A-C809-6C1F-0A3C-8257B034AFD1}"/>
                </a:ext>
              </a:extLst>
            </p:cNvPr>
            <p:cNvSpPr/>
            <p:nvPr/>
          </p:nvSpPr>
          <p:spPr>
            <a:xfrm flipH="1">
              <a:off x="6229036" y="4279058"/>
              <a:ext cx="21445" cy="16740"/>
            </a:xfrm>
            <a:custGeom>
              <a:avLst/>
              <a:gdLst/>
              <a:ahLst/>
              <a:cxnLst/>
              <a:rect l="l" t="t" r="r" b="b"/>
              <a:pathLst>
                <a:path w="310" h="242" extrusionOk="0">
                  <a:moveTo>
                    <a:pt x="155" y="0"/>
                  </a:moveTo>
                  <a:cubicBezTo>
                    <a:pt x="1" y="0"/>
                    <a:pt x="1" y="241"/>
                    <a:pt x="155" y="241"/>
                  </a:cubicBezTo>
                  <a:cubicBezTo>
                    <a:pt x="310" y="241"/>
                    <a:pt x="310" y="0"/>
                    <a:pt x="155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3">
              <a:extLst>
                <a:ext uri="{FF2B5EF4-FFF2-40B4-BE49-F238E27FC236}">
                  <a16:creationId xmlns:a16="http://schemas.microsoft.com/office/drawing/2014/main" id="{538A1692-D918-7EDB-1436-01F728D2F63E}"/>
                </a:ext>
              </a:extLst>
            </p:cNvPr>
            <p:cNvSpPr/>
            <p:nvPr/>
          </p:nvSpPr>
          <p:spPr>
            <a:xfrm flipH="1">
              <a:off x="6135026" y="4117464"/>
              <a:ext cx="8993" cy="6502"/>
            </a:xfrm>
            <a:custGeom>
              <a:avLst/>
              <a:gdLst/>
              <a:ahLst/>
              <a:cxnLst/>
              <a:rect l="l" t="t" r="r" b="b"/>
              <a:pathLst>
                <a:path w="130" h="94" extrusionOk="0">
                  <a:moveTo>
                    <a:pt x="124" y="19"/>
                  </a:moveTo>
                  <a:cubicBezTo>
                    <a:pt x="111" y="13"/>
                    <a:pt x="111" y="13"/>
                    <a:pt x="105" y="13"/>
                  </a:cubicBezTo>
                  <a:lnTo>
                    <a:pt x="74" y="13"/>
                  </a:lnTo>
                  <a:cubicBezTo>
                    <a:pt x="68" y="7"/>
                    <a:pt x="62" y="1"/>
                    <a:pt x="43" y="1"/>
                  </a:cubicBezTo>
                  <a:cubicBezTo>
                    <a:pt x="37" y="1"/>
                    <a:pt x="19" y="7"/>
                    <a:pt x="12" y="13"/>
                  </a:cubicBezTo>
                  <a:cubicBezTo>
                    <a:pt x="6" y="19"/>
                    <a:pt x="0" y="38"/>
                    <a:pt x="0" y="44"/>
                  </a:cubicBezTo>
                  <a:cubicBezTo>
                    <a:pt x="0" y="50"/>
                    <a:pt x="6" y="69"/>
                    <a:pt x="12" y="75"/>
                  </a:cubicBezTo>
                  <a:cubicBezTo>
                    <a:pt x="19" y="81"/>
                    <a:pt x="25" y="93"/>
                    <a:pt x="43" y="93"/>
                  </a:cubicBezTo>
                  <a:lnTo>
                    <a:pt x="50" y="93"/>
                  </a:lnTo>
                  <a:cubicBezTo>
                    <a:pt x="62" y="93"/>
                    <a:pt x="62" y="93"/>
                    <a:pt x="68" y="81"/>
                  </a:cubicBezTo>
                  <a:lnTo>
                    <a:pt x="74" y="75"/>
                  </a:lnTo>
                  <a:lnTo>
                    <a:pt x="105" y="75"/>
                  </a:lnTo>
                  <a:cubicBezTo>
                    <a:pt x="111" y="75"/>
                    <a:pt x="111" y="75"/>
                    <a:pt x="118" y="69"/>
                  </a:cubicBezTo>
                  <a:cubicBezTo>
                    <a:pt x="130" y="63"/>
                    <a:pt x="130" y="63"/>
                    <a:pt x="130" y="50"/>
                  </a:cubicBezTo>
                  <a:cubicBezTo>
                    <a:pt x="130" y="38"/>
                    <a:pt x="124" y="32"/>
                    <a:pt x="124" y="19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3">
              <a:extLst>
                <a:ext uri="{FF2B5EF4-FFF2-40B4-BE49-F238E27FC236}">
                  <a16:creationId xmlns:a16="http://schemas.microsoft.com/office/drawing/2014/main" id="{9197B713-1961-6909-1E53-DE1C15F10318}"/>
                </a:ext>
              </a:extLst>
            </p:cNvPr>
            <p:cNvSpPr/>
            <p:nvPr/>
          </p:nvSpPr>
          <p:spPr>
            <a:xfrm flipH="1">
              <a:off x="6072145" y="4150806"/>
              <a:ext cx="9477" cy="7748"/>
            </a:xfrm>
            <a:custGeom>
              <a:avLst/>
              <a:gdLst/>
              <a:ahLst/>
              <a:cxnLst/>
              <a:rect l="l" t="t" r="r" b="b"/>
              <a:pathLst>
                <a:path w="137" h="112" extrusionOk="0">
                  <a:moveTo>
                    <a:pt x="68" y="1"/>
                  </a:moveTo>
                  <a:cubicBezTo>
                    <a:pt x="0" y="1"/>
                    <a:pt x="0" y="112"/>
                    <a:pt x="68" y="112"/>
                  </a:cubicBezTo>
                  <a:cubicBezTo>
                    <a:pt x="136" y="112"/>
                    <a:pt x="136" y="1"/>
                    <a:pt x="68" y="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3">
              <a:extLst>
                <a:ext uri="{FF2B5EF4-FFF2-40B4-BE49-F238E27FC236}">
                  <a16:creationId xmlns:a16="http://schemas.microsoft.com/office/drawing/2014/main" id="{C40349E4-B2CF-ACF9-DCB1-1D0DDBC9B6AA}"/>
                </a:ext>
              </a:extLst>
            </p:cNvPr>
            <p:cNvSpPr/>
            <p:nvPr/>
          </p:nvSpPr>
          <p:spPr>
            <a:xfrm flipH="1">
              <a:off x="7192802" y="4120922"/>
              <a:ext cx="13766" cy="14596"/>
            </a:xfrm>
            <a:custGeom>
              <a:avLst/>
              <a:gdLst/>
              <a:ahLst/>
              <a:cxnLst/>
              <a:rect l="l" t="t" r="r" b="b"/>
              <a:pathLst>
                <a:path w="199" h="211" extrusionOk="0">
                  <a:moveTo>
                    <a:pt x="180" y="81"/>
                  </a:moveTo>
                  <a:cubicBezTo>
                    <a:pt x="180" y="74"/>
                    <a:pt x="168" y="56"/>
                    <a:pt x="161" y="50"/>
                  </a:cubicBezTo>
                  <a:lnTo>
                    <a:pt x="130" y="19"/>
                  </a:lnTo>
                  <a:cubicBezTo>
                    <a:pt x="124" y="13"/>
                    <a:pt x="124" y="13"/>
                    <a:pt x="118" y="13"/>
                  </a:cubicBezTo>
                  <a:cubicBezTo>
                    <a:pt x="106" y="13"/>
                    <a:pt x="100" y="0"/>
                    <a:pt x="100" y="0"/>
                  </a:cubicBezTo>
                  <a:lnTo>
                    <a:pt x="81" y="0"/>
                  </a:lnTo>
                  <a:cubicBezTo>
                    <a:pt x="75" y="0"/>
                    <a:pt x="69" y="13"/>
                    <a:pt x="63" y="19"/>
                  </a:cubicBezTo>
                  <a:lnTo>
                    <a:pt x="32" y="50"/>
                  </a:lnTo>
                  <a:cubicBezTo>
                    <a:pt x="19" y="56"/>
                    <a:pt x="19" y="62"/>
                    <a:pt x="13" y="62"/>
                  </a:cubicBezTo>
                  <a:cubicBezTo>
                    <a:pt x="13" y="74"/>
                    <a:pt x="7" y="81"/>
                    <a:pt x="7" y="87"/>
                  </a:cubicBezTo>
                  <a:cubicBezTo>
                    <a:pt x="7" y="105"/>
                    <a:pt x="1" y="111"/>
                    <a:pt x="7" y="124"/>
                  </a:cubicBezTo>
                  <a:cubicBezTo>
                    <a:pt x="7" y="136"/>
                    <a:pt x="7" y="142"/>
                    <a:pt x="13" y="148"/>
                  </a:cubicBezTo>
                  <a:cubicBezTo>
                    <a:pt x="13" y="155"/>
                    <a:pt x="19" y="167"/>
                    <a:pt x="32" y="173"/>
                  </a:cubicBezTo>
                  <a:cubicBezTo>
                    <a:pt x="38" y="179"/>
                    <a:pt x="38" y="186"/>
                    <a:pt x="44" y="186"/>
                  </a:cubicBezTo>
                  <a:cubicBezTo>
                    <a:pt x="50" y="198"/>
                    <a:pt x="63" y="198"/>
                    <a:pt x="69" y="204"/>
                  </a:cubicBezTo>
                  <a:cubicBezTo>
                    <a:pt x="75" y="210"/>
                    <a:pt x="93" y="210"/>
                    <a:pt x="106" y="210"/>
                  </a:cubicBezTo>
                  <a:lnTo>
                    <a:pt x="130" y="210"/>
                  </a:lnTo>
                  <a:cubicBezTo>
                    <a:pt x="137" y="210"/>
                    <a:pt x="143" y="204"/>
                    <a:pt x="155" y="204"/>
                  </a:cubicBezTo>
                  <a:cubicBezTo>
                    <a:pt x="161" y="198"/>
                    <a:pt x="168" y="198"/>
                    <a:pt x="168" y="186"/>
                  </a:cubicBezTo>
                  <a:cubicBezTo>
                    <a:pt x="174" y="179"/>
                    <a:pt x="174" y="173"/>
                    <a:pt x="186" y="173"/>
                  </a:cubicBezTo>
                  <a:cubicBezTo>
                    <a:pt x="186" y="167"/>
                    <a:pt x="192" y="155"/>
                    <a:pt x="192" y="148"/>
                  </a:cubicBezTo>
                  <a:cubicBezTo>
                    <a:pt x="192" y="136"/>
                    <a:pt x="198" y="124"/>
                    <a:pt x="192" y="111"/>
                  </a:cubicBezTo>
                  <a:cubicBezTo>
                    <a:pt x="186" y="93"/>
                    <a:pt x="186" y="87"/>
                    <a:pt x="180" y="8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3">
              <a:extLst>
                <a:ext uri="{FF2B5EF4-FFF2-40B4-BE49-F238E27FC236}">
                  <a16:creationId xmlns:a16="http://schemas.microsoft.com/office/drawing/2014/main" id="{1EFA9A4D-793D-990D-83D1-6EBE1FD26C15}"/>
                </a:ext>
              </a:extLst>
            </p:cNvPr>
            <p:cNvSpPr/>
            <p:nvPr/>
          </p:nvSpPr>
          <p:spPr>
            <a:xfrm flipH="1">
              <a:off x="7003468" y="4027743"/>
              <a:ext cx="6918" cy="9892"/>
            </a:xfrm>
            <a:custGeom>
              <a:avLst/>
              <a:gdLst/>
              <a:ahLst/>
              <a:cxnLst/>
              <a:rect l="l" t="t" r="r" b="b"/>
              <a:pathLst>
                <a:path w="100" h="143" extrusionOk="0">
                  <a:moveTo>
                    <a:pt x="99" y="81"/>
                  </a:moveTo>
                  <a:cubicBezTo>
                    <a:pt x="99" y="75"/>
                    <a:pt x="93" y="62"/>
                    <a:pt x="93" y="50"/>
                  </a:cubicBezTo>
                  <a:lnTo>
                    <a:pt x="81" y="37"/>
                  </a:lnTo>
                  <a:cubicBezTo>
                    <a:pt x="81" y="31"/>
                    <a:pt x="75" y="19"/>
                    <a:pt x="75" y="13"/>
                  </a:cubicBezTo>
                  <a:cubicBezTo>
                    <a:pt x="68" y="7"/>
                    <a:pt x="62" y="0"/>
                    <a:pt x="50" y="0"/>
                  </a:cubicBezTo>
                  <a:cubicBezTo>
                    <a:pt x="44" y="0"/>
                    <a:pt x="31" y="7"/>
                    <a:pt x="31" y="13"/>
                  </a:cubicBezTo>
                  <a:cubicBezTo>
                    <a:pt x="31" y="19"/>
                    <a:pt x="19" y="31"/>
                    <a:pt x="19" y="37"/>
                  </a:cubicBezTo>
                  <a:cubicBezTo>
                    <a:pt x="19" y="44"/>
                    <a:pt x="19" y="44"/>
                    <a:pt x="13" y="50"/>
                  </a:cubicBezTo>
                  <a:cubicBezTo>
                    <a:pt x="13" y="62"/>
                    <a:pt x="7" y="75"/>
                    <a:pt x="7" y="81"/>
                  </a:cubicBezTo>
                  <a:cubicBezTo>
                    <a:pt x="1" y="99"/>
                    <a:pt x="7" y="124"/>
                    <a:pt x="19" y="130"/>
                  </a:cubicBezTo>
                  <a:cubicBezTo>
                    <a:pt x="31" y="136"/>
                    <a:pt x="44" y="142"/>
                    <a:pt x="62" y="142"/>
                  </a:cubicBezTo>
                  <a:cubicBezTo>
                    <a:pt x="75" y="142"/>
                    <a:pt x="81" y="136"/>
                    <a:pt x="99" y="13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3">
              <a:extLst>
                <a:ext uri="{FF2B5EF4-FFF2-40B4-BE49-F238E27FC236}">
                  <a16:creationId xmlns:a16="http://schemas.microsoft.com/office/drawing/2014/main" id="{30106C9C-5987-C2ED-07F0-B71133B03877}"/>
                </a:ext>
              </a:extLst>
            </p:cNvPr>
            <p:cNvSpPr/>
            <p:nvPr/>
          </p:nvSpPr>
          <p:spPr>
            <a:xfrm flipH="1">
              <a:off x="6982508" y="4090969"/>
              <a:ext cx="9962" cy="6087"/>
            </a:xfrm>
            <a:custGeom>
              <a:avLst/>
              <a:gdLst/>
              <a:ahLst/>
              <a:cxnLst/>
              <a:rect l="l" t="t" r="r" b="b"/>
              <a:pathLst>
                <a:path w="144" h="88" extrusionOk="0">
                  <a:moveTo>
                    <a:pt x="131" y="19"/>
                  </a:moveTo>
                  <a:lnTo>
                    <a:pt x="125" y="13"/>
                  </a:lnTo>
                  <a:cubicBezTo>
                    <a:pt x="118" y="1"/>
                    <a:pt x="112" y="1"/>
                    <a:pt x="100" y="1"/>
                  </a:cubicBezTo>
                  <a:cubicBezTo>
                    <a:pt x="81" y="1"/>
                    <a:pt x="63" y="13"/>
                    <a:pt x="38" y="13"/>
                  </a:cubicBezTo>
                  <a:lnTo>
                    <a:pt x="26" y="13"/>
                  </a:lnTo>
                  <a:cubicBezTo>
                    <a:pt x="20" y="13"/>
                    <a:pt x="20" y="19"/>
                    <a:pt x="7" y="19"/>
                  </a:cubicBezTo>
                  <a:cubicBezTo>
                    <a:pt x="1" y="25"/>
                    <a:pt x="1" y="32"/>
                    <a:pt x="1" y="44"/>
                  </a:cubicBezTo>
                  <a:cubicBezTo>
                    <a:pt x="1" y="50"/>
                    <a:pt x="1" y="56"/>
                    <a:pt x="7" y="63"/>
                  </a:cubicBezTo>
                  <a:cubicBezTo>
                    <a:pt x="7" y="63"/>
                    <a:pt x="20" y="63"/>
                    <a:pt x="20" y="75"/>
                  </a:cubicBezTo>
                  <a:cubicBezTo>
                    <a:pt x="26" y="75"/>
                    <a:pt x="32" y="81"/>
                    <a:pt x="32" y="81"/>
                  </a:cubicBezTo>
                  <a:cubicBezTo>
                    <a:pt x="57" y="81"/>
                    <a:pt x="69" y="87"/>
                    <a:pt x="94" y="87"/>
                  </a:cubicBezTo>
                  <a:lnTo>
                    <a:pt x="112" y="87"/>
                  </a:lnTo>
                  <a:cubicBezTo>
                    <a:pt x="118" y="87"/>
                    <a:pt x="118" y="81"/>
                    <a:pt x="125" y="81"/>
                  </a:cubicBezTo>
                  <a:cubicBezTo>
                    <a:pt x="131" y="75"/>
                    <a:pt x="131" y="75"/>
                    <a:pt x="131" y="63"/>
                  </a:cubicBezTo>
                  <a:cubicBezTo>
                    <a:pt x="131" y="56"/>
                    <a:pt x="143" y="56"/>
                    <a:pt x="131" y="50"/>
                  </a:cubicBezTo>
                  <a:cubicBezTo>
                    <a:pt x="143" y="44"/>
                    <a:pt x="143" y="25"/>
                    <a:pt x="131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3">
              <a:extLst>
                <a:ext uri="{FF2B5EF4-FFF2-40B4-BE49-F238E27FC236}">
                  <a16:creationId xmlns:a16="http://schemas.microsoft.com/office/drawing/2014/main" id="{34150428-2AE8-BBBE-6B15-EF167304E470}"/>
                </a:ext>
              </a:extLst>
            </p:cNvPr>
            <p:cNvSpPr/>
            <p:nvPr/>
          </p:nvSpPr>
          <p:spPr>
            <a:xfrm flipH="1">
              <a:off x="7749668" y="4564961"/>
              <a:ext cx="8647" cy="10722"/>
            </a:xfrm>
            <a:custGeom>
              <a:avLst/>
              <a:gdLst/>
              <a:ahLst/>
              <a:cxnLst/>
              <a:rect l="l" t="t" r="r" b="b"/>
              <a:pathLst>
                <a:path w="125" h="155" extrusionOk="0">
                  <a:moveTo>
                    <a:pt x="106" y="50"/>
                  </a:moveTo>
                  <a:cubicBezTo>
                    <a:pt x="100" y="37"/>
                    <a:pt x="93" y="37"/>
                    <a:pt x="93" y="31"/>
                  </a:cubicBezTo>
                  <a:cubicBezTo>
                    <a:pt x="69" y="6"/>
                    <a:pt x="50" y="0"/>
                    <a:pt x="38" y="0"/>
                  </a:cubicBezTo>
                  <a:cubicBezTo>
                    <a:pt x="7" y="0"/>
                    <a:pt x="1" y="37"/>
                    <a:pt x="1" y="68"/>
                  </a:cubicBezTo>
                  <a:cubicBezTo>
                    <a:pt x="1" y="105"/>
                    <a:pt x="7" y="148"/>
                    <a:pt x="38" y="148"/>
                  </a:cubicBezTo>
                  <a:cubicBezTo>
                    <a:pt x="50" y="155"/>
                    <a:pt x="69" y="148"/>
                    <a:pt x="93" y="118"/>
                  </a:cubicBezTo>
                  <a:cubicBezTo>
                    <a:pt x="100" y="105"/>
                    <a:pt x="106" y="105"/>
                    <a:pt x="106" y="99"/>
                  </a:cubicBezTo>
                  <a:cubicBezTo>
                    <a:pt x="124" y="87"/>
                    <a:pt x="124" y="62"/>
                    <a:pt x="106" y="5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3">
              <a:extLst>
                <a:ext uri="{FF2B5EF4-FFF2-40B4-BE49-F238E27FC236}">
                  <a16:creationId xmlns:a16="http://schemas.microsoft.com/office/drawing/2014/main" id="{8AB8FE6F-BE4E-D257-CC53-A49196B12F09}"/>
                </a:ext>
              </a:extLst>
            </p:cNvPr>
            <p:cNvSpPr/>
            <p:nvPr/>
          </p:nvSpPr>
          <p:spPr>
            <a:xfrm flipH="1">
              <a:off x="7514600" y="5135454"/>
              <a:ext cx="17156" cy="13351"/>
            </a:xfrm>
            <a:custGeom>
              <a:avLst/>
              <a:gdLst/>
              <a:ahLst/>
              <a:cxnLst/>
              <a:rect l="l" t="t" r="r" b="b"/>
              <a:pathLst>
                <a:path w="248" h="193" extrusionOk="0">
                  <a:moveTo>
                    <a:pt x="124" y="1"/>
                  </a:moveTo>
                  <a:cubicBezTo>
                    <a:pt x="1" y="1"/>
                    <a:pt x="1" y="186"/>
                    <a:pt x="124" y="186"/>
                  </a:cubicBezTo>
                  <a:cubicBezTo>
                    <a:pt x="248" y="192"/>
                    <a:pt x="248" y="1"/>
                    <a:pt x="1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3">
              <a:extLst>
                <a:ext uri="{FF2B5EF4-FFF2-40B4-BE49-F238E27FC236}">
                  <a16:creationId xmlns:a16="http://schemas.microsoft.com/office/drawing/2014/main" id="{1FD74E4A-2DC3-079A-B652-E142D745C611}"/>
                </a:ext>
              </a:extLst>
            </p:cNvPr>
            <p:cNvSpPr/>
            <p:nvPr/>
          </p:nvSpPr>
          <p:spPr>
            <a:xfrm flipH="1">
              <a:off x="7394027" y="5066278"/>
              <a:ext cx="14181" cy="10722"/>
            </a:xfrm>
            <a:custGeom>
              <a:avLst/>
              <a:gdLst/>
              <a:ahLst/>
              <a:cxnLst/>
              <a:rect l="l" t="t" r="r" b="b"/>
              <a:pathLst>
                <a:path w="205" h="155" extrusionOk="0">
                  <a:moveTo>
                    <a:pt x="99" y="0"/>
                  </a:moveTo>
                  <a:cubicBezTo>
                    <a:pt x="0" y="0"/>
                    <a:pt x="0" y="155"/>
                    <a:pt x="99" y="155"/>
                  </a:cubicBezTo>
                  <a:cubicBezTo>
                    <a:pt x="204" y="155"/>
                    <a:pt x="204" y="0"/>
                    <a:pt x="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3">
              <a:extLst>
                <a:ext uri="{FF2B5EF4-FFF2-40B4-BE49-F238E27FC236}">
                  <a16:creationId xmlns:a16="http://schemas.microsoft.com/office/drawing/2014/main" id="{8D4B4DEF-92D1-96CC-D7EA-9BE40C182E04}"/>
                </a:ext>
              </a:extLst>
            </p:cNvPr>
            <p:cNvSpPr/>
            <p:nvPr/>
          </p:nvSpPr>
          <p:spPr>
            <a:xfrm flipH="1">
              <a:off x="7334213" y="5106950"/>
              <a:ext cx="15183" cy="14319"/>
            </a:xfrm>
            <a:custGeom>
              <a:avLst/>
              <a:gdLst/>
              <a:ahLst/>
              <a:cxnLst/>
              <a:rect l="l" t="t" r="r" b="b"/>
              <a:pathLst>
                <a:path w="211" h="199" extrusionOk="0">
                  <a:moveTo>
                    <a:pt x="198" y="13"/>
                  </a:moveTo>
                  <a:cubicBezTo>
                    <a:pt x="179" y="1"/>
                    <a:pt x="167" y="1"/>
                    <a:pt x="142" y="7"/>
                  </a:cubicBezTo>
                  <a:cubicBezTo>
                    <a:pt x="136" y="7"/>
                    <a:pt x="136" y="13"/>
                    <a:pt x="124" y="13"/>
                  </a:cubicBezTo>
                  <a:cubicBezTo>
                    <a:pt x="117" y="25"/>
                    <a:pt x="111" y="25"/>
                    <a:pt x="105" y="32"/>
                  </a:cubicBezTo>
                  <a:lnTo>
                    <a:pt x="80" y="56"/>
                  </a:lnTo>
                  <a:cubicBezTo>
                    <a:pt x="62" y="69"/>
                    <a:pt x="43" y="87"/>
                    <a:pt x="25" y="93"/>
                  </a:cubicBezTo>
                  <a:cubicBezTo>
                    <a:pt x="19" y="100"/>
                    <a:pt x="19" y="106"/>
                    <a:pt x="12" y="118"/>
                  </a:cubicBezTo>
                  <a:cubicBezTo>
                    <a:pt x="0" y="124"/>
                    <a:pt x="0" y="130"/>
                    <a:pt x="0" y="137"/>
                  </a:cubicBezTo>
                  <a:cubicBezTo>
                    <a:pt x="0" y="155"/>
                    <a:pt x="12" y="167"/>
                    <a:pt x="19" y="186"/>
                  </a:cubicBezTo>
                  <a:cubicBezTo>
                    <a:pt x="31" y="192"/>
                    <a:pt x="49" y="198"/>
                    <a:pt x="62" y="198"/>
                  </a:cubicBezTo>
                  <a:lnTo>
                    <a:pt x="80" y="198"/>
                  </a:lnTo>
                  <a:cubicBezTo>
                    <a:pt x="87" y="198"/>
                    <a:pt x="105" y="192"/>
                    <a:pt x="111" y="186"/>
                  </a:cubicBezTo>
                  <a:cubicBezTo>
                    <a:pt x="124" y="167"/>
                    <a:pt x="142" y="149"/>
                    <a:pt x="148" y="130"/>
                  </a:cubicBezTo>
                  <a:lnTo>
                    <a:pt x="173" y="106"/>
                  </a:lnTo>
                  <a:cubicBezTo>
                    <a:pt x="179" y="100"/>
                    <a:pt x="185" y="93"/>
                    <a:pt x="185" y="87"/>
                  </a:cubicBezTo>
                  <a:cubicBezTo>
                    <a:pt x="185" y="75"/>
                    <a:pt x="198" y="75"/>
                    <a:pt x="198" y="69"/>
                  </a:cubicBezTo>
                  <a:cubicBezTo>
                    <a:pt x="210" y="56"/>
                    <a:pt x="210" y="32"/>
                    <a:pt x="198" y="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3">
              <a:extLst>
                <a:ext uri="{FF2B5EF4-FFF2-40B4-BE49-F238E27FC236}">
                  <a16:creationId xmlns:a16="http://schemas.microsoft.com/office/drawing/2014/main" id="{D25C9D17-E753-56E8-24BD-F4667E991F17}"/>
                </a:ext>
              </a:extLst>
            </p:cNvPr>
            <p:cNvSpPr/>
            <p:nvPr/>
          </p:nvSpPr>
          <p:spPr>
            <a:xfrm flipH="1">
              <a:off x="7230771" y="5073956"/>
              <a:ext cx="30853" cy="31267"/>
            </a:xfrm>
            <a:custGeom>
              <a:avLst/>
              <a:gdLst/>
              <a:ahLst/>
              <a:cxnLst/>
              <a:rect l="l" t="t" r="r" b="b"/>
              <a:pathLst>
                <a:path w="446" h="452" extrusionOk="0">
                  <a:moveTo>
                    <a:pt x="445" y="44"/>
                  </a:moveTo>
                  <a:cubicBezTo>
                    <a:pt x="445" y="25"/>
                    <a:pt x="420" y="13"/>
                    <a:pt x="408" y="0"/>
                  </a:cubicBezTo>
                  <a:lnTo>
                    <a:pt x="383" y="0"/>
                  </a:lnTo>
                  <a:cubicBezTo>
                    <a:pt x="371" y="0"/>
                    <a:pt x="359" y="13"/>
                    <a:pt x="346" y="13"/>
                  </a:cubicBezTo>
                  <a:cubicBezTo>
                    <a:pt x="340" y="19"/>
                    <a:pt x="322" y="19"/>
                    <a:pt x="315" y="25"/>
                  </a:cubicBezTo>
                  <a:cubicBezTo>
                    <a:pt x="297" y="31"/>
                    <a:pt x="285" y="44"/>
                    <a:pt x="266" y="56"/>
                  </a:cubicBezTo>
                  <a:cubicBezTo>
                    <a:pt x="260" y="56"/>
                    <a:pt x="254" y="56"/>
                    <a:pt x="247" y="62"/>
                  </a:cubicBezTo>
                  <a:cubicBezTo>
                    <a:pt x="235" y="62"/>
                    <a:pt x="235" y="74"/>
                    <a:pt x="229" y="81"/>
                  </a:cubicBezTo>
                  <a:lnTo>
                    <a:pt x="204" y="105"/>
                  </a:lnTo>
                  <a:cubicBezTo>
                    <a:pt x="186" y="118"/>
                    <a:pt x="155" y="142"/>
                    <a:pt x="130" y="155"/>
                  </a:cubicBezTo>
                  <a:lnTo>
                    <a:pt x="81" y="204"/>
                  </a:lnTo>
                  <a:cubicBezTo>
                    <a:pt x="68" y="217"/>
                    <a:pt x="50" y="241"/>
                    <a:pt x="31" y="260"/>
                  </a:cubicBezTo>
                  <a:cubicBezTo>
                    <a:pt x="7" y="278"/>
                    <a:pt x="0" y="303"/>
                    <a:pt x="0" y="334"/>
                  </a:cubicBezTo>
                  <a:cubicBezTo>
                    <a:pt x="0" y="359"/>
                    <a:pt x="13" y="396"/>
                    <a:pt x="31" y="414"/>
                  </a:cubicBezTo>
                  <a:cubicBezTo>
                    <a:pt x="75" y="451"/>
                    <a:pt x="136" y="451"/>
                    <a:pt x="186" y="414"/>
                  </a:cubicBezTo>
                  <a:cubicBezTo>
                    <a:pt x="198" y="396"/>
                    <a:pt x="217" y="383"/>
                    <a:pt x="235" y="365"/>
                  </a:cubicBezTo>
                  <a:cubicBezTo>
                    <a:pt x="254" y="352"/>
                    <a:pt x="278" y="334"/>
                    <a:pt x="291" y="322"/>
                  </a:cubicBezTo>
                  <a:cubicBezTo>
                    <a:pt x="309" y="303"/>
                    <a:pt x="322" y="278"/>
                    <a:pt x="328" y="266"/>
                  </a:cubicBezTo>
                  <a:cubicBezTo>
                    <a:pt x="346" y="241"/>
                    <a:pt x="377" y="210"/>
                    <a:pt x="383" y="186"/>
                  </a:cubicBezTo>
                  <a:cubicBezTo>
                    <a:pt x="402" y="173"/>
                    <a:pt x="408" y="155"/>
                    <a:pt x="414" y="136"/>
                  </a:cubicBezTo>
                  <a:cubicBezTo>
                    <a:pt x="420" y="124"/>
                    <a:pt x="420" y="112"/>
                    <a:pt x="433" y="105"/>
                  </a:cubicBezTo>
                  <a:cubicBezTo>
                    <a:pt x="445" y="81"/>
                    <a:pt x="445" y="62"/>
                    <a:pt x="445" y="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3">
              <a:extLst>
                <a:ext uri="{FF2B5EF4-FFF2-40B4-BE49-F238E27FC236}">
                  <a16:creationId xmlns:a16="http://schemas.microsoft.com/office/drawing/2014/main" id="{88E0CA3C-4B3A-CC92-722E-DBC2E7425C4B}"/>
                </a:ext>
              </a:extLst>
            </p:cNvPr>
            <p:cNvSpPr/>
            <p:nvPr/>
          </p:nvSpPr>
          <p:spPr>
            <a:xfrm flipH="1">
              <a:off x="7261140" y="4958571"/>
              <a:ext cx="9892" cy="7333"/>
            </a:xfrm>
            <a:custGeom>
              <a:avLst/>
              <a:gdLst/>
              <a:ahLst/>
              <a:cxnLst/>
              <a:rect l="l" t="t" r="r" b="b"/>
              <a:pathLst>
                <a:path w="143" h="106" extrusionOk="0">
                  <a:moveTo>
                    <a:pt x="75" y="0"/>
                  </a:moveTo>
                  <a:cubicBezTo>
                    <a:pt x="0" y="0"/>
                    <a:pt x="0" y="105"/>
                    <a:pt x="75" y="105"/>
                  </a:cubicBezTo>
                  <a:cubicBezTo>
                    <a:pt x="143" y="105"/>
                    <a:pt x="143" y="0"/>
                    <a:pt x="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3">
              <a:extLst>
                <a:ext uri="{FF2B5EF4-FFF2-40B4-BE49-F238E27FC236}">
                  <a16:creationId xmlns:a16="http://schemas.microsoft.com/office/drawing/2014/main" id="{36BC1DE7-A4C1-2D3F-D85C-398CA7336FE9}"/>
                </a:ext>
              </a:extLst>
            </p:cNvPr>
            <p:cNvSpPr/>
            <p:nvPr/>
          </p:nvSpPr>
          <p:spPr>
            <a:xfrm flipH="1">
              <a:off x="7427370" y="4874384"/>
              <a:ext cx="11207" cy="8578"/>
            </a:xfrm>
            <a:custGeom>
              <a:avLst/>
              <a:gdLst/>
              <a:ahLst/>
              <a:cxnLst/>
              <a:rect l="l" t="t" r="r" b="b"/>
              <a:pathLst>
                <a:path w="162" h="124" extrusionOk="0">
                  <a:moveTo>
                    <a:pt x="75" y="0"/>
                  </a:moveTo>
                  <a:cubicBezTo>
                    <a:pt x="1" y="0"/>
                    <a:pt x="1" y="124"/>
                    <a:pt x="75" y="124"/>
                  </a:cubicBezTo>
                  <a:cubicBezTo>
                    <a:pt x="161" y="124"/>
                    <a:pt x="161" y="0"/>
                    <a:pt x="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3">
              <a:extLst>
                <a:ext uri="{FF2B5EF4-FFF2-40B4-BE49-F238E27FC236}">
                  <a16:creationId xmlns:a16="http://schemas.microsoft.com/office/drawing/2014/main" id="{8601F403-1A93-AF8A-0A31-E49DA112E5EC}"/>
                </a:ext>
              </a:extLst>
            </p:cNvPr>
            <p:cNvSpPr/>
            <p:nvPr/>
          </p:nvSpPr>
          <p:spPr>
            <a:xfrm flipH="1">
              <a:off x="5858945" y="3447358"/>
              <a:ext cx="35972" cy="44964"/>
            </a:xfrm>
            <a:custGeom>
              <a:avLst/>
              <a:gdLst/>
              <a:ahLst/>
              <a:cxnLst/>
              <a:rect l="l" t="t" r="r" b="b"/>
              <a:pathLst>
                <a:path w="520" h="650" extrusionOk="0">
                  <a:moveTo>
                    <a:pt x="433" y="19"/>
                  </a:moveTo>
                  <a:cubicBezTo>
                    <a:pt x="390" y="7"/>
                    <a:pt x="341" y="1"/>
                    <a:pt x="298" y="25"/>
                  </a:cubicBezTo>
                  <a:cubicBezTo>
                    <a:pt x="267" y="38"/>
                    <a:pt x="236" y="62"/>
                    <a:pt x="211" y="87"/>
                  </a:cubicBezTo>
                  <a:cubicBezTo>
                    <a:pt x="168" y="124"/>
                    <a:pt x="118" y="174"/>
                    <a:pt x="87" y="223"/>
                  </a:cubicBezTo>
                  <a:cubicBezTo>
                    <a:pt x="81" y="235"/>
                    <a:pt x="81" y="235"/>
                    <a:pt x="81" y="241"/>
                  </a:cubicBezTo>
                  <a:cubicBezTo>
                    <a:pt x="75" y="248"/>
                    <a:pt x="75" y="254"/>
                    <a:pt x="63" y="272"/>
                  </a:cubicBezTo>
                  <a:lnTo>
                    <a:pt x="63" y="272"/>
                  </a:lnTo>
                  <a:lnTo>
                    <a:pt x="63" y="279"/>
                  </a:lnTo>
                  <a:cubicBezTo>
                    <a:pt x="63" y="285"/>
                    <a:pt x="57" y="297"/>
                    <a:pt x="57" y="297"/>
                  </a:cubicBezTo>
                  <a:cubicBezTo>
                    <a:pt x="44" y="328"/>
                    <a:pt x="26" y="359"/>
                    <a:pt x="19" y="390"/>
                  </a:cubicBezTo>
                  <a:cubicBezTo>
                    <a:pt x="13" y="421"/>
                    <a:pt x="1" y="452"/>
                    <a:pt x="1" y="470"/>
                  </a:cubicBezTo>
                  <a:lnTo>
                    <a:pt x="1" y="513"/>
                  </a:lnTo>
                  <a:lnTo>
                    <a:pt x="1" y="519"/>
                  </a:lnTo>
                  <a:lnTo>
                    <a:pt x="1" y="526"/>
                  </a:lnTo>
                  <a:lnTo>
                    <a:pt x="1" y="575"/>
                  </a:lnTo>
                  <a:cubicBezTo>
                    <a:pt x="1" y="612"/>
                    <a:pt x="26" y="637"/>
                    <a:pt x="63" y="643"/>
                  </a:cubicBezTo>
                  <a:cubicBezTo>
                    <a:pt x="94" y="649"/>
                    <a:pt x="137" y="625"/>
                    <a:pt x="143" y="587"/>
                  </a:cubicBezTo>
                  <a:cubicBezTo>
                    <a:pt x="143" y="581"/>
                    <a:pt x="149" y="563"/>
                    <a:pt x="149" y="557"/>
                  </a:cubicBezTo>
                  <a:lnTo>
                    <a:pt x="149" y="550"/>
                  </a:lnTo>
                  <a:lnTo>
                    <a:pt x="155" y="544"/>
                  </a:lnTo>
                  <a:cubicBezTo>
                    <a:pt x="168" y="526"/>
                    <a:pt x="174" y="513"/>
                    <a:pt x="174" y="495"/>
                  </a:cubicBezTo>
                  <a:lnTo>
                    <a:pt x="174" y="489"/>
                  </a:lnTo>
                  <a:lnTo>
                    <a:pt x="180" y="482"/>
                  </a:lnTo>
                  <a:cubicBezTo>
                    <a:pt x="199" y="452"/>
                    <a:pt x="211" y="408"/>
                    <a:pt x="236" y="377"/>
                  </a:cubicBezTo>
                  <a:cubicBezTo>
                    <a:pt x="242" y="377"/>
                    <a:pt x="242" y="371"/>
                    <a:pt x="248" y="371"/>
                  </a:cubicBezTo>
                  <a:lnTo>
                    <a:pt x="267" y="359"/>
                  </a:lnTo>
                  <a:lnTo>
                    <a:pt x="298" y="328"/>
                  </a:lnTo>
                  <a:cubicBezTo>
                    <a:pt x="304" y="316"/>
                    <a:pt x="322" y="309"/>
                    <a:pt x="328" y="297"/>
                  </a:cubicBezTo>
                  <a:lnTo>
                    <a:pt x="341" y="279"/>
                  </a:lnTo>
                  <a:lnTo>
                    <a:pt x="341" y="279"/>
                  </a:lnTo>
                  <a:lnTo>
                    <a:pt x="409" y="235"/>
                  </a:lnTo>
                  <a:cubicBezTo>
                    <a:pt x="440" y="217"/>
                    <a:pt x="458" y="204"/>
                    <a:pt x="477" y="180"/>
                  </a:cubicBezTo>
                  <a:cubicBezTo>
                    <a:pt x="483" y="167"/>
                    <a:pt x="489" y="155"/>
                    <a:pt x="495" y="149"/>
                  </a:cubicBezTo>
                  <a:cubicBezTo>
                    <a:pt x="520" y="99"/>
                    <a:pt x="489" y="25"/>
                    <a:pt x="433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3">
              <a:extLst>
                <a:ext uri="{FF2B5EF4-FFF2-40B4-BE49-F238E27FC236}">
                  <a16:creationId xmlns:a16="http://schemas.microsoft.com/office/drawing/2014/main" id="{47E43FB4-7500-56BC-1D7A-675F6498684C}"/>
                </a:ext>
              </a:extLst>
            </p:cNvPr>
            <p:cNvSpPr/>
            <p:nvPr/>
          </p:nvSpPr>
          <p:spPr>
            <a:xfrm flipH="1">
              <a:off x="6178192" y="3756781"/>
              <a:ext cx="17156" cy="12867"/>
            </a:xfrm>
            <a:custGeom>
              <a:avLst/>
              <a:gdLst/>
              <a:ahLst/>
              <a:cxnLst/>
              <a:rect l="l" t="t" r="r" b="b"/>
              <a:pathLst>
                <a:path w="248" h="186" extrusionOk="0">
                  <a:moveTo>
                    <a:pt x="124" y="0"/>
                  </a:moveTo>
                  <a:cubicBezTo>
                    <a:pt x="1" y="0"/>
                    <a:pt x="1" y="186"/>
                    <a:pt x="124" y="186"/>
                  </a:cubicBezTo>
                  <a:cubicBezTo>
                    <a:pt x="248" y="186"/>
                    <a:pt x="248" y="0"/>
                    <a:pt x="124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3">
              <a:extLst>
                <a:ext uri="{FF2B5EF4-FFF2-40B4-BE49-F238E27FC236}">
                  <a16:creationId xmlns:a16="http://schemas.microsoft.com/office/drawing/2014/main" id="{FF7ECFE4-CE18-A055-E78E-8909453F0BFE}"/>
                </a:ext>
              </a:extLst>
            </p:cNvPr>
            <p:cNvSpPr/>
            <p:nvPr/>
          </p:nvSpPr>
          <p:spPr>
            <a:xfrm flipH="1">
              <a:off x="6057618" y="3686706"/>
              <a:ext cx="14181" cy="11137"/>
            </a:xfrm>
            <a:custGeom>
              <a:avLst/>
              <a:gdLst/>
              <a:ahLst/>
              <a:cxnLst/>
              <a:rect l="l" t="t" r="r" b="b"/>
              <a:pathLst>
                <a:path w="205" h="161" extrusionOk="0">
                  <a:moveTo>
                    <a:pt x="105" y="0"/>
                  </a:moveTo>
                  <a:cubicBezTo>
                    <a:pt x="0" y="0"/>
                    <a:pt x="0" y="155"/>
                    <a:pt x="105" y="155"/>
                  </a:cubicBezTo>
                  <a:cubicBezTo>
                    <a:pt x="204" y="161"/>
                    <a:pt x="204" y="0"/>
                    <a:pt x="105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3">
              <a:extLst>
                <a:ext uri="{FF2B5EF4-FFF2-40B4-BE49-F238E27FC236}">
                  <a16:creationId xmlns:a16="http://schemas.microsoft.com/office/drawing/2014/main" id="{6BDC9068-4B29-99E9-FF4A-A242DFBE35D3}"/>
                </a:ext>
              </a:extLst>
            </p:cNvPr>
            <p:cNvSpPr/>
            <p:nvPr/>
          </p:nvSpPr>
          <p:spPr>
            <a:xfrm flipH="1">
              <a:off x="6758093" y="4228629"/>
              <a:ext cx="13766" cy="10722"/>
            </a:xfrm>
            <a:custGeom>
              <a:avLst/>
              <a:gdLst/>
              <a:ahLst/>
              <a:cxnLst/>
              <a:rect l="l" t="t" r="r" b="b"/>
              <a:pathLst>
                <a:path w="199" h="155" extrusionOk="0">
                  <a:moveTo>
                    <a:pt x="99" y="0"/>
                  </a:moveTo>
                  <a:cubicBezTo>
                    <a:pt x="0" y="0"/>
                    <a:pt x="0" y="155"/>
                    <a:pt x="99" y="155"/>
                  </a:cubicBezTo>
                  <a:cubicBezTo>
                    <a:pt x="198" y="155"/>
                    <a:pt x="198" y="0"/>
                    <a:pt x="99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3">
              <a:extLst>
                <a:ext uri="{FF2B5EF4-FFF2-40B4-BE49-F238E27FC236}">
                  <a16:creationId xmlns:a16="http://schemas.microsoft.com/office/drawing/2014/main" id="{8CC4E2AA-51BC-5E65-E304-EB5922757887}"/>
                </a:ext>
              </a:extLst>
            </p:cNvPr>
            <p:cNvSpPr/>
            <p:nvPr/>
          </p:nvSpPr>
          <p:spPr>
            <a:xfrm flipH="1">
              <a:off x="5971771" y="3875556"/>
              <a:ext cx="14112" cy="14181"/>
            </a:xfrm>
            <a:custGeom>
              <a:avLst/>
              <a:gdLst/>
              <a:ahLst/>
              <a:cxnLst/>
              <a:rect l="l" t="t" r="r" b="b"/>
              <a:pathLst>
                <a:path w="204" h="205" extrusionOk="0">
                  <a:moveTo>
                    <a:pt x="192" y="20"/>
                  </a:moveTo>
                  <a:cubicBezTo>
                    <a:pt x="173" y="1"/>
                    <a:pt x="161" y="1"/>
                    <a:pt x="136" y="13"/>
                  </a:cubicBezTo>
                  <a:cubicBezTo>
                    <a:pt x="130" y="13"/>
                    <a:pt x="130" y="20"/>
                    <a:pt x="124" y="20"/>
                  </a:cubicBezTo>
                  <a:cubicBezTo>
                    <a:pt x="111" y="26"/>
                    <a:pt x="105" y="26"/>
                    <a:pt x="99" y="38"/>
                  </a:cubicBezTo>
                  <a:lnTo>
                    <a:pt x="74" y="57"/>
                  </a:lnTo>
                  <a:cubicBezTo>
                    <a:pt x="62" y="75"/>
                    <a:pt x="37" y="87"/>
                    <a:pt x="19" y="100"/>
                  </a:cubicBezTo>
                  <a:cubicBezTo>
                    <a:pt x="12" y="106"/>
                    <a:pt x="12" y="112"/>
                    <a:pt x="6" y="118"/>
                  </a:cubicBezTo>
                  <a:cubicBezTo>
                    <a:pt x="0" y="125"/>
                    <a:pt x="0" y="137"/>
                    <a:pt x="0" y="143"/>
                  </a:cubicBezTo>
                  <a:cubicBezTo>
                    <a:pt x="0" y="155"/>
                    <a:pt x="6" y="174"/>
                    <a:pt x="12" y="186"/>
                  </a:cubicBezTo>
                  <a:cubicBezTo>
                    <a:pt x="31" y="199"/>
                    <a:pt x="43" y="205"/>
                    <a:pt x="62" y="205"/>
                  </a:cubicBezTo>
                  <a:lnTo>
                    <a:pt x="74" y="205"/>
                  </a:lnTo>
                  <a:cubicBezTo>
                    <a:pt x="80" y="205"/>
                    <a:pt x="99" y="199"/>
                    <a:pt x="105" y="186"/>
                  </a:cubicBezTo>
                  <a:cubicBezTo>
                    <a:pt x="124" y="174"/>
                    <a:pt x="136" y="149"/>
                    <a:pt x="142" y="137"/>
                  </a:cubicBezTo>
                  <a:lnTo>
                    <a:pt x="167" y="112"/>
                  </a:lnTo>
                  <a:cubicBezTo>
                    <a:pt x="173" y="106"/>
                    <a:pt x="185" y="94"/>
                    <a:pt x="185" y="87"/>
                  </a:cubicBezTo>
                  <a:cubicBezTo>
                    <a:pt x="185" y="81"/>
                    <a:pt x="192" y="81"/>
                    <a:pt x="192" y="75"/>
                  </a:cubicBezTo>
                  <a:cubicBezTo>
                    <a:pt x="204" y="50"/>
                    <a:pt x="204" y="26"/>
                    <a:pt x="192" y="2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3">
              <a:extLst>
                <a:ext uri="{FF2B5EF4-FFF2-40B4-BE49-F238E27FC236}">
                  <a16:creationId xmlns:a16="http://schemas.microsoft.com/office/drawing/2014/main" id="{FE702DB8-E1E1-FF5A-30FD-E0E4E786E178}"/>
                </a:ext>
              </a:extLst>
            </p:cNvPr>
            <p:cNvSpPr/>
            <p:nvPr/>
          </p:nvSpPr>
          <p:spPr>
            <a:xfrm flipH="1">
              <a:off x="5925147" y="3579415"/>
              <a:ext cx="9062" cy="7333"/>
            </a:xfrm>
            <a:custGeom>
              <a:avLst/>
              <a:gdLst/>
              <a:ahLst/>
              <a:cxnLst/>
              <a:rect l="l" t="t" r="r" b="b"/>
              <a:pathLst>
                <a:path w="131" h="106" extrusionOk="0">
                  <a:moveTo>
                    <a:pt x="69" y="1"/>
                  </a:moveTo>
                  <a:cubicBezTo>
                    <a:pt x="1" y="1"/>
                    <a:pt x="1" y="99"/>
                    <a:pt x="69" y="99"/>
                  </a:cubicBezTo>
                  <a:cubicBezTo>
                    <a:pt x="130" y="106"/>
                    <a:pt x="130" y="1"/>
                    <a:pt x="69" y="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3">
              <a:extLst>
                <a:ext uri="{FF2B5EF4-FFF2-40B4-BE49-F238E27FC236}">
                  <a16:creationId xmlns:a16="http://schemas.microsoft.com/office/drawing/2014/main" id="{E357225B-51DD-C496-7781-A7B623419894}"/>
                </a:ext>
              </a:extLst>
            </p:cNvPr>
            <p:cNvSpPr/>
            <p:nvPr/>
          </p:nvSpPr>
          <p:spPr>
            <a:xfrm flipH="1">
              <a:off x="6091376" y="3495643"/>
              <a:ext cx="10792" cy="8647"/>
            </a:xfrm>
            <a:custGeom>
              <a:avLst/>
              <a:gdLst/>
              <a:ahLst/>
              <a:cxnLst/>
              <a:rect l="l" t="t" r="r" b="b"/>
              <a:pathLst>
                <a:path w="156" h="125" extrusionOk="0">
                  <a:moveTo>
                    <a:pt x="81" y="1"/>
                  </a:moveTo>
                  <a:cubicBezTo>
                    <a:pt x="1" y="1"/>
                    <a:pt x="1" y="124"/>
                    <a:pt x="81" y="124"/>
                  </a:cubicBezTo>
                  <a:cubicBezTo>
                    <a:pt x="155" y="124"/>
                    <a:pt x="155" y="1"/>
                    <a:pt x="81" y="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3">
              <a:extLst>
                <a:ext uri="{FF2B5EF4-FFF2-40B4-BE49-F238E27FC236}">
                  <a16:creationId xmlns:a16="http://schemas.microsoft.com/office/drawing/2014/main" id="{536E2A00-E213-7F23-F8E8-F86C075314E1}"/>
                </a:ext>
              </a:extLst>
            </p:cNvPr>
            <p:cNvSpPr/>
            <p:nvPr/>
          </p:nvSpPr>
          <p:spPr>
            <a:xfrm flipH="1">
              <a:off x="6947012" y="5027332"/>
              <a:ext cx="16326" cy="11621"/>
            </a:xfrm>
            <a:custGeom>
              <a:avLst/>
              <a:gdLst/>
              <a:ahLst/>
              <a:cxnLst/>
              <a:rect l="l" t="t" r="r" b="b"/>
              <a:pathLst>
                <a:path w="236" h="168" extrusionOk="0">
                  <a:moveTo>
                    <a:pt x="217" y="44"/>
                  </a:moveTo>
                  <a:cubicBezTo>
                    <a:pt x="211" y="44"/>
                    <a:pt x="211" y="38"/>
                    <a:pt x="205" y="38"/>
                  </a:cubicBezTo>
                  <a:cubicBezTo>
                    <a:pt x="198" y="26"/>
                    <a:pt x="186" y="26"/>
                    <a:pt x="174" y="26"/>
                  </a:cubicBezTo>
                  <a:cubicBezTo>
                    <a:pt x="155" y="26"/>
                    <a:pt x="143" y="26"/>
                    <a:pt x="124" y="19"/>
                  </a:cubicBezTo>
                  <a:lnTo>
                    <a:pt x="118" y="13"/>
                  </a:lnTo>
                  <a:cubicBezTo>
                    <a:pt x="112" y="13"/>
                    <a:pt x="106" y="1"/>
                    <a:pt x="106" y="1"/>
                  </a:cubicBezTo>
                  <a:lnTo>
                    <a:pt x="75" y="1"/>
                  </a:lnTo>
                  <a:cubicBezTo>
                    <a:pt x="62" y="1"/>
                    <a:pt x="50" y="1"/>
                    <a:pt x="44" y="13"/>
                  </a:cubicBezTo>
                  <a:lnTo>
                    <a:pt x="25" y="26"/>
                  </a:lnTo>
                  <a:cubicBezTo>
                    <a:pt x="19" y="38"/>
                    <a:pt x="13" y="44"/>
                    <a:pt x="13" y="50"/>
                  </a:cubicBezTo>
                  <a:cubicBezTo>
                    <a:pt x="1" y="57"/>
                    <a:pt x="1" y="75"/>
                    <a:pt x="1" y="81"/>
                  </a:cubicBezTo>
                  <a:lnTo>
                    <a:pt x="1" y="106"/>
                  </a:lnTo>
                  <a:cubicBezTo>
                    <a:pt x="1" y="112"/>
                    <a:pt x="13" y="124"/>
                    <a:pt x="19" y="137"/>
                  </a:cubicBezTo>
                  <a:lnTo>
                    <a:pt x="44" y="155"/>
                  </a:lnTo>
                  <a:cubicBezTo>
                    <a:pt x="50" y="155"/>
                    <a:pt x="56" y="168"/>
                    <a:pt x="56" y="168"/>
                  </a:cubicBezTo>
                  <a:lnTo>
                    <a:pt x="87" y="168"/>
                  </a:lnTo>
                  <a:cubicBezTo>
                    <a:pt x="93" y="168"/>
                    <a:pt x="112" y="168"/>
                    <a:pt x="118" y="155"/>
                  </a:cubicBezTo>
                  <a:cubicBezTo>
                    <a:pt x="118" y="155"/>
                    <a:pt x="124" y="155"/>
                    <a:pt x="124" y="149"/>
                  </a:cubicBezTo>
                  <a:cubicBezTo>
                    <a:pt x="143" y="149"/>
                    <a:pt x="155" y="149"/>
                    <a:pt x="174" y="143"/>
                  </a:cubicBezTo>
                  <a:cubicBezTo>
                    <a:pt x="180" y="143"/>
                    <a:pt x="186" y="143"/>
                    <a:pt x="198" y="137"/>
                  </a:cubicBezTo>
                  <a:cubicBezTo>
                    <a:pt x="205" y="137"/>
                    <a:pt x="211" y="124"/>
                    <a:pt x="211" y="118"/>
                  </a:cubicBezTo>
                  <a:cubicBezTo>
                    <a:pt x="217" y="112"/>
                    <a:pt x="229" y="87"/>
                    <a:pt x="229" y="81"/>
                  </a:cubicBezTo>
                  <a:cubicBezTo>
                    <a:pt x="235" y="69"/>
                    <a:pt x="235" y="50"/>
                    <a:pt x="217" y="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3">
              <a:extLst>
                <a:ext uri="{FF2B5EF4-FFF2-40B4-BE49-F238E27FC236}">
                  <a16:creationId xmlns:a16="http://schemas.microsoft.com/office/drawing/2014/main" id="{94BBB206-E161-E9C5-0418-843FDE0887D4}"/>
                </a:ext>
              </a:extLst>
            </p:cNvPr>
            <p:cNvSpPr/>
            <p:nvPr/>
          </p:nvSpPr>
          <p:spPr>
            <a:xfrm flipH="1">
              <a:off x="6765841" y="5002567"/>
              <a:ext cx="14112" cy="10791"/>
            </a:xfrm>
            <a:custGeom>
              <a:avLst/>
              <a:gdLst/>
              <a:ahLst/>
              <a:cxnLst/>
              <a:rect l="l" t="t" r="r" b="b"/>
              <a:pathLst>
                <a:path w="204" h="156" extrusionOk="0">
                  <a:moveTo>
                    <a:pt x="179" y="25"/>
                  </a:moveTo>
                  <a:cubicBezTo>
                    <a:pt x="161" y="7"/>
                    <a:pt x="130" y="1"/>
                    <a:pt x="105" y="7"/>
                  </a:cubicBezTo>
                  <a:cubicBezTo>
                    <a:pt x="93" y="13"/>
                    <a:pt x="74" y="13"/>
                    <a:pt x="62" y="25"/>
                  </a:cubicBezTo>
                  <a:lnTo>
                    <a:pt x="56" y="25"/>
                  </a:lnTo>
                  <a:cubicBezTo>
                    <a:pt x="50" y="25"/>
                    <a:pt x="37" y="31"/>
                    <a:pt x="31" y="31"/>
                  </a:cubicBezTo>
                  <a:cubicBezTo>
                    <a:pt x="25" y="31"/>
                    <a:pt x="25" y="38"/>
                    <a:pt x="19" y="44"/>
                  </a:cubicBezTo>
                  <a:cubicBezTo>
                    <a:pt x="6" y="56"/>
                    <a:pt x="0" y="62"/>
                    <a:pt x="0" y="75"/>
                  </a:cubicBezTo>
                  <a:cubicBezTo>
                    <a:pt x="0" y="93"/>
                    <a:pt x="6" y="99"/>
                    <a:pt x="19" y="106"/>
                  </a:cubicBezTo>
                  <a:lnTo>
                    <a:pt x="31" y="124"/>
                  </a:lnTo>
                  <a:cubicBezTo>
                    <a:pt x="37" y="124"/>
                    <a:pt x="43" y="130"/>
                    <a:pt x="56" y="130"/>
                  </a:cubicBezTo>
                  <a:lnTo>
                    <a:pt x="62" y="130"/>
                  </a:lnTo>
                  <a:cubicBezTo>
                    <a:pt x="74" y="137"/>
                    <a:pt x="93" y="137"/>
                    <a:pt x="105" y="149"/>
                  </a:cubicBezTo>
                  <a:cubicBezTo>
                    <a:pt x="130" y="155"/>
                    <a:pt x="155" y="149"/>
                    <a:pt x="179" y="130"/>
                  </a:cubicBezTo>
                  <a:cubicBezTo>
                    <a:pt x="192" y="118"/>
                    <a:pt x="204" y="99"/>
                    <a:pt x="204" y="87"/>
                  </a:cubicBezTo>
                  <a:cubicBezTo>
                    <a:pt x="192" y="56"/>
                    <a:pt x="185" y="31"/>
                    <a:pt x="179" y="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3">
              <a:extLst>
                <a:ext uri="{FF2B5EF4-FFF2-40B4-BE49-F238E27FC236}">
                  <a16:creationId xmlns:a16="http://schemas.microsoft.com/office/drawing/2014/main" id="{FEF89FCF-0229-7466-6C5C-16B7A3C0A7DD}"/>
                </a:ext>
              </a:extLst>
            </p:cNvPr>
            <p:cNvSpPr/>
            <p:nvPr/>
          </p:nvSpPr>
          <p:spPr>
            <a:xfrm flipH="1">
              <a:off x="8294151" y="1882742"/>
              <a:ext cx="24005" cy="30437"/>
            </a:xfrm>
            <a:custGeom>
              <a:avLst/>
              <a:gdLst/>
              <a:ahLst/>
              <a:cxnLst/>
              <a:rect l="l" t="t" r="r" b="b"/>
              <a:pathLst>
                <a:path w="347" h="440" extrusionOk="0">
                  <a:moveTo>
                    <a:pt x="291" y="25"/>
                  </a:moveTo>
                  <a:cubicBezTo>
                    <a:pt x="254" y="1"/>
                    <a:pt x="217" y="13"/>
                    <a:pt x="192" y="56"/>
                  </a:cubicBezTo>
                  <a:cubicBezTo>
                    <a:pt x="161" y="99"/>
                    <a:pt x="124" y="149"/>
                    <a:pt x="99" y="192"/>
                  </a:cubicBezTo>
                  <a:cubicBezTo>
                    <a:pt x="68" y="242"/>
                    <a:pt x="38" y="285"/>
                    <a:pt x="13" y="334"/>
                  </a:cubicBezTo>
                  <a:cubicBezTo>
                    <a:pt x="0" y="353"/>
                    <a:pt x="7" y="396"/>
                    <a:pt x="31" y="414"/>
                  </a:cubicBezTo>
                  <a:cubicBezTo>
                    <a:pt x="50" y="433"/>
                    <a:pt x="93" y="439"/>
                    <a:pt x="112" y="408"/>
                  </a:cubicBezTo>
                  <a:cubicBezTo>
                    <a:pt x="155" y="365"/>
                    <a:pt x="186" y="322"/>
                    <a:pt x="223" y="279"/>
                  </a:cubicBezTo>
                  <a:cubicBezTo>
                    <a:pt x="260" y="229"/>
                    <a:pt x="291" y="180"/>
                    <a:pt x="328" y="130"/>
                  </a:cubicBezTo>
                  <a:cubicBezTo>
                    <a:pt x="346" y="93"/>
                    <a:pt x="328" y="38"/>
                    <a:pt x="291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3">
              <a:extLst>
                <a:ext uri="{FF2B5EF4-FFF2-40B4-BE49-F238E27FC236}">
                  <a16:creationId xmlns:a16="http://schemas.microsoft.com/office/drawing/2014/main" id="{BD588A85-61A3-DC00-A32B-8814293EE3FA}"/>
                </a:ext>
              </a:extLst>
            </p:cNvPr>
            <p:cNvSpPr/>
            <p:nvPr/>
          </p:nvSpPr>
          <p:spPr>
            <a:xfrm flipH="1">
              <a:off x="8109520" y="1835287"/>
              <a:ext cx="13766" cy="13351"/>
            </a:xfrm>
            <a:custGeom>
              <a:avLst/>
              <a:gdLst/>
              <a:ahLst/>
              <a:cxnLst/>
              <a:rect l="l" t="t" r="r" b="b"/>
              <a:pathLst>
                <a:path w="199" h="193" extrusionOk="0">
                  <a:moveTo>
                    <a:pt x="186" y="13"/>
                  </a:moveTo>
                  <a:cubicBezTo>
                    <a:pt x="180" y="7"/>
                    <a:pt x="161" y="1"/>
                    <a:pt x="149" y="1"/>
                  </a:cubicBezTo>
                  <a:lnTo>
                    <a:pt x="124" y="1"/>
                  </a:lnTo>
                  <a:lnTo>
                    <a:pt x="106" y="1"/>
                  </a:lnTo>
                  <a:lnTo>
                    <a:pt x="100" y="1"/>
                  </a:lnTo>
                  <a:cubicBezTo>
                    <a:pt x="87" y="7"/>
                    <a:pt x="75" y="7"/>
                    <a:pt x="62" y="19"/>
                  </a:cubicBezTo>
                  <a:cubicBezTo>
                    <a:pt x="44" y="38"/>
                    <a:pt x="32" y="44"/>
                    <a:pt x="25" y="63"/>
                  </a:cubicBezTo>
                  <a:cubicBezTo>
                    <a:pt x="13" y="69"/>
                    <a:pt x="7" y="75"/>
                    <a:pt x="7" y="81"/>
                  </a:cubicBezTo>
                  <a:cubicBezTo>
                    <a:pt x="1" y="93"/>
                    <a:pt x="1" y="100"/>
                    <a:pt x="1" y="112"/>
                  </a:cubicBezTo>
                  <a:cubicBezTo>
                    <a:pt x="1" y="124"/>
                    <a:pt x="1" y="137"/>
                    <a:pt x="7" y="143"/>
                  </a:cubicBezTo>
                  <a:cubicBezTo>
                    <a:pt x="7" y="155"/>
                    <a:pt x="13" y="161"/>
                    <a:pt x="25" y="168"/>
                  </a:cubicBezTo>
                  <a:cubicBezTo>
                    <a:pt x="38" y="186"/>
                    <a:pt x="56" y="192"/>
                    <a:pt x="75" y="192"/>
                  </a:cubicBezTo>
                  <a:cubicBezTo>
                    <a:pt x="100" y="192"/>
                    <a:pt x="118" y="186"/>
                    <a:pt x="130" y="168"/>
                  </a:cubicBezTo>
                  <a:cubicBezTo>
                    <a:pt x="149" y="155"/>
                    <a:pt x="155" y="137"/>
                    <a:pt x="168" y="131"/>
                  </a:cubicBezTo>
                  <a:cubicBezTo>
                    <a:pt x="180" y="124"/>
                    <a:pt x="186" y="106"/>
                    <a:pt x="192" y="93"/>
                  </a:cubicBezTo>
                  <a:lnTo>
                    <a:pt x="192" y="81"/>
                  </a:lnTo>
                  <a:lnTo>
                    <a:pt x="192" y="69"/>
                  </a:lnTo>
                  <a:cubicBezTo>
                    <a:pt x="192" y="63"/>
                    <a:pt x="198" y="50"/>
                    <a:pt x="192" y="44"/>
                  </a:cubicBezTo>
                  <a:cubicBezTo>
                    <a:pt x="198" y="38"/>
                    <a:pt x="198" y="19"/>
                    <a:pt x="186" y="1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3">
              <a:extLst>
                <a:ext uri="{FF2B5EF4-FFF2-40B4-BE49-F238E27FC236}">
                  <a16:creationId xmlns:a16="http://schemas.microsoft.com/office/drawing/2014/main" id="{D3C7FC9D-7DB2-F139-A045-0FFA04FFBDE5}"/>
                </a:ext>
              </a:extLst>
            </p:cNvPr>
            <p:cNvSpPr/>
            <p:nvPr/>
          </p:nvSpPr>
          <p:spPr>
            <a:xfrm flipH="1">
              <a:off x="8430081" y="1472460"/>
              <a:ext cx="24420" cy="30437"/>
            </a:xfrm>
            <a:custGeom>
              <a:avLst/>
              <a:gdLst/>
              <a:ahLst/>
              <a:cxnLst/>
              <a:rect l="l" t="t" r="r" b="b"/>
              <a:pathLst>
                <a:path w="353" h="440" extrusionOk="0">
                  <a:moveTo>
                    <a:pt x="334" y="44"/>
                  </a:moveTo>
                  <a:cubicBezTo>
                    <a:pt x="316" y="31"/>
                    <a:pt x="291" y="25"/>
                    <a:pt x="272" y="13"/>
                  </a:cubicBezTo>
                  <a:cubicBezTo>
                    <a:pt x="260" y="13"/>
                    <a:pt x="254" y="7"/>
                    <a:pt x="248" y="7"/>
                  </a:cubicBezTo>
                  <a:cubicBezTo>
                    <a:pt x="217" y="1"/>
                    <a:pt x="186" y="7"/>
                    <a:pt x="155" y="25"/>
                  </a:cubicBezTo>
                  <a:cubicBezTo>
                    <a:pt x="106" y="44"/>
                    <a:pt x="75" y="87"/>
                    <a:pt x="44" y="124"/>
                  </a:cubicBezTo>
                  <a:cubicBezTo>
                    <a:pt x="13" y="167"/>
                    <a:pt x="7" y="217"/>
                    <a:pt x="1" y="260"/>
                  </a:cubicBezTo>
                  <a:cubicBezTo>
                    <a:pt x="1" y="285"/>
                    <a:pt x="7" y="310"/>
                    <a:pt x="13" y="322"/>
                  </a:cubicBezTo>
                  <a:cubicBezTo>
                    <a:pt x="13" y="334"/>
                    <a:pt x="25" y="334"/>
                    <a:pt x="25" y="340"/>
                  </a:cubicBezTo>
                  <a:cubicBezTo>
                    <a:pt x="32" y="353"/>
                    <a:pt x="38" y="377"/>
                    <a:pt x="44" y="396"/>
                  </a:cubicBezTo>
                  <a:cubicBezTo>
                    <a:pt x="62" y="427"/>
                    <a:pt x="100" y="439"/>
                    <a:pt x="130" y="427"/>
                  </a:cubicBezTo>
                  <a:cubicBezTo>
                    <a:pt x="161" y="408"/>
                    <a:pt x="174" y="377"/>
                    <a:pt x="167" y="340"/>
                  </a:cubicBezTo>
                  <a:lnTo>
                    <a:pt x="167" y="340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4"/>
                  </a:lnTo>
                  <a:cubicBezTo>
                    <a:pt x="174" y="316"/>
                    <a:pt x="186" y="303"/>
                    <a:pt x="186" y="285"/>
                  </a:cubicBezTo>
                  <a:cubicBezTo>
                    <a:pt x="186" y="279"/>
                    <a:pt x="192" y="272"/>
                    <a:pt x="192" y="254"/>
                  </a:cubicBezTo>
                  <a:cubicBezTo>
                    <a:pt x="198" y="248"/>
                    <a:pt x="198" y="229"/>
                    <a:pt x="205" y="223"/>
                  </a:cubicBezTo>
                  <a:cubicBezTo>
                    <a:pt x="223" y="211"/>
                    <a:pt x="229" y="192"/>
                    <a:pt x="248" y="186"/>
                  </a:cubicBezTo>
                  <a:cubicBezTo>
                    <a:pt x="254" y="180"/>
                    <a:pt x="260" y="180"/>
                    <a:pt x="266" y="167"/>
                  </a:cubicBezTo>
                  <a:cubicBezTo>
                    <a:pt x="279" y="161"/>
                    <a:pt x="285" y="149"/>
                    <a:pt x="291" y="137"/>
                  </a:cubicBezTo>
                  <a:lnTo>
                    <a:pt x="291" y="137"/>
                  </a:lnTo>
                  <a:lnTo>
                    <a:pt x="310" y="124"/>
                  </a:lnTo>
                  <a:cubicBezTo>
                    <a:pt x="347" y="99"/>
                    <a:pt x="353" y="69"/>
                    <a:pt x="334" y="44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3">
              <a:extLst>
                <a:ext uri="{FF2B5EF4-FFF2-40B4-BE49-F238E27FC236}">
                  <a16:creationId xmlns:a16="http://schemas.microsoft.com/office/drawing/2014/main" id="{FABB8052-F070-B1A0-22CD-2CE1BC1BDB92}"/>
                </a:ext>
              </a:extLst>
            </p:cNvPr>
            <p:cNvSpPr/>
            <p:nvPr/>
          </p:nvSpPr>
          <p:spPr>
            <a:xfrm rot="10800000" flipH="1">
              <a:off x="8441634" y="1495980"/>
              <a:ext cx="0" cy="484"/>
            </a:xfrm>
            <a:custGeom>
              <a:avLst/>
              <a:gdLst/>
              <a:ahLst/>
              <a:cxnLst/>
              <a:rect l="l" t="t" r="r" b="b"/>
              <a:pathLst>
                <a:path h="7" extrusionOk="0">
                  <a:moveTo>
                    <a:pt x="0" y="7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3">
              <a:extLst>
                <a:ext uri="{FF2B5EF4-FFF2-40B4-BE49-F238E27FC236}">
                  <a16:creationId xmlns:a16="http://schemas.microsoft.com/office/drawing/2014/main" id="{5D56951D-0650-D476-0D89-6B9771102B94}"/>
                </a:ext>
              </a:extLst>
            </p:cNvPr>
            <p:cNvSpPr/>
            <p:nvPr/>
          </p:nvSpPr>
          <p:spPr>
            <a:xfrm flipH="1">
              <a:off x="8312551" y="1472460"/>
              <a:ext cx="24420" cy="24419"/>
            </a:xfrm>
            <a:custGeom>
              <a:avLst/>
              <a:gdLst/>
              <a:ahLst/>
              <a:cxnLst/>
              <a:rect l="l" t="t" r="r" b="b"/>
              <a:pathLst>
                <a:path w="353" h="353" extrusionOk="0">
                  <a:moveTo>
                    <a:pt x="322" y="31"/>
                  </a:moveTo>
                  <a:cubicBezTo>
                    <a:pt x="303" y="7"/>
                    <a:pt x="254" y="1"/>
                    <a:pt x="223" y="13"/>
                  </a:cubicBezTo>
                  <a:cubicBezTo>
                    <a:pt x="217" y="25"/>
                    <a:pt x="211" y="25"/>
                    <a:pt x="192" y="31"/>
                  </a:cubicBezTo>
                  <a:cubicBezTo>
                    <a:pt x="180" y="38"/>
                    <a:pt x="167" y="56"/>
                    <a:pt x="155" y="69"/>
                  </a:cubicBezTo>
                  <a:cubicBezTo>
                    <a:pt x="137" y="81"/>
                    <a:pt x="124" y="99"/>
                    <a:pt x="106" y="124"/>
                  </a:cubicBezTo>
                  <a:cubicBezTo>
                    <a:pt x="75" y="155"/>
                    <a:pt x="44" y="192"/>
                    <a:pt x="25" y="223"/>
                  </a:cubicBezTo>
                  <a:cubicBezTo>
                    <a:pt x="7" y="235"/>
                    <a:pt x="1" y="254"/>
                    <a:pt x="1" y="279"/>
                  </a:cubicBezTo>
                  <a:cubicBezTo>
                    <a:pt x="1" y="291"/>
                    <a:pt x="7" y="316"/>
                    <a:pt x="25" y="328"/>
                  </a:cubicBezTo>
                  <a:cubicBezTo>
                    <a:pt x="38" y="347"/>
                    <a:pt x="56" y="353"/>
                    <a:pt x="75" y="353"/>
                  </a:cubicBezTo>
                  <a:cubicBezTo>
                    <a:pt x="99" y="353"/>
                    <a:pt x="118" y="347"/>
                    <a:pt x="130" y="328"/>
                  </a:cubicBezTo>
                  <a:cubicBezTo>
                    <a:pt x="161" y="297"/>
                    <a:pt x="198" y="266"/>
                    <a:pt x="229" y="248"/>
                  </a:cubicBezTo>
                  <a:lnTo>
                    <a:pt x="279" y="198"/>
                  </a:lnTo>
                  <a:cubicBezTo>
                    <a:pt x="285" y="192"/>
                    <a:pt x="303" y="186"/>
                    <a:pt x="310" y="167"/>
                  </a:cubicBezTo>
                  <a:cubicBezTo>
                    <a:pt x="316" y="161"/>
                    <a:pt x="322" y="143"/>
                    <a:pt x="334" y="130"/>
                  </a:cubicBezTo>
                  <a:cubicBezTo>
                    <a:pt x="353" y="99"/>
                    <a:pt x="353" y="56"/>
                    <a:pt x="322" y="3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3">
              <a:extLst>
                <a:ext uri="{FF2B5EF4-FFF2-40B4-BE49-F238E27FC236}">
                  <a16:creationId xmlns:a16="http://schemas.microsoft.com/office/drawing/2014/main" id="{60B7CAF0-11FC-582C-94EF-85963B7696CF}"/>
                </a:ext>
              </a:extLst>
            </p:cNvPr>
            <p:cNvSpPr/>
            <p:nvPr/>
          </p:nvSpPr>
          <p:spPr>
            <a:xfrm flipH="1">
              <a:off x="8294565" y="1622503"/>
              <a:ext cx="28709" cy="27808"/>
            </a:xfrm>
            <a:custGeom>
              <a:avLst/>
              <a:gdLst/>
              <a:ahLst/>
              <a:cxnLst/>
              <a:rect l="l" t="t" r="r" b="b"/>
              <a:pathLst>
                <a:path w="415" h="402" extrusionOk="0">
                  <a:moveTo>
                    <a:pt x="371" y="19"/>
                  </a:moveTo>
                  <a:cubicBezTo>
                    <a:pt x="359" y="6"/>
                    <a:pt x="340" y="0"/>
                    <a:pt x="328" y="0"/>
                  </a:cubicBezTo>
                  <a:lnTo>
                    <a:pt x="291" y="0"/>
                  </a:lnTo>
                  <a:cubicBezTo>
                    <a:pt x="272" y="0"/>
                    <a:pt x="247" y="6"/>
                    <a:pt x="235" y="19"/>
                  </a:cubicBezTo>
                  <a:cubicBezTo>
                    <a:pt x="186" y="31"/>
                    <a:pt x="149" y="56"/>
                    <a:pt x="112" y="87"/>
                  </a:cubicBezTo>
                  <a:cubicBezTo>
                    <a:pt x="44" y="148"/>
                    <a:pt x="0" y="241"/>
                    <a:pt x="0" y="334"/>
                  </a:cubicBezTo>
                  <a:cubicBezTo>
                    <a:pt x="0" y="371"/>
                    <a:pt x="31" y="402"/>
                    <a:pt x="74" y="402"/>
                  </a:cubicBezTo>
                  <a:cubicBezTo>
                    <a:pt x="87" y="402"/>
                    <a:pt x="112" y="396"/>
                    <a:pt x="118" y="377"/>
                  </a:cubicBezTo>
                  <a:cubicBezTo>
                    <a:pt x="136" y="365"/>
                    <a:pt x="136" y="346"/>
                    <a:pt x="142" y="334"/>
                  </a:cubicBezTo>
                  <a:cubicBezTo>
                    <a:pt x="142" y="358"/>
                    <a:pt x="142" y="340"/>
                    <a:pt x="142" y="334"/>
                  </a:cubicBezTo>
                  <a:lnTo>
                    <a:pt x="142" y="328"/>
                  </a:lnTo>
                  <a:cubicBezTo>
                    <a:pt x="142" y="315"/>
                    <a:pt x="149" y="309"/>
                    <a:pt x="149" y="303"/>
                  </a:cubicBezTo>
                  <a:lnTo>
                    <a:pt x="149" y="297"/>
                  </a:lnTo>
                  <a:cubicBezTo>
                    <a:pt x="155" y="284"/>
                    <a:pt x="155" y="278"/>
                    <a:pt x="167" y="272"/>
                  </a:cubicBezTo>
                  <a:cubicBezTo>
                    <a:pt x="173" y="266"/>
                    <a:pt x="173" y="253"/>
                    <a:pt x="180" y="247"/>
                  </a:cubicBezTo>
                  <a:lnTo>
                    <a:pt x="186" y="241"/>
                  </a:lnTo>
                  <a:lnTo>
                    <a:pt x="186" y="241"/>
                  </a:lnTo>
                  <a:cubicBezTo>
                    <a:pt x="198" y="229"/>
                    <a:pt x="204" y="216"/>
                    <a:pt x="210" y="210"/>
                  </a:cubicBezTo>
                  <a:lnTo>
                    <a:pt x="210" y="210"/>
                  </a:lnTo>
                  <a:lnTo>
                    <a:pt x="217" y="198"/>
                  </a:lnTo>
                  <a:cubicBezTo>
                    <a:pt x="223" y="185"/>
                    <a:pt x="241" y="179"/>
                    <a:pt x="254" y="161"/>
                  </a:cubicBezTo>
                  <a:lnTo>
                    <a:pt x="266" y="155"/>
                  </a:lnTo>
                  <a:cubicBezTo>
                    <a:pt x="272" y="148"/>
                    <a:pt x="278" y="148"/>
                    <a:pt x="285" y="142"/>
                  </a:cubicBezTo>
                  <a:cubicBezTo>
                    <a:pt x="297" y="130"/>
                    <a:pt x="303" y="130"/>
                    <a:pt x="309" y="124"/>
                  </a:cubicBezTo>
                  <a:lnTo>
                    <a:pt x="309" y="124"/>
                  </a:lnTo>
                  <a:cubicBezTo>
                    <a:pt x="309" y="124"/>
                    <a:pt x="315" y="124"/>
                    <a:pt x="315" y="117"/>
                  </a:cubicBezTo>
                  <a:cubicBezTo>
                    <a:pt x="328" y="117"/>
                    <a:pt x="334" y="111"/>
                    <a:pt x="340" y="111"/>
                  </a:cubicBezTo>
                  <a:cubicBezTo>
                    <a:pt x="359" y="99"/>
                    <a:pt x="365" y="93"/>
                    <a:pt x="377" y="87"/>
                  </a:cubicBezTo>
                  <a:cubicBezTo>
                    <a:pt x="414" y="68"/>
                    <a:pt x="402" y="25"/>
                    <a:pt x="371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3">
              <a:extLst>
                <a:ext uri="{FF2B5EF4-FFF2-40B4-BE49-F238E27FC236}">
                  <a16:creationId xmlns:a16="http://schemas.microsoft.com/office/drawing/2014/main" id="{70DC99DD-D571-C2B0-1E99-FE46B3682B17}"/>
                </a:ext>
              </a:extLst>
            </p:cNvPr>
            <p:cNvSpPr/>
            <p:nvPr/>
          </p:nvSpPr>
          <p:spPr>
            <a:xfrm flipH="1">
              <a:off x="7775670" y="1584041"/>
              <a:ext cx="17225" cy="16740"/>
            </a:xfrm>
            <a:custGeom>
              <a:avLst/>
              <a:gdLst/>
              <a:ahLst/>
              <a:cxnLst/>
              <a:rect l="l" t="t" r="r" b="b"/>
              <a:pathLst>
                <a:path w="249" h="242" extrusionOk="0">
                  <a:moveTo>
                    <a:pt x="242" y="50"/>
                  </a:moveTo>
                  <a:lnTo>
                    <a:pt x="236" y="31"/>
                  </a:lnTo>
                  <a:lnTo>
                    <a:pt x="236" y="31"/>
                  </a:lnTo>
                  <a:cubicBezTo>
                    <a:pt x="236" y="25"/>
                    <a:pt x="236" y="31"/>
                    <a:pt x="223" y="19"/>
                  </a:cubicBezTo>
                  <a:cubicBezTo>
                    <a:pt x="223" y="19"/>
                    <a:pt x="217" y="6"/>
                    <a:pt x="211" y="6"/>
                  </a:cubicBezTo>
                  <a:lnTo>
                    <a:pt x="211" y="6"/>
                  </a:lnTo>
                  <a:lnTo>
                    <a:pt x="211" y="6"/>
                  </a:lnTo>
                  <a:lnTo>
                    <a:pt x="205" y="6"/>
                  </a:lnTo>
                  <a:cubicBezTo>
                    <a:pt x="192" y="6"/>
                    <a:pt x="192" y="0"/>
                    <a:pt x="186" y="0"/>
                  </a:cubicBezTo>
                  <a:lnTo>
                    <a:pt x="155" y="0"/>
                  </a:lnTo>
                  <a:cubicBezTo>
                    <a:pt x="149" y="0"/>
                    <a:pt x="143" y="6"/>
                    <a:pt x="143" y="6"/>
                  </a:cubicBezTo>
                  <a:cubicBezTo>
                    <a:pt x="131" y="19"/>
                    <a:pt x="125" y="19"/>
                    <a:pt x="118" y="25"/>
                  </a:cubicBezTo>
                  <a:cubicBezTo>
                    <a:pt x="112" y="31"/>
                    <a:pt x="100" y="31"/>
                    <a:pt x="94" y="37"/>
                  </a:cubicBezTo>
                  <a:cubicBezTo>
                    <a:pt x="81" y="56"/>
                    <a:pt x="63" y="62"/>
                    <a:pt x="50" y="80"/>
                  </a:cubicBezTo>
                  <a:cubicBezTo>
                    <a:pt x="32" y="87"/>
                    <a:pt x="26" y="93"/>
                    <a:pt x="20" y="111"/>
                  </a:cubicBezTo>
                  <a:cubicBezTo>
                    <a:pt x="7" y="124"/>
                    <a:pt x="1" y="142"/>
                    <a:pt x="1" y="155"/>
                  </a:cubicBezTo>
                  <a:lnTo>
                    <a:pt x="1" y="179"/>
                  </a:lnTo>
                  <a:cubicBezTo>
                    <a:pt x="7" y="192"/>
                    <a:pt x="20" y="210"/>
                    <a:pt x="26" y="216"/>
                  </a:cubicBezTo>
                  <a:cubicBezTo>
                    <a:pt x="32" y="222"/>
                    <a:pt x="38" y="235"/>
                    <a:pt x="57" y="235"/>
                  </a:cubicBezTo>
                  <a:cubicBezTo>
                    <a:pt x="63" y="241"/>
                    <a:pt x="81" y="241"/>
                    <a:pt x="94" y="241"/>
                  </a:cubicBezTo>
                  <a:cubicBezTo>
                    <a:pt x="112" y="241"/>
                    <a:pt x="125" y="235"/>
                    <a:pt x="143" y="222"/>
                  </a:cubicBezTo>
                  <a:cubicBezTo>
                    <a:pt x="155" y="216"/>
                    <a:pt x="162" y="210"/>
                    <a:pt x="174" y="192"/>
                  </a:cubicBezTo>
                  <a:cubicBezTo>
                    <a:pt x="180" y="179"/>
                    <a:pt x="192" y="161"/>
                    <a:pt x="205" y="148"/>
                  </a:cubicBezTo>
                  <a:cubicBezTo>
                    <a:pt x="211" y="130"/>
                    <a:pt x="223" y="117"/>
                    <a:pt x="236" y="99"/>
                  </a:cubicBezTo>
                  <a:lnTo>
                    <a:pt x="236" y="93"/>
                  </a:lnTo>
                  <a:cubicBezTo>
                    <a:pt x="236" y="93"/>
                    <a:pt x="236" y="87"/>
                    <a:pt x="242" y="87"/>
                  </a:cubicBezTo>
                  <a:cubicBezTo>
                    <a:pt x="248" y="80"/>
                    <a:pt x="242" y="80"/>
                    <a:pt x="248" y="68"/>
                  </a:cubicBezTo>
                  <a:lnTo>
                    <a:pt x="248" y="62"/>
                  </a:lnTo>
                  <a:cubicBezTo>
                    <a:pt x="242" y="56"/>
                    <a:pt x="242" y="50"/>
                    <a:pt x="242" y="5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3">
              <a:extLst>
                <a:ext uri="{FF2B5EF4-FFF2-40B4-BE49-F238E27FC236}">
                  <a16:creationId xmlns:a16="http://schemas.microsoft.com/office/drawing/2014/main" id="{2399264B-B62D-BAA7-411E-27514B7FE627}"/>
                </a:ext>
              </a:extLst>
            </p:cNvPr>
            <p:cNvSpPr/>
            <p:nvPr/>
          </p:nvSpPr>
          <p:spPr>
            <a:xfrm flipH="1">
              <a:off x="6855561" y="1645953"/>
              <a:ext cx="37217" cy="30022"/>
            </a:xfrm>
            <a:custGeom>
              <a:avLst/>
              <a:gdLst/>
              <a:ahLst/>
              <a:cxnLst/>
              <a:rect l="l" t="t" r="r" b="b"/>
              <a:pathLst>
                <a:path w="538" h="434" extrusionOk="0">
                  <a:moveTo>
                    <a:pt x="433" y="19"/>
                  </a:moveTo>
                  <a:cubicBezTo>
                    <a:pt x="414" y="26"/>
                    <a:pt x="389" y="32"/>
                    <a:pt x="371" y="38"/>
                  </a:cubicBezTo>
                  <a:cubicBezTo>
                    <a:pt x="358" y="50"/>
                    <a:pt x="340" y="63"/>
                    <a:pt x="328" y="81"/>
                  </a:cubicBezTo>
                  <a:cubicBezTo>
                    <a:pt x="290" y="100"/>
                    <a:pt x="260" y="131"/>
                    <a:pt x="216" y="155"/>
                  </a:cubicBezTo>
                  <a:cubicBezTo>
                    <a:pt x="155" y="205"/>
                    <a:pt x="93" y="254"/>
                    <a:pt x="31" y="304"/>
                  </a:cubicBezTo>
                  <a:cubicBezTo>
                    <a:pt x="0" y="328"/>
                    <a:pt x="6" y="372"/>
                    <a:pt x="25" y="396"/>
                  </a:cubicBezTo>
                  <a:cubicBezTo>
                    <a:pt x="49" y="421"/>
                    <a:pt x="87" y="433"/>
                    <a:pt x="117" y="409"/>
                  </a:cubicBezTo>
                  <a:cubicBezTo>
                    <a:pt x="179" y="365"/>
                    <a:pt x="247" y="316"/>
                    <a:pt x="309" y="273"/>
                  </a:cubicBezTo>
                  <a:lnTo>
                    <a:pt x="402" y="199"/>
                  </a:lnTo>
                  <a:cubicBezTo>
                    <a:pt x="420" y="186"/>
                    <a:pt x="433" y="180"/>
                    <a:pt x="451" y="162"/>
                  </a:cubicBezTo>
                  <a:lnTo>
                    <a:pt x="488" y="124"/>
                  </a:lnTo>
                  <a:cubicBezTo>
                    <a:pt x="494" y="118"/>
                    <a:pt x="494" y="112"/>
                    <a:pt x="501" y="100"/>
                  </a:cubicBezTo>
                  <a:cubicBezTo>
                    <a:pt x="538" y="63"/>
                    <a:pt x="488" y="1"/>
                    <a:pt x="433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3">
              <a:extLst>
                <a:ext uri="{FF2B5EF4-FFF2-40B4-BE49-F238E27FC236}">
                  <a16:creationId xmlns:a16="http://schemas.microsoft.com/office/drawing/2014/main" id="{33AF3A16-4FE9-502F-93A7-3945DBDCB6C5}"/>
                </a:ext>
              </a:extLst>
            </p:cNvPr>
            <p:cNvSpPr/>
            <p:nvPr/>
          </p:nvSpPr>
          <p:spPr>
            <a:xfrm flipH="1">
              <a:off x="6020548" y="2226753"/>
              <a:ext cx="16257" cy="22344"/>
            </a:xfrm>
            <a:custGeom>
              <a:avLst/>
              <a:gdLst/>
              <a:ahLst/>
              <a:cxnLst/>
              <a:rect l="l" t="t" r="r" b="b"/>
              <a:pathLst>
                <a:path w="235" h="323" extrusionOk="0">
                  <a:moveTo>
                    <a:pt x="204" y="7"/>
                  </a:moveTo>
                  <a:cubicBezTo>
                    <a:pt x="186" y="1"/>
                    <a:pt x="167" y="7"/>
                    <a:pt x="149" y="13"/>
                  </a:cubicBezTo>
                  <a:lnTo>
                    <a:pt x="124" y="38"/>
                  </a:lnTo>
                  <a:cubicBezTo>
                    <a:pt x="118" y="44"/>
                    <a:pt x="111" y="57"/>
                    <a:pt x="111" y="63"/>
                  </a:cubicBezTo>
                  <a:cubicBezTo>
                    <a:pt x="105" y="75"/>
                    <a:pt x="87" y="94"/>
                    <a:pt x="81" y="100"/>
                  </a:cubicBezTo>
                  <a:cubicBezTo>
                    <a:pt x="56" y="131"/>
                    <a:pt x="43" y="155"/>
                    <a:pt x="19" y="186"/>
                  </a:cubicBezTo>
                  <a:cubicBezTo>
                    <a:pt x="0" y="199"/>
                    <a:pt x="0" y="230"/>
                    <a:pt x="13" y="248"/>
                  </a:cubicBezTo>
                  <a:cubicBezTo>
                    <a:pt x="19" y="273"/>
                    <a:pt x="31" y="291"/>
                    <a:pt x="56" y="304"/>
                  </a:cubicBezTo>
                  <a:cubicBezTo>
                    <a:pt x="99" y="322"/>
                    <a:pt x="149" y="291"/>
                    <a:pt x="173" y="248"/>
                  </a:cubicBezTo>
                  <a:cubicBezTo>
                    <a:pt x="179" y="217"/>
                    <a:pt x="198" y="180"/>
                    <a:pt x="204" y="149"/>
                  </a:cubicBezTo>
                  <a:cubicBezTo>
                    <a:pt x="210" y="131"/>
                    <a:pt x="210" y="118"/>
                    <a:pt x="216" y="100"/>
                  </a:cubicBezTo>
                  <a:cubicBezTo>
                    <a:pt x="216" y="94"/>
                    <a:pt x="229" y="87"/>
                    <a:pt x="229" y="75"/>
                  </a:cubicBezTo>
                  <a:cubicBezTo>
                    <a:pt x="229" y="63"/>
                    <a:pt x="229" y="57"/>
                    <a:pt x="235" y="38"/>
                  </a:cubicBezTo>
                  <a:cubicBezTo>
                    <a:pt x="235" y="32"/>
                    <a:pt x="216" y="13"/>
                    <a:pt x="204" y="7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3">
              <a:extLst>
                <a:ext uri="{FF2B5EF4-FFF2-40B4-BE49-F238E27FC236}">
                  <a16:creationId xmlns:a16="http://schemas.microsoft.com/office/drawing/2014/main" id="{7C58B3D8-3B54-A51B-5270-A69AA9F92ACD}"/>
                </a:ext>
              </a:extLst>
            </p:cNvPr>
            <p:cNvSpPr/>
            <p:nvPr/>
          </p:nvSpPr>
          <p:spPr>
            <a:xfrm flipH="1">
              <a:off x="5936776" y="2123335"/>
              <a:ext cx="27809" cy="22344"/>
            </a:xfrm>
            <a:custGeom>
              <a:avLst/>
              <a:gdLst/>
              <a:ahLst/>
              <a:cxnLst/>
              <a:rect l="l" t="t" r="r" b="b"/>
              <a:pathLst>
                <a:path w="402" h="323" extrusionOk="0">
                  <a:moveTo>
                    <a:pt x="371" y="44"/>
                  </a:moveTo>
                  <a:cubicBezTo>
                    <a:pt x="359" y="32"/>
                    <a:pt x="340" y="26"/>
                    <a:pt x="315" y="19"/>
                  </a:cubicBezTo>
                  <a:cubicBezTo>
                    <a:pt x="309" y="19"/>
                    <a:pt x="303" y="13"/>
                    <a:pt x="297" y="13"/>
                  </a:cubicBezTo>
                  <a:lnTo>
                    <a:pt x="278" y="13"/>
                  </a:lnTo>
                  <a:cubicBezTo>
                    <a:pt x="272" y="13"/>
                    <a:pt x="272" y="13"/>
                    <a:pt x="278" y="13"/>
                  </a:cubicBezTo>
                  <a:lnTo>
                    <a:pt x="266" y="13"/>
                  </a:lnTo>
                  <a:cubicBezTo>
                    <a:pt x="223" y="1"/>
                    <a:pt x="173" y="26"/>
                    <a:pt x="130" y="44"/>
                  </a:cubicBezTo>
                  <a:cubicBezTo>
                    <a:pt x="93" y="63"/>
                    <a:pt x="62" y="93"/>
                    <a:pt x="37" y="124"/>
                  </a:cubicBezTo>
                  <a:cubicBezTo>
                    <a:pt x="19" y="168"/>
                    <a:pt x="0" y="211"/>
                    <a:pt x="0" y="248"/>
                  </a:cubicBezTo>
                  <a:cubicBezTo>
                    <a:pt x="0" y="279"/>
                    <a:pt x="31" y="322"/>
                    <a:pt x="62" y="316"/>
                  </a:cubicBezTo>
                  <a:cubicBezTo>
                    <a:pt x="99" y="316"/>
                    <a:pt x="124" y="285"/>
                    <a:pt x="124" y="248"/>
                  </a:cubicBezTo>
                  <a:lnTo>
                    <a:pt x="124" y="242"/>
                  </a:lnTo>
                  <a:lnTo>
                    <a:pt x="124" y="242"/>
                  </a:lnTo>
                  <a:cubicBezTo>
                    <a:pt x="124" y="236"/>
                    <a:pt x="124" y="229"/>
                    <a:pt x="130" y="217"/>
                  </a:cubicBezTo>
                  <a:lnTo>
                    <a:pt x="130" y="211"/>
                  </a:lnTo>
                  <a:lnTo>
                    <a:pt x="130" y="211"/>
                  </a:lnTo>
                  <a:cubicBezTo>
                    <a:pt x="130" y="205"/>
                    <a:pt x="136" y="199"/>
                    <a:pt x="136" y="199"/>
                  </a:cubicBezTo>
                  <a:cubicBezTo>
                    <a:pt x="136" y="186"/>
                    <a:pt x="149" y="180"/>
                    <a:pt x="155" y="180"/>
                  </a:cubicBezTo>
                  <a:lnTo>
                    <a:pt x="155" y="180"/>
                  </a:lnTo>
                  <a:cubicBezTo>
                    <a:pt x="155" y="180"/>
                    <a:pt x="155" y="174"/>
                    <a:pt x="161" y="174"/>
                  </a:cubicBezTo>
                  <a:lnTo>
                    <a:pt x="180" y="155"/>
                  </a:lnTo>
                  <a:lnTo>
                    <a:pt x="186" y="149"/>
                  </a:lnTo>
                  <a:cubicBezTo>
                    <a:pt x="198" y="143"/>
                    <a:pt x="210" y="137"/>
                    <a:pt x="223" y="124"/>
                  </a:cubicBezTo>
                  <a:lnTo>
                    <a:pt x="229" y="124"/>
                  </a:lnTo>
                  <a:cubicBezTo>
                    <a:pt x="241" y="124"/>
                    <a:pt x="254" y="118"/>
                    <a:pt x="260" y="112"/>
                  </a:cubicBezTo>
                  <a:lnTo>
                    <a:pt x="272" y="112"/>
                  </a:lnTo>
                  <a:lnTo>
                    <a:pt x="272" y="112"/>
                  </a:lnTo>
                  <a:lnTo>
                    <a:pt x="278" y="112"/>
                  </a:lnTo>
                  <a:lnTo>
                    <a:pt x="285" y="112"/>
                  </a:lnTo>
                  <a:lnTo>
                    <a:pt x="291" y="112"/>
                  </a:lnTo>
                  <a:lnTo>
                    <a:pt x="315" y="112"/>
                  </a:lnTo>
                  <a:cubicBezTo>
                    <a:pt x="315" y="112"/>
                    <a:pt x="322" y="112"/>
                    <a:pt x="315" y="112"/>
                  </a:cubicBezTo>
                  <a:lnTo>
                    <a:pt x="334" y="112"/>
                  </a:lnTo>
                  <a:cubicBezTo>
                    <a:pt x="377" y="112"/>
                    <a:pt x="402" y="56"/>
                    <a:pt x="371" y="44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3">
              <a:extLst>
                <a:ext uri="{FF2B5EF4-FFF2-40B4-BE49-F238E27FC236}">
                  <a16:creationId xmlns:a16="http://schemas.microsoft.com/office/drawing/2014/main" id="{EC8BB840-2EF2-F7A0-4821-3A544FECC992}"/>
                </a:ext>
              </a:extLst>
            </p:cNvPr>
            <p:cNvSpPr/>
            <p:nvPr/>
          </p:nvSpPr>
          <p:spPr>
            <a:xfrm flipH="1">
              <a:off x="5879083" y="2155848"/>
              <a:ext cx="38947" cy="22274"/>
            </a:xfrm>
            <a:custGeom>
              <a:avLst/>
              <a:gdLst/>
              <a:ahLst/>
              <a:cxnLst/>
              <a:rect l="l" t="t" r="r" b="b"/>
              <a:pathLst>
                <a:path w="563" h="322" extrusionOk="0">
                  <a:moveTo>
                    <a:pt x="470" y="37"/>
                  </a:moveTo>
                  <a:cubicBezTo>
                    <a:pt x="464" y="50"/>
                    <a:pt x="446" y="68"/>
                    <a:pt x="439" y="74"/>
                  </a:cubicBezTo>
                  <a:lnTo>
                    <a:pt x="415" y="99"/>
                  </a:lnTo>
                  <a:lnTo>
                    <a:pt x="409" y="105"/>
                  </a:lnTo>
                  <a:lnTo>
                    <a:pt x="409" y="105"/>
                  </a:lnTo>
                  <a:cubicBezTo>
                    <a:pt x="409" y="105"/>
                    <a:pt x="402" y="105"/>
                    <a:pt x="402" y="112"/>
                  </a:cubicBezTo>
                  <a:cubicBezTo>
                    <a:pt x="396" y="124"/>
                    <a:pt x="384" y="124"/>
                    <a:pt x="378" y="130"/>
                  </a:cubicBezTo>
                  <a:cubicBezTo>
                    <a:pt x="371" y="130"/>
                    <a:pt x="371" y="136"/>
                    <a:pt x="365" y="136"/>
                  </a:cubicBezTo>
                  <a:lnTo>
                    <a:pt x="353" y="136"/>
                  </a:lnTo>
                  <a:lnTo>
                    <a:pt x="347" y="136"/>
                  </a:lnTo>
                  <a:cubicBezTo>
                    <a:pt x="341" y="136"/>
                    <a:pt x="341" y="136"/>
                    <a:pt x="334" y="142"/>
                  </a:cubicBezTo>
                  <a:cubicBezTo>
                    <a:pt x="322" y="142"/>
                    <a:pt x="322" y="142"/>
                    <a:pt x="316" y="155"/>
                  </a:cubicBezTo>
                  <a:lnTo>
                    <a:pt x="291" y="155"/>
                  </a:lnTo>
                  <a:lnTo>
                    <a:pt x="273" y="155"/>
                  </a:lnTo>
                  <a:lnTo>
                    <a:pt x="279" y="155"/>
                  </a:lnTo>
                  <a:lnTo>
                    <a:pt x="260" y="155"/>
                  </a:lnTo>
                  <a:lnTo>
                    <a:pt x="229" y="155"/>
                  </a:lnTo>
                  <a:lnTo>
                    <a:pt x="217" y="155"/>
                  </a:lnTo>
                  <a:lnTo>
                    <a:pt x="211" y="155"/>
                  </a:lnTo>
                  <a:lnTo>
                    <a:pt x="211" y="155"/>
                  </a:lnTo>
                  <a:lnTo>
                    <a:pt x="192" y="155"/>
                  </a:lnTo>
                  <a:cubicBezTo>
                    <a:pt x="186" y="155"/>
                    <a:pt x="168" y="155"/>
                    <a:pt x="161" y="142"/>
                  </a:cubicBezTo>
                  <a:lnTo>
                    <a:pt x="161" y="142"/>
                  </a:lnTo>
                  <a:cubicBezTo>
                    <a:pt x="155" y="142"/>
                    <a:pt x="137" y="136"/>
                    <a:pt x="130" y="136"/>
                  </a:cubicBezTo>
                  <a:cubicBezTo>
                    <a:pt x="118" y="130"/>
                    <a:pt x="100" y="130"/>
                    <a:pt x="93" y="136"/>
                  </a:cubicBezTo>
                  <a:lnTo>
                    <a:pt x="87" y="130"/>
                  </a:lnTo>
                  <a:cubicBezTo>
                    <a:pt x="63" y="112"/>
                    <a:pt x="32" y="124"/>
                    <a:pt x="13" y="142"/>
                  </a:cubicBezTo>
                  <a:cubicBezTo>
                    <a:pt x="1" y="167"/>
                    <a:pt x="1" y="192"/>
                    <a:pt x="25" y="217"/>
                  </a:cubicBezTo>
                  <a:lnTo>
                    <a:pt x="38" y="229"/>
                  </a:lnTo>
                  <a:cubicBezTo>
                    <a:pt x="63" y="291"/>
                    <a:pt x="149" y="322"/>
                    <a:pt x="211" y="322"/>
                  </a:cubicBezTo>
                  <a:cubicBezTo>
                    <a:pt x="242" y="322"/>
                    <a:pt x="260" y="322"/>
                    <a:pt x="291" y="315"/>
                  </a:cubicBezTo>
                  <a:cubicBezTo>
                    <a:pt x="297" y="315"/>
                    <a:pt x="316" y="315"/>
                    <a:pt x="322" y="303"/>
                  </a:cubicBezTo>
                  <a:cubicBezTo>
                    <a:pt x="334" y="303"/>
                    <a:pt x="347" y="297"/>
                    <a:pt x="353" y="291"/>
                  </a:cubicBezTo>
                  <a:cubicBezTo>
                    <a:pt x="365" y="291"/>
                    <a:pt x="378" y="266"/>
                    <a:pt x="378" y="272"/>
                  </a:cubicBezTo>
                  <a:lnTo>
                    <a:pt x="378" y="272"/>
                  </a:lnTo>
                  <a:lnTo>
                    <a:pt x="384" y="272"/>
                  </a:lnTo>
                  <a:cubicBezTo>
                    <a:pt x="390" y="272"/>
                    <a:pt x="390" y="266"/>
                    <a:pt x="402" y="266"/>
                  </a:cubicBezTo>
                  <a:cubicBezTo>
                    <a:pt x="409" y="260"/>
                    <a:pt x="415" y="260"/>
                    <a:pt x="433" y="254"/>
                  </a:cubicBezTo>
                  <a:cubicBezTo>
                    <a:pt x="458" y="235"/>
                    <a:pt x="476" y="223"/>
                    <a:pt x="495" y="198"/>
                  </a:cubicBezTo>
                  <a:cubicBezTo>
                    <a:pt x="532" y="161"/>
                    <a:pt x="557" y="112"/>
                    <a:pt x="563" y="68"/>
                  </a:cubicBezTo>
                  <a:cubicBezTo>
                    <a:pt x="538" y="19"/>
                    <a:pt x="495" y="0"/>
                    <a:pt x="470" y="37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3">
              <a:extLst>
                <a:ext uri="{FF2B5EF4-FFF2-40B4-BE49-F238E27FC236}">
                  <a16:creationId xmlns:a16="http://schemas.microsoft.com/office/drawing/2014/main" id="{4E0771A9-293C-4AD9-612D-6C0A45FCF933}"/>
                </a:ext>
              </a:extLst>
            </p:cNvPr>
            <p:cNvSpPr/>
            <p:nvPr/>
          </p:nvSpPr>
          <p:spPr>
            <a:xfrm flipH="1">
              <a:off x="5747027" y="2052015"/>
              <a:ext cx="12867" cy="10307"/>
            </a:xfrm>
            <a:custGeom>
              <a:avLst/>
              <a:gdLst/>
              <a:ahLst/>
              <a:cxnLst/>
              <a:rect l="l" t="t" r="r" b="b"/>
              <a:pathLst>
                <a:path w="186" h="149" extrusionOk="0">
                  <a:moveTo>
                    <a:pt x="93" y="0"/>
                  </a:moveTo>
                  <a:cubicBezTo>
                    <a:pt x="1" y="0"/>
                    <a:pt x="1" y="148"/>
                    <a:pt x="93" y="148"/>
                  </a:cubicBezTo>
                  <a:cubicBezTo>
                    <a:pt x="186" y="148"/>
                    <a:pt x="186" y="0"/>
                    <a:pt x="93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3">
              <a:extLst>
                <a:ext uri="{FF2B5EF4-FFF2-40B4-BE49-F238E27FC236}">
                  <a16:creationId xmlns:a16="http://schemas.microsoft.com/office/drawing/2014/main" id="{89CD9C3F-C5ED-5407-4475-2770E856C9A0}"/>
                </a:ext>
              </a:extLst>
            </p:cNvPr>
            <p:cNvSpPr/>
            <p:nvPr/>
          </p:nvSpPr>
          <p:spPr>
            <a:xfrm flipH="1">
              <a:off x="6330802" y="1189947"/>
              <a:ext cx="15012" cy="11621"/>
            </a:xfrm>
            <a:custGeom>
              <a:avLst/>
              <a:gdLst/>
              <a:ahLst/>
              <a:cxnLst/>
              <a:rect l="l" t="t" r="r" b="b"/>
              <a:pathLst>
                <a:path w="217" h="168" extrusionOk="0">
                  <a:moveTo>
                    <a:pt x="105" y="1"/>
                  </a:moveTo>
                  <a:cubicBezTo>
                    <a:pt x="0" y="1"/>
                    <a:pt x="0" y="168"/>
                    <a:pt x="105" y="168"/>
                  </a:cubicBezTo>
                  <a:cubicBezTo>
                    <a:pt x="217" y="168"/>
                    <a:pt x="217" y="1"/>
                    <a:pt x="105" y="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3">
              <a:extLst>
                <a:ext uri="{FF2B5EF4-FFF2-40B4-BE49-F238E27FC236}">
                  <a16:creationId xmlns:a16="http://schemas.microsoft.com/office/drawing/2014/main" id="{31671687-AD91-25C3-3CED-E7290ADFF25A}"/>
                </a:ext>
              </a:extLst>
            </p:cNvPr>
            <p:cNvSpPr/>
            <p:nvPr/>
          </p:nvSpPr>
          <p:spPr>
            <a:xfrm flipH="1">
              <a:off x="6538951" y="2496054"/>
              <a:ext cx="42752" cy="41920"/>
            </a:xfrm>
            <a:custGeom>
              <a:avLst/>
              <a:gdLst/>
              <a:ahLst/>
              <a:cxnLst/>
              <a:rect l="l" t="t" r="r" b="b"/>
              <a:pathLst>
                <a:path w="618" h="606" extrusionOk="0">
                  <a:moveTo>
                    <a:pt x="538" y="6"/>
                  </a:moveTo>
                  <a:cubicBezTo>
                    <a:pt x="513" y="6"/>
                    <a:pt x="494" y="12"/>
                    <a:pt x="482" y="25"/>
                  </a:cubicBezTo>
                  <a:cubicBezTo>
                    <a:pt x="464" y="31"/>
                    <a:pt x="451" y="43"/>
                    <a:pt x="445" y="56"/>
                  </a:cubicBezTo>
                  <a:cubicBezTo>
                    <a:pt x="420" y="68"/>
                    <a:pt x="402" y="93"/>
                    <a:pt x="383" y="105"/>
                  </a:cubicBezTo>
                  <a:cubicBezTo>
                    <a:pt x="340" y="142"/>
                    <a:pt x="297" y="185"/>
                    <a:pt x="260" y="223"/>
                  </a:cubicBezTo>
                  <a:lnTo>
                    <a:pt x="142" y="340"/>
                  </a:lnTo>
                  <a:cubicBezTo>
                    <a:pt x="105" y="383"/>
                    <a:pt x="62" y="426"/>
                    <a:pt x="31" y="470"/>
                  </a:cubicBezTo>
                  <a:cubicBezTo>
                    <a:pt x="13" y="501"/>
                    <a:pt x="0" y="544"/>
                    <a:pt x="31" y="575"/>
                  </a:cubicBezTo>
                  <a:cubicBezTo>
                    <a:pt x="62" y="606"/>
                    <a:pt x="111" y="599"/>
                    <a:pt x="142" y="575"/>
                  </a:cubicBezTo>
                  <a:cubicBezTo>
                    <a:pt x="185" y="538"/>
                    <a:pt x="229" y="507"/>
                    <a:pt x="272" y="470"/>
                  </a:cubicBezTo>
                  <a:cubicBezTo>
                    <a:pt x="321" y="433"/>
                    <a:pt x="358" y="389"/>
                    <a:pt x="396" y="352"/>
                  </a:cubicBezTo>
                  <a:cubicBezTo>
                    <a:pt x="433" y="315"/>
                    <a:pt x="476" y="278"/>
                    <a:pt x="513" y="229"/>
                  </a:cubicBezTo>
                  <a:cubicBezTo>
                    <a:pt x="525" y="204"/>
                    <a:pt x="550" y="192"/>
                    <a:pt x="569" y="167"/>
                  </a:cubicBezTo>
                  <a:lnTo>
                    <a:pt x="606" y="130"/>
                  </a:lnTo>
                  <a:cubicBezTo>
                    <a:pt x="612" y="111"/>
                    <a:pt x="618" y="93"/>
                    <a:pt x="618" y="68"/>
                  </a:cubicBezTo>
                  <a:cubicBezTo>
                    <a:pt x="606" y="37"/>
                    <a:pt x="569" y="0"/>
                    <a:pt x="538" y="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3">
              <a:extLst>
                <a:ext uri="{FF2B5EF4-FFF2-40B4-BE49-F238E27FC236}">
                  <a16:creationId xmlns:a16="http://schemas.microsoft.com/office/drawing/2014/main" id="{7E8AF626-8723-9A56-A550-02407BB231B5}"/>
                </a:ext>
              </a:extLst>
            </p:cNvPr>
            <p:cNvSpPr/>
            <p:nvPr/>
          </p:nvSpPr>
          <p:spPr>
            <a:xfrm flipH="1">
              <a:off x="6979944" y="4585437"/>
              <a:ext cx="162913" cy="39430"/>
            </a:xfrm>
            <a:custGeom>
              <a:avLst/>
              <a:gdLst/>
              <a:ahLst/>
              <a:cxnLst/>
              <a:rect l="l" t="t" r="r" b="b"/>
              <a:pathLst>
                <a:path w="2355" h="570" extrusionOk="0">
                  <a:moveTo>
                    <a:pt x="0" y="1"/>
                  </a:moveTo>
                  <a:lnTo>
                    <a:pt x="111" y="254"/>
                  </a:lnTo>
                  <a:cubicBezTo>
                    <a:pt x="111" y="254"/>
                    <a:pt x="501" y="409"/>
                    <a:pt x="649" y="439"/>
                  </a:cubicBezTo>
                  <a:cubicBezTo>
                    <a:pt x="803" y="476"/>
                    <a:pt x="1100" y="507"/>
                    <a:pt x="1100" y="507"/>
                  </a:cubicBezTo>
                  <a:cubicBezTo>
                    <a:pt x="1100" y="507"/>
                    <a:pt x="1532" y="569"/>
                    <a:pt x="1675" y="544"/>
                  </a:cubicBezTo>
                  <a:cubicBezTo>
                    <a:pt x="1810" y="526"/>
                    <a:pt x="2299" y="334"/>
                    <a:pt x="2299" y="334"/>
                  </a:cubicBezTo>
                  <a:lnTo>
                    <a:pt x="2354" y="44"/>
                  </a:lnTo>
                  <a:lnTo>
                    <a:pt x="1495" y="10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3">
              <a:extLst>
                <a:ext uri="{FF2B5EF4-FFF2-40B4-BE49-F238E27FC236}">
                  <a16:creationId xmlns:a16="http://schemas.microsoft.com/office/drawing/2014/main" id="{CB78955C-0C0A-DCE0-2447-1DA6B8912FCF}"/>
                </a:ext>
              </a:extLst>
            </p:cNvPr>
            <p:cNvSpPr/>
            <p:nvPr/>
          </p:nvSpPr>
          <p:spPr>
            <a:xfrm flipH="1">
              <a:off x="6980844" y="4574784"/>
              <a:ext cx="162014" cy="36386"/>
            </a:xfrm>
            <a:custGeom>
              <a:avLst/>
              <a:gdLst/>
              <a:ahLst/>
              <a:cxnLst/>
              <a:rect l="l" t="t" r="r" b="b"/>
              <a:pathLst>
                <a:path w="2342" h="526" extrusionOk="0">
                  <a:moveTo>
                    <a:pt x="0" y="155"/>
                  </a:moveTo>
                  <a:cubicBezTo>
                    <a:pt x="136" y="136"/>
                    <a:pt x="847" y="44"/>
                    <a:pt x="847" y="44"/>
                  </a:cubicBezTo>
                  <a:cubicBezTo>
                    <a:pt x="847" y="44"/>
                    <a:pt x="1032" y="0"/>
                    <a:pt x="1434" y="13"/>
                  </a:cubicBezTo>
                  <a:cubicBezTo>
                    <a:pt x="1835" y="31"/>
                    <a:pt x="2342" y="198"/>
                    <a:pt x="2342" y="198"/>
                  </a:cubicBezTo>
                  <a:lnTo>
                    <a:pt x="1681" y="495"/>
                  </a:lnTo>
                  <a:cubicBezTo>
                    <a:pt x="1681" y="495"/>
                    <a:pt x="1217" y="525"/>
                    <a:pt x="847" y="464"/>
                  </a:cubicBezTo>
                  <a:cubicBezTo>
                    <a:pt x="476" y="402"/>
                    <a:pt x="0" y="155"/>
                    <a:pt x="0" y="1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3">
              <a:extLst>
                <a:ext uri="{FF2B5EF4-FFF2-40B4-BE49-F238E27FC236}">
                  <a16:creationId xmlns:a16="http://schemas.microsoft.com/office/drawing/2014/main" id="{BD98672C-48D5-25A9-94FA-3F3736B732B2}"/>
                </a:ext>
              </a:extLst>
            </p:cNvPr>
            <p:cNvSpPr/>
            <p:nvPr/>
          </p:nvSpPr>
          <p:spPr>
            <a:xfrm flipH="1">
              <a:off x="6074772" y="4433735"/>
              <a:ext cx="82944" cy="17570"/>
            </a:xfrm>
            <a:custGeom>
              <a:avLst/>
              <a:gdLst/>
              <a:ahLst/>
              <a:cxnLst/>
              <a:rect l="l" t="t" r="r" b="b"/>
              <a:pathLst>
                <a:path w="1199" h="254" extrusionOk="0">
                  <a:moveTo>
                    <a:pt x="0" y="38"/>
                  </a:moveTo>
                  <a:lnTo>
                    <a:pt x="44" y="217"/>
                  </a:lnTo>
                  <a:cubicBezTo>
                    <a:pt x="44" y="217"/>
                    <a:pt x="359" y="254"/>
                    <a:pt x="513" y="223"/>
                  </a:cubicBezTo>
                  <a:cubicBezTo>
                    <a:pt x="668" y="192"/>
                    <a:pt x="1100" y="136"/>
                    <a:pt x="1100" y="136"/>
                  </a:cubicBezTo>
                  <a:lnTo>
                    <a:pt x="1199" y="112"/>
                  </a:lnTo>
                  <a:lnTo>
                    <a:pt x="1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3">
              <a:extLst>
                <a:ext uri="{FF2B5EF4-FFF2-40B4-BE49-F238E27FC236}">
                  <a16:creationId xmlns:a16="http://schemas.microsoft.com/office/drawing/2014/main" id="{149D1961-4503-C1ED-9AC2-928F993DEBF7}"/>
                </a:ext>
              </a:extLst>
            </p:cNvPr>
            <p:cNvSpPr/>
            <p:nvPr/>
          </p:nvSpPr>
          <p:spPr>
            <a:xfrm flipH="1">
              <a:off x="6077332" y="4410630"/>
              <a:ext cx="84673" cy="30852"/>
            </a:xfrm>
            <a:custGeom>
              <a:avLst/>
              <a:gdLst/>
              <a:ahLst/>
              <a:cxnLst/>
              <a:rect l="l" t="t" r="r" b="b"/>
              <a:pathLst>
                <a:path w="1224" h="446" extrusionOk="0">
                  <a:moveTo>
                    <a:pt x="62" y="106"/>
                  </a:moveTo>
                  <a:cubicBezTo>
                    <a:pt x="75" y="149"/>
                    <a:pt x="1" y="403"/>
                    <a:pt x="118" y="427"/>
                  </a:cubicBezTo>
                  <a:cubicBezTo>
                    <a:pt x="235" y="446"/>
                    <a:pt x="507" y="433"/>
                    <a:pt x="507" y="433"/>
                  </a:cubicBezTo>
                  <a:lnTo>
                    <a:pt x="1224" y="335"/>
                  </a:lnTo>
                  <a:lnTo>
                    <a:pt x="804" y="186"/>
                  </a:lnTo>
                  <a:lnTo>
                    <a:pt x="6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3">
              <a:extLst>
                <a:ext uri="{FF2B5EF4-FFF2-40B4-BE49-F238E27FC236}">
                  <a16:creationId xmlns:a16="http://schemas.microsoft.com/office/drawing/2014/main" id="{3FA4D1DC-D791-7619-EC13-C2B8BA6D8BD1}"/>
                </a:ext>
              </a:extLst>
            </p:cNvPr>
            <p:cNvSpPr/>
            <p:nvPr/>
          </p:nvSpPr>
          <p:spPr>
            <a:xfrm flipH="1">
              <a:off x="5981599" y="4400392"/>
              <a:ext cx="132129" cy="44549"/>
            </a:xfrm>
            <a:custGeom>
              <a:avLst/>
              <a:gdLst/>
              <a:ahLst/>
              <a:cxnLst/>
              <a:rect l="l" t="t" r="r" b="b"/>
              <a:pathLst>
                <a:path w="1910" h="644" extrusionOk="0">
                  <a:moveTo>
                    <a:pt x="13" y="1"/>
                  </a:moveTo>
                  <a:lnTo>
                    <a:pt x="0" y="118"/>
                  </a:lnTo>
                  <a:lnTo>
                    <a:pt x="1069" y="643"/>
                  </a:lnTo>
                  <a:lnTo>
                    <a:pt x="1903" y="495"/>
                  </a:lnTo>
                  <a:lnTo>
                    <a:pt x="1909" y="223"/>
                  </a:lnTo>
                  <a:lnTo>
                    <a:pt x="847" y="16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3">
              <a:extLst>
                <a:ext uri="{FF2B5EF4-FFF2-40B4-BE49-F238E27FC236}">
                  <a16:creationId xmlns:a16="http://schemas.microsoft.com/office/drawing/2014/main" id="{BF494704-22B7-5AC2-1847-F81F5BB49051}"/>
                </a:ext>
              </a:extLst>
            </p:cNvPr>
            <p:cNvSpPr/>
            <p:nvPr/>
          </p:nvSpPr>
          <p:spPr>
            <a:xfrm flipH="1">
              <a:off x="5981599" y="4395273"/>
              <a:ext cx="131299" cy="32996"/>
            </a:xfrm>
            <a:custGeom>
              <a:avLst/>
              <a:gdLst/>
              <a:ahLst/>
              <a:cxnLst/>
              <a:rect l="l" t="t" r="r" b="b"/>
              <a:pathLst>
                <a:path w="1898" h="477" extrusionOk="0">
                  <a:moveTo>
                    <a:pt x="1" y="75"/>
                  </a:moveTo>
                  <a:lnTo>
                    <a:pt x="414" y="1"/>
                  </a:lnTo>
                  <a:lnTo>
                    <a:pt x="1897" y="297"/>
                  </a:lnTo>
                  <a:lnTo>
                    <a:pt x="1038" y="4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3">
              <a:extLst>
                <a:ext uri="{FF2B5EF4-FFF2-40B4-BE49-F238E27FC236}">
                  <a16:creationId xmlns:a16="http://schemas.microsoft.com/office/drawing/2014/main" id="{99DD0560-AEC1-1936-553C-B6B64F4D14FA}"/>
                </a:ext>
              </a:extLst>
            </p:cNvPr>
            <p:cNvSpPr/>
            <p:nvPr/>
          </p:nvSpPr>
          <p:spPr>
            <a:xfrm flipH="1">
              <a:off x="6953027" y="4442728"/>
              <a:ext cx="170592" cy="28708"/>
            </a:xfrm>
            <a:custGeom>
              <a:avLst/>
              <a:gdLst/>
              <a:ahLst/>
              <a:cxnLst/>
              <a:rect l="l" t="t" r="r" b="b"/>
              <a:pathLst>
                <a:path w="2466" h="415" extrusionOk="0">
                  <a:moveTo>
                    <a:pt x="1" y="74"/>
                  </a:moveTo>
                  <a:lnTo>
                    <a:pt x="1" y="278"/>
                  </a:lnTo>
                  <a:lnTo>
                    <a:pt x="1360" y="414"/>
                  </a:lnTo>
                  <a:lnTo>
                    <a:pt x="2435" y="254"/>
                  </a:lnTo>
                  <a:lnTo>
                    <a:pt x="2466" y="0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3">
              <a:extLst>
                <a:ext uri="{FF2B5EF4-FFF2-40B4-BE49-F238E27FC236}">
                  <a16:creationId xmlns:a16="http://schemas.microsoft.com/office/drawing/2014/main" id="{C3FF18D5-FD44-9CEB-3ECB-3D17026F9B21}"/>
                </a:ext>
              </a:extLst>
            </p:cNvPr>
            <p:cNvSpPr/>
            <p:nvPr/>
          </p:nvSpPr>
          <p:spPr>
            <a:xfrm flipH="1">
              <a:off x="6953442" y="4429861"/>
              <a:ext cx="170177" cy="27878"/>
            </a:xfrm>
            <a:custGeom>
              <a:avLst/>
              <a:gdLst/>
              <a:ahLst/>
              <a:cxnLst/>
              <a:rect l="l" t="t" r="r" b="b"/>
              <a:pathLst>
                <a:path w="2460" h="403" extrusionOk="0">
                  <a:moveTo>
                    <a:pt x="390" y="32"/>
                  </a:moveTo>
                  <a:cubicBezTo>
                    <a:pt x="464" y="32"/>
                    <a:pt x="1113" y="44"/>
                    <a:pt x="1471" y="32"/>
                  </a:cubicBezTo>
                  <a:cubicBezTo>
                    <a:pt x="1823" y="13"/>
                    <a:pt x="2027" y="1"/>
                    <a:pt x="2194" y="32"/>
                  </a:cubicBezTo>
                  <a:cubicBezTo>
                    <a:pt x="2367" y="63"/>
                    <a:pt x="2460" y="186"/>
                    <a:pt x="2460" y="186"/>
                  </a:cubicBezTo>
                  <a:lnTo>
                    <a:pt x="1348" y="403"/>
                  </a:lnTo>
                  <a:lnTo>
                    <a:pt x="557" y="341"/>
                  </a:lnTo>
                  <a:lnTo>
                    <a:pt x="1" y="260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3">
              <a:extLst>
                <a:ext uri="{FF2B5EF4-FFF2-40B4-BE49-F238E27FC236}">
                  <a16:creationId xmlns:a16="http://schemas.microsoft.com/office/drawing/2014/main" id="{6BC21E42-24C0-CAF4-1015-84F317770300}"/>
                </a:ext>
              </a:extLst>
            </p:cNvPr>
            <p:cNvSpPr/>
            <p:nvPr/>
          </p:nvSpPr>
          <p:spPr>
            <a:xfrm flipH="1">
              <a:off x="7401773" y="4810259"/>
              <a:ext cx="77410" cy="31682"/>
            </a:xfrm>
            <a:custGeom>
              <a:avLst/>
              <a:gdLst/>
              <a:ahLst/>
              <a:cxnLst/>
              <a:rect l="l" t="t" r="r" b="b"/>
              <a:pathLst>
                <a:path w="1119" h="458" extrusionOk="0">
                  <a:moveTo>
                    <a:pt x="1" y="136"/>
                  </a:moveTo>
                  <a:lnTo>
                    <a:pt x="25" y="291"/>
                  </a:lnTo>
                  <a:cubicBezTo>
                    <a:pt x="25" y="291"/>
                    <a:pt x="273" y="458"/>
                    <a:pt x="464" y="458"/>
                  </a:cubicBezTo>
                  <a:cubicBezTo>
                    <a:pt x="656" y="458"/>
                    <a:pt x="1063" y="316"/>
                    <a:pt x="1063" y="316"/>
                  </a:cubicBezTo>
                  <a:lnTo>
                    <a:pt x="1119" y="99"/>
                  </a:lnTo>
                  <a:lnTo>
                    <a:pt x="1113" y="0"/>
                  </a:lnTo>
                  <a:lnTo>
                    <a:pt x="649" y="13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3">
              <a:extLst>
                <a:ext uri="{FF2B5EF4-FFF2-40B4-BE49-F238E27FC236}">
                  <a16:creationId xmlns:a16="http://schemas.microsoft.com/office/drawing/2014/main" id="{70C568FC-0DD1-7A80-267D-168AC15D5C1C}"/>
                </a:ext>
              </a:extLst>
            </p:cNvPr>
            <p:cNvSpPr/>
            <p:nvPr/>
          </p:nvSpPr>
          <p:spPr>
            <a:xfrm flipH="1">
              <a:off x="7402188" y="4810259"/>
              <a:ext cx="76995" cy="21444"/>
            </a:xfrm>
            <a:custGeom>
              <a:avLst/>
              <a:gdLst/>
              <a:ahLst/>
              <a:cxnLst/>
              <a:rect l="l" t="t" r="r" b="b"/>
              <a:pathLst>
                <a:path w="1113" h="310" extrusionOk="0">
                  <a:moveTo>
                    <a:pt x="1" y="136"/>
                  </a:moveTo>
                  <a:cubicBezTo>
                    <a:pt x="106" y="105"/>
                    <a:pt x="507" y="31"/>
                    <a:pt x="507" y="31"/>
                  </a:cubicBezTo>
                  <a:lnTo>
                    <a:pt x="1113" y="0"/>
                  </a:lnTo>
                  <a:lnTo>
                    <a:pt x="1032" y="198"/>
                  </a:lnTo>
                  <a:cubicBezTo>
                    <a:pt x="1032" y="198"/>
                    <a:pt x="711" y="309"/>
                    <a:pt x="476" y="309"/>
                  </a:cubicBezTo>
                  <a:cubicBezTo>
                    <a:pt x="248" y="309"/>
                    <a:pt x="1" y="136"/>
                    <a:pt x="1" y="13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3">
              <a:extLst>
                <a:ext uri="{FF2B5EF4-FFF2-40B4-BE49-F238E27FC236}">
                  <a16:creationId xmlns:a16="http://schemas.microsoft.com/office/drawing/2014/main" id="{F9B57AB8-B578-1877-64F6-339494B7C19A}"/>
                </a:ext>
              </a:extLst>
            </p:cNvPr>
            <p:cNvSpPr/>
            <p:nvPr/>
          </p:nvSpPr>
          <p:spPr>
            <a:xfrm flipH="1">
              <a:off x="7028219" y="4728631"/>
              <a:ext cx="267579" cy="51328"/>
            </a:xfrm>
            <a:custGeom>
              <a:avLst/>
              <a:gdLst/>
              <a:ahLst/>
              <a:cxnLst/>
              <a:rect l="l" t="t" r="r" b="b"/>
              <a:pathLst>
                <a:path w="3868" h="742" extrusionOk="0">
                  <a:moveTo>
                    <a:pt x="3868" y="0"/>
                  </a:moveTo>
                  <a:lnTo>
                    <a:pt x="3849" y="136"/>
                  </a:lnTo>
                  <a:lnTo>
                    <a:pt x="3491" y="470"/>
                  </a:lnTo>
                  <a:lnTo>
                    <a:pt x="1779" y="742"/>
                  </a:lnTo>
                  <a:lnTo>
                    <a:pt x="12" y="569"/>
                  </a:lnTo>
                  <a:lnTo>
                    <a:pt x="0" y="297"/>
                  </a:lnTo>
                  <a:lnTo>
                    <a:pt x="1464" y="19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3">
              <a:extLst>
                <a:ext uri="{FF2B5EF4-FFF2-40B4-BE49-F238E27FC236}">
                  <a16:creationId xmlns:a16="http://schemas.microsoft.com/office/drawing/2014/main" id="{8433D782-0B5E-EC1F-EA5C-BB265F4BCAEF}"/>
                </a:ext>
              </a:extLst>
            </p:cNvPr>
            <p:cNvSpPr/>
            <p:nvPr/>
          </p:nvSpPr>
          <p:spPr>
            <a:xfrm flipH="1">
              <a:off x="7274352" y="4708086"/>
              <a:ext cx="34312" cy="39845"/>
            </a:xfrm>
            <a:custGeom>
              <a:avLst/>
              <a:gdLst/>
              <a:ahLst/>
              <a:cxnLst/>
              <a:rect l="l" t="t" r="r" b="b"/>
              <a:pathLst>
                <a:path w="496" h="576" extrusionOk="0">
                  <a:moveTo>
                    <a:pt x="1" y="1"/>
                  </a:moveTo>
                  <a:lnTo>
                    <a:pt x="1" y="124"/>
                  </a:lnTo>
                  <a:lnTo>
                    <a:pt x="390" y="575"/>
                  </a:lnTo>
                  <a:lnTo>
                    <a:pt x="495" y="2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3">
              <a:extLst>
                <a:ext uri="{FF2B5EF4-FFF2-40B4-BE49-F238E27FC236}">
                  <a16:creationId xmlns:a16="http://schemas.microsoft.com/office/drawing/2014/main" id="{63CF1F28-D9DD-CF65-68CE-8207560449BB}"/>
                </a:ext>
              </a:extLst>
            </p:cNvPr>
            <p:cNvSpPr/>
            <p:nvPr/>
          </p:nvSpPr>
          <p:spPr>
            <a:xfrm flipH="1">
              <a:off x="7027388" y="4698678"/>
              <a:ext cx="280861" cy="62949"/>
            </a:xfrm>
            <a:custGeom>
              <a:avLst/>
              <a:gdLst/>
              <a:ahLst/>
              <a:cxnLst/>
              <a:rect l="l" t="t" r="r" b="b"/>
              <a:pathLst>
                <a:path w="4060" h="910" extrusionOk="0">
                  <a:moveTo>
                    <a:pt x="2843" y="230"/>
                  </a:moveTo>
                  <a:cubicBezTo>
                    <a:pt x="2392" y="106"/>
                    <a:pt x="1916" y="32"/>
                    <a:pt x="1589" y="32"/>
                  </a:cubicBezTo>
                  <a:cubicBezTo>
                    <a:pt x="1267" y="32"/>
                    <a:pt x="1033" y="1"/>
                    <a:pt x="711" y="44"/>
                  </a:cubicBezTo>
                  <a:cubicBezTo>
                    <a:pt x="384" y="94"/>
                    <a:pt x="1" y="137"/>
                    <a:pt x="1" y="137"/>
                  </a:cubicBezTo>
                  <a:lnTo>
                    <a:pt x="372" y="464"/>
                  </a:lnTo>
                  <a:lnTo>
                    <a:pt x="186" y="724"/>
                  </a:lnTo>
                  <a:lnTo>
                    <a:pt x="1996" y="909"/>
                  </a:lnTo>
                  <a:lnTo>
                    <a:pt x="3646" y="693"/>
                  </a:lnTo>
                  <a:lnTo>
                    <a:pt x="4060" y="43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3">
              <a:extLst>
                <a:ext uri="{FF2B5EF4-FFF2-40B4-BE49-F238E27FC236}">
                  <a16:creationId xmlns:a16="http://schemas.microsoft.com/office/drawing/2014/main" id="{1EE3E61D-02F2-5550-2378-107C257C4442}"/>
                </a:ext>
              </a:extLst>
            </p:cNvPr>
            <p:cNvSpPr/>
            <p:nvPr/>
          </p:nvSpPr>
          <p:spPr>
            <a:xfrm flipH="1">
              <a:off x="5747776" y="4382476"/>
              <a:ext cx="192383" cy="36801"/>
            </a:xfrm>
            <a:custGeom>
              <a:avLst/>
              <a:gdLst/>
              <a:ahLst/>
              <a:cxnLst/>
              <a:rect l="l" t="t" r="r" b="b"/>
              <a:pathLst>
                <a:path w="2781" h="532" extrusionOk="0">
                  <a:moveTo>
                    <a:pt x="0" y="0"/>
                  </a:moveTo>
                  <a:lnTo>
                    <a:pt x="0" y="124"/>
                  </a:lnTo>
                  <a:lnTo>
                    <a:pt x="741" y="531"/>
                  </a:lnTo>
                  <a:cubicBezTo>
                    <a:pt x="741" y="531"/>
                    <a:pt x="1545" y="507"/>
                    <a:pt x="1792" y="451"/>
                  </a:cubicBezTo>
                  <a:cubicBezTo>
                    <a:pt x="2033" y="402"/>
                    <a:pt x="2762" y="408"/>
                    <a:pt x="2762" y="408"/>
                  </a:cubicBezTo>
                  <a:lnTo>
                    <a:pt x="2780" y="186"/>
                  </a:lnTo>
                  <a:lnTo>
                    <a:pt x="1730" y="9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3">
              <a:extLst>
                <a:ext uri="{FF2B5EF4-FFF2-40B4-BE49-F238E27FC236}">
                  <a16:creationId xmlns:a16="http://schemas.microsoft.com/office/drawing/2014/main" id="{498E909F-6A3A-7080-2640-F335322CE89D}"/>
                </a:ext>
              </a:extLst>
            </p:cNvPr>
            <p:cNvSpPr/>
            <p:nvPr/>
          </p:nvSpPr>
          <p:spPr>
            <a:xfrm flipH="1">
              <a:off x="5747776" y="4361516"/>
              <a:ext cx="192383" cy="41505"/>
            </a:xfrm>
            <a:custGeom>
              <a:avLst/>
              <a:gdLst/>
              <a:ahLst/>
              <a:cxnLst/>
              <a:rect l="l" t="t" r="r" b="b"/>
              <a:pathLst>
                <a:path w="2781" h="600" extrusionOk="0">
                  <a:moveTo>
                    <a:pt x="0" y="303"/>
                  </a:moveTo>
                  <a:cubicBezTo>
                    <a:pt x="161" y="241"/>
                    <a:pt x="840" y="0"/>
                    <a:pt x="1106" y="0"/>
                  </a:cubicBezTo>
                  <a:cubicBezTo>
                    <a:pt x="1365" y="0"/>
                    <a:pt x="1829" y="13"/>
                    <a:pt x="1829" y="13"/>
                  </a:cubicBezTo>
                  <a:lnTo>
                    <a:pt x="2465" y="31"/>
                  </a:lnTo>
                  <a:lnTo>
                    <a:pt x="2756" y="223"/>
                  </a:lnTo>
                  <a:lnTo>
                    <a:pt x="2780" y="470"/>
                  </a:lnTo>
                  <a:cubicBezTo>
                    <a:pt x="2780" y="470"/>
                    <a:pt x="2162" y="476"/>
                    <a:pt x="1748" y="538"/>
                  </a:cubicBezTo>
                  <a:cubicBezTo>
                    <a:pt x="1328" y="600"/>
                    <a:pt x="748" y="594"/>
                    <a:pt x="748" y="5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3">
              <a:extLst>
                <a:ext uri="{FF2B5EF4-FFF2-40B4-BE49-F238E27FC236}">
                  <a16:creationId xmlns:a16="http://schemas.microsoft.com/office/drawing/2014/main" id="{60BE8830-88E5-0DA7-1619-9A411C4D36E3}"/>
                </a:ext>
              </a:extLst>
            </p:cNvPr>
            <p:cNvSpPr/>
            <p:nvPr/>
          </p:nvSpPr>
          <p:spPr>
            <a:xfrm flipH="1">
              <a:off x="4997349" y="4961546"/>
              <a:ext cx="491990" cy="94078"/>
            </a:xfrm>
            <a:custGeom>
              <a:avLst/>
              <a:gdLst/>
              <a:ahLst/>
              <a:cxnLst/>
              <a:rect l="l" t="t" r="r" b="b"/>
              <a:pathLst>
                <a:path w="7112" h="1360" extrusionOk="0">
                  <a:moveTo>
                    <a:pt x="1" y="0"/>
                  </a:moveTo>
                  <a:lnTo>
                    <a:pt x="1" y="316"/>
                  </a:lnTo>
                  <a:lnTo>
                    <a:pt x="1904" y="1360"/>
                  </a:lnTo>
                  <a:cubicBezTo>
                    <a:pt x="1904" y="1360"/>
                    <a:pt x="3961" y="1286"/>
                    <a:pt x="4579" y="1156"/>
                  </a:cubicBezTo>
                  <a:cubicBezTo>
                    <a:pt x="5191" y="1020"/>
                    <a:pt x="7069" y="1038"/>
                    <a:pt x="7069" y="1038"/>
                  </a:cubicBezTo>
                  <a:lnTo>
                    <a:pt x="7112" y="464"/>
                  </a:lnTo>
                  <a:lnTo>
                    <a:pt x="4425" y="2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3">
              <a:extLst>
                <a:ext uri="{FF2B5EF4-FFF2-40B4-BE49-F238E27FC236}">
                  <a16:creationId xmlns:a16="http://schemas.microsoft.com/office/drawing/2014/main" id="{889CABAA-82C5-70EB-D010-BBEF0A441501}"/>
                </a:ext>
              </a:extLst>
            </p:cNvPr>
            <p:cNvSpPr/>
            <p:nvPr/>
          </p:nvSpPr>
          <p:spPr>
            <a:xfrm flipH="1">
              <a:off x="4997349" y="4908142"/>
              <a:ext cx="491990" cy="109020"/>
            </a:xfrm>
            <a:custGeom>
              <a:avLst/>
              <a:gdLst/>
              <a:ahLst/>
              <a:cxnLst/>
              <a:rect l="l" t="t" r="r" b="b"/>
              <a:pathLst>
                <a:path w="7112" h="1576" extrusionOk="0">
                  <a:moveTo>
                    <a:pt x="1" y="772"/>
                  </a:moveTo>
                  <a:cubicBezTo>
                    <a:pt x="409" y="606"/>
                    <a:pt x="2151" y="0"/>
                    <a:pt x="2831" y="0"/>
                  </a:cubicBezTo>
                  <a:cubicBezTo>
                    <a:pt x="3504" y="0"/>
                    <a:pt x="4672" y="43"/>
                    <a:pt x="4672" y="43"/>
                  </a:cubicBezTo>
                  <a:lnTo>
                    <a:pt x="6296" y="93"/>
                  </a:lnTo>
                  <a:lnTo>
                    <a:pt x="7044" y="593"/>
                  </a:lnTo>
                  <a:lnTo>
                    <a:pt x="7112" y="1223"/>
                  </a:lnTo>
                  <a:cubicBezTo>
                    <a:pt x="7112" y="1223"/>
                    <a:pt x="5537" y="1248"/>
                    <a:pt x="4474" y="1409"/>
                  </a:cubicBezTo>
                  <a:cubicBezTo>
                    <a:pt x="3405" y="1576"/>
                    <a:pt x="1935" y="1551"/>
                    <a:pt x="1935" y="15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3">
              <a:extLst>
                <a:ext uri="{FF2B5EF4-FFF2-40B4-BE49-F238E27FC236}">
                  <a16:creationId xmlns:a16="http://schemas.microsoft.com/office/drawing/2014/main" id="{42B2CCF3-DD67-344C-E026-5CDAAEC30336}"/>
                </a:ext>
              </a:extLst>
            </p:cNvPr>
            <p:cNvSpPr/>
            <p:nvPr/>
          </p:nvSpPr>
          <p:spPr>
            <a:xfrm flipH="1">
              <a:off x="6210288" y="4929933"/>
              <a:ext cx="404758" cy="78721"/>
            </a:xfrm>
            <a:custGeom>
              <a:avLst/>
              <a:gdLst/>
              <a:ahLst/>
              <a:cxnLst/>
              <a:rect l="l" t="t" r="r" b="b"/>
              <a:pathLst>
                <a:path w="5851" h="1138" extrusionOk="0">
                  <a:moveTo>
                    <a:pt x="0" y="44"/>
                  </a:moveTo>
                  <a:lnTo>
                    <a:pt x="0" y="365"/>
                  </a:lnTo>
                  <a:lnTo>
                    <a:pt x="1489" y="1137"/>
                  </a:lnTo>
                  <a:lnTo>
                    <a:pt x="4183" y="1106"/>
                  </a:lnTo>
                  <a:lnTo>
                    <a:pt x="5789" y="365"/>
                  </a:lnTo>
                  <a:lnTo>
                    <a:pt x="58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3">
              <a:extLst>
                <a:ext uri="{FF2B5EF4-FFF2-40B4-BE49-F238E27FC236}">
                  <a16:creationId xmlns:a16="http://schemas.microsoft.com/office/drawing/2014/main" id="{80798EEB-C711-0F21-FAC0-128E6A1F7281}"/>
                </a:ext>
              </a:extLst>
            </p:cNvPr>
            <p:cNvSpPr/>
            <p:nvPr/>
          </p:nvSpPr>
          <p:spPr>
            <a:xfrm flipH="1">
              <a:off x="6210288" y="4929933"/>
              <a:ext cx="404758" cy="51743"/>
            </a:xfrm>
            <a:custGeom>
              <a:avLst/>
              <a:gdLst/>
              <a:ahLst/>
              <a:cxnLst/>
              <a:rect l="l" t="t" r="r" b="b"/>
              <a:pathLst>
                <a:path w="5851" h="748" extrusionOk="0">
                  <a:moveTo>
                    <a:pt x="0" y="44"/>
                  </a:moveTo>
                  <a:lnTo>
                    <a:pt x="2181" y="0"/>
                  </a:lnTo>
                  <a:lnTo>
                    <a:pt x="5851" y="0"/>
                  </a:lnTo>
                  <a:lnTo>
                    <a:pt x="3997" y="655"/>
                  </a:lnTo>
                  <a:lnTo>
                    <a:pt x="1582" y="7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3">
              <a:extLst>
                <a:ext uri="{FF2B5EF4-FFF2-40B4-BE49-F238E27FC236}">
                  <a16:creationId xmlns:a16="http://schemas.microsoft.com/office/drawing/2014/main" id="{279724AF-D027-196C-124C-C048CCFC2730}"/>
                </a:ext>
              </a:extLst>
            </p:cNvPr>
            <p:cNvSpPr/>
            <p:nvPr/>
          </p:nvSpPr>
          <p:spPr>
            <a:xfrm flipH="1">
              <a:off x="7602806" y="5052595"/>
              <a:ext cx="944550" cy="130810"/>
            </a:xfrm>
            <a:custGeom>
              <a:avLst/>
              <a:gdLst/>
              <a:ahLst/>
              <a:cxnLst/>
              <a:rect l="l" t="t" r="r" b="b"/>
              <a:pathLst>
                <a:path w="13654" h="1891" extrusionOk="0">
                  <a:moveTo>
                    <a:pt x="0" y="1458"/>
                  </a:moveTo>
                  <a:lnTo>
                    <a:pt x="3744" y="340"/>
                  </a:lnTo>
                  <a:lnTo>
                    <a:pt x="6005" y="0"/>
                  </a:lnTo>
                  <a:lnTo>
                    <a:pt x="7828" y="31"/>
                  </a:lnTo>
                  <a:lnTo>
                    <a:pt x="6747" y="711"/>
                  </a:lnTo>
                  <a:lnTo>
                    <a:pt x="8056" y="124"/>
                  </a:lnTo>
                  <a:lnTo>
                    <a:pt x="9786" y="0"/>
                  </a:lnTo>
                  <a:lnTo>
                    <a:pt x="11368" y="62"/>
                  </a:lnTo>
                  <a:lnTo>
                    <a:pt x="13654" y="1458"/>
                  </a:lnTo>
                  <a:lnTo>
                    <a:pt x="6283" y="189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3">
              <a:extLst>
                <a:ext uri="{FF2B5EF4-FFF2-40B4-BE49-F238E27FC236}">
                  <a16:creationId xmlns:a16="http://schemas.microsoft.com/office/drawing/2014/main" id="{E89559FC-6701-F643-E1BA-C87EBA1591A0}"/>
                </a:ext>
              </a:extLst>
            </p:cNvPr>
            <p:cNvSpPr/>
            <p:nvPr/>
          </p:nvSpPr>
          <p:spPr>
            <a:xfrm flipH="1">
              <a:off x="6956010" y="3019991"/>
              <a:ext cx="128324" cy="382123"/>
            </a:xfrm>
            <a:custGeom>
              <a:avLst/>
              <a:gdLst/>
              <a:ahLst/>
              <a:cxnLst/>
              <a:rect l="l" t="t" r="r" b="b"/>
              <a:pathLst>
                <a:path w="1855" h="5524" extrusionOk="0">
                  <a:moveTo>
                    <a:pt x="866" y="0"/>
                  </a:moveTo>
                  <a:cubicBezTo>
                    <a:pt x="804" y="248"/>
                    <a:pt x="1" y="1298"/>
                    <a:pt x="433" y="1922"/>
                  </a:cubicBezTo>
                  <a:cubicBezTo>
                    <a:pt x="866" y="2546"/>
                    <a:pt x="1113" y="3534"/>
                    <a:pt x="1113" y="3534"/>
                  </a:cubicBezTo>
                  <a:lnTo>
                    <a:pt x="866" y="5524"/>
                  </a:lnTo>
                  <a:cubicBezTo>
                    <a:pt x="866" y="5524"/>
                    <a:pt x="1854" y="4350"/>
                    <a:pt x="1731" y="3602"/>
                  </a:cubicBezTo>
                  <a:cubicBezTo>
                    <a:pt x="1607" y="2861"/>
                    <a:pt x="1113" y="2107"/>
                    <a:pt x="927" y="1551"/>
                  </a:cubicBezTo>
                  <a:cubicBezTo>
                    <a:pt x="742" y="989"/>
                    <a:pt x="866" y="0"/>
                    <a:pt x="8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3">
              <a:extLst>
                <a:ext uri="{FF2B5EF4-FFF2-40B4-BE49-F238E27FC236}">
                  <a16:creationId xmlns:a16="http://schemas.microsoft.com/office/drawing/2014/main" id="{81918A7A-D012-4EEC-D694-428CD37620AF}"/>
                </a:ext>
              </a:extLst>
            </p:cNvPr>
            <p:cNvSpPr/>
            <p:nvPr/>
          </p:nvSpPr>
          <p:spPr>
            <a:xfrm flipH="1">
              <a:off x="7319738" y="2899902"/>
              <a:ext cx="94081" cy="299666"/>
            </a:xfrm>
            <a:custGeom>
              <a:avLst/>
              <a:gdLst/>
              <a:ahLst/>
              <a:cxnLst/>
              <a:rect l="l" t="t" r="r" b="b"/>
              <a:pathLst>
                <a:path w="1360" h="4332" extrusionOk="0">
                  <a:moveTo>
                    <a:pt x="556" y="0"/>
                  </a:moveTo>
                  <a:cubicBezTo>
                    <a:pt x="247" y="309"/>
                    <a:pt x="0" y="1736"/>
                    <a:pt x="0" y="1736"/>
                  </a:cubicBezTo>
                  <a:lnTo>
                    <a:pt x="680" y="2910"/>
                  </a:lnTo>
                  <a:lnTo>
                    <a:pt x="865" y="4331"/>
                  </a:lnTo>
                  <a:cubicBezTo>
                    <a:pt x="865" y="4331"/>
                    <a:pt x="1360" y="2842"/>
                    <a:pt x="1174" y="2225"/>
                  </a:cubicBezTo>
                  <a:cubicBezTo>
                    <a:pt x="989" y="1613"/>
                    <a:pt x="556" y="0"/>
                    <a:pt x="5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3">
              <a:extLst>
                <a:ext uri="{FF2B5EF4-FFF2-40B4-BE49-F238E27FC236}">
                  <a16:creationId xmlns:a16="http://schemas.microsoft.com/office/drawing/2014/main" id="{E6C547AA-9465-A526-5013-A4F0E1A38A85}"/>
                </a:ext>
              </a:extLst>
            </p:cNvPr>
            <p:cNvSpPr/>
            <p:nvPr/>
          </p:nvSpPr>
          <p:spPr>
            <a:xfrm flipH="1">
              <a:off x="6225608" y="3870437"/>
              <a:ext cx="1941674" cy="609501"/>
            </a:xfrm>
            <a:custGeom>
              <a:avLst/>
              <a:gdLst/>
              <a:ahLst/>
              <a:cxnLst/>
              <a:rect l="l" t="t" r="r" b="b"/>
              <a:pathLst>
                <a:path w="28068" h="8811" extrusionOk="0">
                  <a:moveTo>
                    <a:pt x="3936" y="4776"/>
                  </a:moveTo>
                  <a:cubicBezTo>
                    <a:pt x="3936" y="4776"/>
                    <a:pt x="5184" y="4356"/>
                    <a:pt x="5653" y="4220"/>
                  </a:cubicBezTo>
                  <a:cubicBezTo>
                    <a:pt x="6117" y="4078"/>
                    <a:pt x="6858" y="3708"/>
                    <a:pt x="6858" y="3708"/>
                  </a:cubicBezTo>
                  <a:lnTo>
                    <a:pt x="7321" y="2361"/>
                  </a:lnTo>
                  <a:lnTo>
                    <a:pt x="8341" y="1854"/>
                  </a:lnTo>
                  <a:lnTo>
                    <a:pt x="9453" y="1718"/>
                  </a:lnTo>
                  <a:lnTo>
                    <a:pt x="11319" y="372"/>
                  </a:lnTo>
                  <a:lnTo>
                    <a:pt x="12517" y="1"/>
                  </a:lnTo>
                  <a:lnTo>
                    <a:pt x="13259" y="279"/>
                  </a:lnTo>
                  <a:lnTo>
                    <a:pt x="13771" y="977"/>
                  </a:lnTo>
                  <a:cubicBezTo>
                    <a:pt x="13771" y="977"/>
                    <a:pt x="16094" y="421"/>
                    <a:pt x="16514" y="464"/>
                  </a:cubicBezTo>
                  <a:cubicBezTo>
                    <a:pt x="16928" y="514"/>
                    <a:pt x="17670" y="606"/>
                    <a:pt x="17670" y="606"/>
                  </a:cubicBezTo>
                  <a:lnTo>
                    <a:pt x="18504" y="606"/>
                  </a:lnTo>
                  <a:lnTo>
                    <a:pt x="18782" y="1391"/>
                  </a:lnTo>
                  <a:lnTo>
                    <a:pt x="19616" y="3393"/>
                  </a:lnTo>
                  <a:lnTo>
                    <a:pt x="21247" y="3485"/>
                  </a:lnTo>
                  <a:lnTo>
                    <a:pt x="22588" y="3899"/>
                  </a:lnTo>
                  <a:lnTo>
                    <a:pt x="23329" y="4505"/>
                  </a:lnTo>
                  <a:lnTo>
                    <a:pt x="24583" y="5246"/>
                  </a:lnTo>
                  <a:lnTo>
                    <a:pt x="25090" y="5938"/>
                  </a:lnTo>
                  <a:lnTo>
                    <a:pt x="26585" y="6031"/>
                  </a:lnTo>
                  <a:lnTo>
                    <a:pt x="26721" y="7285"/>
                  </a:lnTo>
                  <a:cubicBezTo>
                    <a:pt x="26721" y="7285"/>
                    <a:pt x="27882" y="7977"/>
                    <a:pt x="27975" y="8212"/>
                  </a:cubicBezTo>
                  <a:cubicBezTo>
                    <a:pt x="28068" y="8440"/>
                    <a:pt x="27833" y="8811"/>
                    <a:pt x="27833" y="8811"/>
                  </a:cubicBezTo>
                  <a:lnTo>
                    <a:pt x="0" y="8811"/>
                  </a:lnTo>
                  <a:lnTo>
                    <a:pt x="1489" y="6723"/>
                  </a:lnTo>
                  <a:lnTo>
                    <a:pt x="1767" y="5796"/>
                  </a:lnTo>
                  <a:lnTo>
                    <a:pt x="2651" y="5518"/>
                  </a:lnTo>
                  <a:lnTo>
                    <a:pt x="3207" y="47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3">
              <a:extLst>
                <a:ext uri="{FF2B5EF4-FFF2-40B4-BE49-F238E27FC236}">
                  <a16:creationId xmlns:a16="http://schemas.microsoft.com/office/drawing/2014/main" id="{8E80AD44-0D80-65EA-B010-99B72FEC6014}"/>
                </a:ext>
              </a:extLst>
            </p:cNvPr>
            <p:cNvSpPr/>
            <p:nvPr/>
          </p:nvSpPr>
          <p:spPr>
            <a:xfrm flipH="1">
              <a:off x="6240550" y="3870437"/>
              <a:ext cx="1941674" cy="609501"/>
            </a:xfrm>
            <a:custGeom>
              <a:avLst/>
              <a:gdLst/>
              <a:ahLst/>
              <a:cxnLst/>
              <a:rect l="l" t="t" r="r" b="b"/>
              <a:pathLst>
                <a:path w="28068" h="8811" extrusionOk="0">
                  <a:moveTo>
                    <a:pt x="3936" y="4776"/>
                  </a:moveTo>
                  <a:cubicBezTo>
                    <a:pt x="3936" y="4776"/>
                    <a:pt x="5184" y="4356"/>
                    <a:pt x="5653" y="4220"/>
                  </a:cubicBezTo>
                  <a:cubicBezTo>
                    <a:pt x="6116" y="4078"/>
                    <a:pt x="6858" y="3708"/>
                    <a:pt x="6858" y="3708"/>
                  </a:cubicBezTo>
                  <a:lnTo>
                    <a:pt x="7321" y="2361"/>
                  </a:lnTo>
                  <a:lnTo>
                    <a:pt x="8341" y="1854"/>
                  </a:lnTo>
                  <a:lnTo>
                    <a:pt x="9453" y="1718"/>
                  </a:lnTo>
                  <a:lnTo>
                    <a:pt x="11318" y="372"/>
                  </a:lnTo>
                  <a:lnTo>
                    <a:pt x="12523" y="1"/>
                  </a:lnTo>
                  <a:lnTo>
                    <a:pt x="13258" y="279"/>
                  </a:lnTo>
                  <a:lnTo>
                    <a:pt x="13771" y="977"/>
                  </a:lnTo>
                  <a:cubicBezTo>
                    <a:pt x="13771" y="977"/>
                    <a:pt x="16094" y="421"/>
                    <a:pt x="16514" y="464"/>
                  </a:cubicBezTo>
                  <a:cubicBezTo>
                    <a:pt x="16928" y="514"/>
                    <a:pt x="17670" y="606"/>
                    <a:pt x="17670" y="606"/>
                  </a:cubicBezTo>
                  <a:lnTo>
                    <a:pt x="18504" y="606"/>
                  </a:lnTo>
                  <a:lnTo>
                    <a:pt x="18782" y="1391"/>
                  </a:lnTo>
                  <a:lnTo>
                    <a:pt x="19616" y="3393"/>
                  </a:lnTo>
                  <a:lnTo>
                    <a:pt x="21247" y="3485"/>
                  </a:lnTo>
                  <a:lnTo>
                    <a:pt x="22587" y="3899"/>
                  </a:lnTo>
                  <a:lnTo>
                    <a:pt x="23329" y="4505"/>
                  </a:lnTo>
                  <a:lnTo>
                    <a:pt x="24583" y="5246"/>
                  </a:lnTo>
                  <a:lnTo>
                    <a:pt x="25089" y="5938"/>
                  </a:lnTo>
                  <a:lnTo>
                    <a:pt x="26585" y="6031"/>
                  </a:lnTo>
                  <a:lnTo>
                    <a:pt x="26720" y="7285"/>
                  </a:lnTo>
                  <a:cubicBezTo>
                    <a:pt x="26720" y="7285"/>
                    <a:pt x="27882" y="7977"/>
                    <a:pt x="27975" y="8212"/>
                  </a:cubicBezTo>
                  <a:cubicBezTo>
                    <a:pt x="28067" y="8440"/>
                    <a:pt x="27833" y="8811"/>
                    <a:pt x="27833" y="8811"/>
                  </a:cubicBezTo>
                  <a:lnTo>
                    <a:pt x="0" y="8811"/>
                  </a:lnTo>
                  <a:lnTo>
                    <a:pt x="1489" y="6723"/>
                  </a:lnTo>
                  <a:lnTo>
                    <a:pt x="1767" y="5796"/>
                  </a:lnTo>
                  <a:lnTo>
                    <a:pt x="2651" y="5518"/>
                  </a:lnTo>
                  <a:lnTo>
                    <a:pt x="3207" y="47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3">
              <a:extLst>
                <a:ext uri="{FF2B5EF4-FFF2-40B4-BE49-F238E27FC236}">
                  <a16:creationId xmlns:a16="http://schemas.microsoft.com/office/drawing/2014/main" id="{64CB1F20-1C2D-EE79-6943-285E84ACD2DA}"/>
                </a:ext>
              </a:extLst>
            </p:cNvPr>
            <p:cNvSpPr/>
            <p:nvPr/>
          </p:nvSpPr>
          <p:spPr>
            <a:xfrm flipH="1">
              <a:off x="6477795" y="4262802"/>
              <a:ext cx="222752" cy="143676"/>
            </a:xfrm>
            <a:custGeom>
              <a:avLst/>
              <a:gdLst/>
              <a:ahLst/>
              <a:cxnLst/>
              <a:rect l="l" t="t" r="r" b="b"/>
              <a:pathLst>
                <a:path w="3220" h="2077" extrusionOk="0">
                  <a:moveTo>
                    <a:pt x="1" y="742"/>
                  </a:moveTo>
                  <a:lnTo>
                    <a:pt x="989" y="93"/>
                  </a:lnTo>
                  <a:lnTo>
                    <a:pt x="1885" y="0"/>
                  </a:lnTo>
                  <a:lnTo>
                    <a:pt x="3219" y="1242"/>
                  </a:lnTo>
                  <a:lnTo>
                    <a:pt x="3096" y="207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3">
              <a:extLst>
                <a:ext uri="{FF2B5EF4-FFF2-40B4-BE49-F238E27FC236}">
                  <a16:creationId xmlns:a16="http://schemas.microsoft.com/office/drawing/2014/main" id="{AFA17180-8C9F-BF2D-13B0-79C66DE4EA1B}"/>
                </a:ext>
              </a:extLst>
            </p:cNvPr>
            <p:cNvSpPr/>
            <p:nvPr/>
          </p:nvSpPr>
          <p:spPr>
            <a:xfrm flipH="1">
              <a:off x="6481637" y="4084605"/>
              <a:ext cx="1577109" cy="396234"/>
            </a:xfrm>
            <a:custGeom>
              <a:avLst/>
              <a:gdLst/>
              <a:ahLst/>
              <a:cxnLst/>
              <a:rect l="l" t="t" r="r" b="b"/>
              <a:pathLst>
                <a:path w="22798" h="5728" extrusionOk="0">
                  <a:moveTo>
                    <a:pt x="22699" y="5239"/>
                  </a:moveTo>
                  <a:lnTo>
                    <a:pt x="20901" y="4529"/>
                  </a:lnTo>
                  <a:lnTo>
                    <a:pt x="19159" y="3725"/>
                  </a:lnTo>
                  <a:lnTo>
                    <a:pt x="16898" y="4652"/>
                  </a:lnTo>
                  <a:lnTo>
                    <a:pt x="18788" y="3417"/>
                  </a:lnTo>
                  <a:lnTo>
                    <a:pt x="17831" y="2675"/>
                  </a:lnTo>
                  <a:lnTo>
                    <a:pt x="16095" y="2181"/>
                  </a:lnTo>
                  <a:lnTo>
                    <a:pt x="11665" y="2582"/>
                  </a:lnTo>
                  <a:lnTo>
                    <a:pt x="9984" y="5029"/>
                  </a:lnTo>
                  <a:lnTo>
                    <a:pt x="9515" y="5727"/>
                  </a:lnTo>
                  <a:lnTo>
                    <a:pt x="22798" y="5727"/>
                  </a:lnTo>
                  <a:close/>
                  <a:moveTo>
                    <a:pt x="7927" y="2669"/>
                  </a:moveTo>
                  <a:lnTo>
                    <a:pt x="5536" y="2107"/>
                  </a:lnTo>
                  <a:lnTo>
                    <a:pt x="5814" y="0"/>
                  </a:lnTo>
                  <a:lnTo>
                    <a:pt x="5196" y="247"/>
                  </a:lnTo>
                  <a:lnTo>
                    <a:pt x="5073" y="606"/>
                  </a:lnTo>
                  <a:cubicBezTo>
                    <a:pt x="5073" y="606"/>
                    <a:pt x="4331" y="976"/>
                    <a:pt x="3868" y="1112"/>
                  </a:cubicBezTo>
                  <a:cubicBezTo>
                    <a:pt x="3578" y="1205"/>
                    <a:pt x="2954" y="1409"/>
                    <a:pt x="2540" y="1538"/>
                  </a:cubicBezTo>
                  <a:cubicBezTo>
                    <a:pt x="2225" y="1742"/>
                    <a:pt x="1934" y="1940"/>
                    <a:pt x="1916" y="2008"/>
                  </a:cubicBezTo>
                  <a:lnTo>
                    <a:pt x="1069" y="2175"/>
                  </a:lnTo>
                  <a:lnTo>
                    <a:pt x="896" y="2410"/>
                  </a:lnTo>
                  <a:lnTo>
                    <a:pt x="19" y="2688"/>
                  </a:lnTo>
                  <a:lnTo>
                    <a:pt x="1" y="2731"/>
                  </a:lnTo>
                  <a:lnTo>
                    <a:pt x="291" y="5709"/>
                  </a:lnTo>
                  <a:lnTo>
                    <a:pt x="8841" y="5709"/>
                  </a:lnTo>
                  <a:lnTo>
                    <a:pt x="9694" y="333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3">
              <a:extLst>
                <a:ext uri="{FF2B5EF4-FFF2-40B4-BE49-F238E27FC236}">
                  <a16:creationId xmlns:a16="http://schemas.microsoft.com/office/drawing/2014/main" id="{6A317ED7-0CBE-7B4B-A07A-A7FAF741B158}"/>
                </a:ext>
              </a:extLst>
            </p:cNvPr>
            <p:cNvSpPr/>
            <p:nvPr/>
          </p:nvSpPr>
          <p:spPr>
            <a:xfrm flipH="1">
              <a:off x="7447889" y="881423"/>
              <a:ext cx="1401467" cy="3786086"/>
            </a:xfrm>
            <a:custGeom>
              <a:avLst/>
              <a:gdLst/>
              <a:ahLst/>
              <a:cxnLst/>
              <a:rect l="l" t="t" r="r" b="b"/>
              <a:pathLst>
                <a:path w="20259" h="54732" extrusionOk="0">
                  <a:moveTo>
                    <a:pt x="11065" y="507"/>
                  </a:moveTo>
                  <a:lnTo>
                    <a:pt x="11528" y="1477"/>
                  </a:lnTo>
                  <a:lnTo>
                    <a:pt x="11485" y="2731"/>
                  </a:lnTo>
                  <a:lnTo>
                    <a:pt x="12227" y="3843"/>
                  </a:lnTo>
                  <a:lnTo>
                    <a:pt x="13153" y="7309"/>
                  </a:lnTo>
                  <a:lnTo>
                    <a:pt x="12919" y="7877"/>
                  </a:lnTo>
                  <a:lnTo>
                    <a:pt x="8038" y="7877"/>
                  </a:lnTo>
                  <a:lnTo>
                    <a:pt x="8038" y="11782"/>
                  </a:lnTo>
                  <a:lnTo>
                    <a:pt x="10225" y="12659"/>
                  </a:lnTo>
                  <a:lnTo>
                    <a:pt x="9762" y="13771"/>
                  </a:lnTo>
                  <a:lnTo>
                    <a:pt x="11393" y="13728"/>
                  </a:lnTo>
                  <a:lnTo>
                    <a:pt x="11393" y="18485"/>
                  </a:lnTo>
                  <a:lnTo>
                    <a:pt x="8785" y="18714"/>
                  </a:lnTo>
                  <a:lnTo>
                    <a:pt x="8649" y="19548"/>
                  </a:lnTo>
                  <a:cubicBezTo>
                    <a:pt x="8649" y="19548"/>
                    <a:pt x="9619" y="20474"/>
                    <a:pt x="9576" y="20660"/>
                  </a:cubicBezTo>
                  <a:cubicBezTo>
                    <a:pt x="9533" y="20845"/>
                    <a:pt x="9669" y="21587"/>
                    <a:pt x="9669" y="21587"/>
                  </a:cubicBezTo>
                  <a:lnTo>
                    <a:pt x="9669" y="22513"/>
                  </a:lnTo>
                  <a:lnTo>
                    <a:pt x="7772" y="22513"/>
                  </a:lnTo>
                  <a:lnTo>
                    <a:pt x="7772" y="23675"/>
                  </a:lnTo>
                  <a:lnTo>
                    <a:pt x="7401" y="24323"/>
                  </a:lnTo>
                  <a:cubicBezTo>
                    <a:pt x="7401" y="24323"/>
                    <a:pt x="7445" y="24830"/>
                    <a:pt x="7031" y="25201"/>
                  </a:cubicBezTo>
                  <a:cubicBezTo>
                    <a:pt x="6611" y="25571"/>
                    <a:pt x="6382" y="26127"/>
                    <a:pt x="6382" y="26127"/>
                  </a:cubicBezTo>
                  <a:cubicBezTo>
                    <a:pt x="6382" y="26127"/>
                    <a:pt x="7630" y="26591"/>
                    <a:pt x="8242" y="26869"/>
                  </a:cubicBezTo>
                  <a:cubicBezTo>
                    <a:pt x="8841" y="27147"/>
                    <a:pt x="15390" y="26869"/>
                    <a:pt x="15390" y="26869"/>
                  </a:cubicBezTo>
                  <a:cubicBezTo>
                    <a:pt x="15390" y="26869"/>
                    <a:pt x="15019" y="27610"/>
                    <a:pt x="15347" y="27796"/>
                  </a:cubicBezTo>
                  <a:cubicBezTo>
                    <a:pt x="15668" y="27981"/>
                    <a:pt x="16088" y="27746"/>
                    <a:pt x="16224" y="28117"/>
                  </a:cubicBezTo>
                  <a:cubicBezTo>
                    <a:pt x="16366" y="28494"/>
                    <a:pt x="16088" y="29186"/>
                    <a:pt x="16088" y="29186"/>
                  </a:cubicBezTo>
                  <a:lnTo>
                    <a:pt x="7723" y="29186"/>
                  </a:lnTo>
                  <a:lnTo>
                    <a:pt x="7723" y="32991"/>
                  </a:lnTo>
                  <a:lnTo>
                    <a:pt x="9724" y="34196"/>
                  </a:lnTo>
                  <a:lnTo>
                    <a:pt x="11448" y="34103"/>
                  </a:lnTo>
                  <a:cubicBezTo>
                    <a:pt x="11448" y="34103"/>
                    <a:pt x="12047" y="33597"/>
                    <a:pt x="12418" y="33269"/>
                  </a:cubicBezTo>
                  <a:cubicBezTo>
                    <a:pt x="12789" y="32948"/>
                    <a:pt x="13580" y="33084"/>
                    <a:pt x="13956" y="33084"/>
                  </a:cubicBezTo>
                  <a:cubicBezTo>
                    <a:pt x="14327" y="33084"/>
                    <a:pt x="15069" y="33177"/>
                    <a:pt x="15069" y="33177"/>
                  </a:cubicBezTo>
                  <a:lnTo>
                    <a:pt x="16181" y="33084"/>
                  </a:lnTo>
                  <a:cubicBezTo>
                    <a:pt x="16181" y="33084"/>
                    <a:pt x="16181" y="36476"/>
                    <a:pt x="16502" y="36939"/>
                  </a:cubicBezTo>
                  <a:cubicBezTo>
                    <a:pt x="16829" y="37402"/>
                    <a:pt x="17478" y="37866"/>
                    <a:pt x="17941" y="38193"/>
                  </a:cubicBezTo>
                  <a:cubicBezTo>
                    <a:pt x="18405" y="38514"/>
                    <a:pt x="18633" y="39818"/>
                    <a:pt x="18633" y="39818"/>
                  </a:cubicBezTo>
                  <a:lnTo>
                    <a:pt x="19004" y="41208"/>
                  </a:lnTo>
                  <a:lnTo>
                    <a:pt x="19838" y="41857"/>
                  </a:lnTo>
                  <a:lnTo>
                    <a:pt x="20258" y="43488"/>
                  </a:lnTo>
                  <a:lnTo>
                    <a:pt x="19653" y="44600"/>
                  </a:lnTo>
                  <a:cubicBezTo>
                    <a:pt x="19653" y="44600"/>
                    <a:pt x="19609" y="45341"/>
                    <a:pt x="19795" y="45761"/>
                  </a:cubicBezTo>
                  <a:cubicBezTo>
                    <a:pt x="19980" y="46175"/>
                    <a:pt x="20116" y="48084"/>
                    <a:pt x="20116" y="48084"/>
                  </a:cubicBezTo>
                  <a:lnTo>
                    <a:pt x="19467" y="50179"/>
                  </a:lnTo>
                  <a:lnTo>
                    <a:pt x="19980" y="52360"/>
                  </a:lnTo>
                  <a:lnTo>
                    <a:pt x="18256" y="54732"/>
                  </a:lnTo>
                  <a:lnTo>
                    <a:pt x="9984" y="53762"/>
                  </a:lnTo>
                  <a:cubicBezTo>
                    <a:pt x="9984" y="53762"/>
                    <a:pt x="0" y="26257"/>
                    <a:pt x="1205" y="19659"/>
                  </a:cubicBezTo>
                  <a:cubicBezTo>
                    <a:pt x="2410" y="13061"/>
                    <a:pt x="7012" y="0"/>
                    <a:pt x="70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3">
              <a:extLst>
                <a:ext uri="{FF2B5EF4-FFF2-40B4-BE49-F238E27FC236}">
                  <a16:creationId xmlns:a16="http://schemas.microsoft.com/office/drawing/2014/main" id="{8BF5EDE4-1078-DABD-832F-F4581C2D3FEC}"/>
                </a:ext>
              </a:extLst>
            </p:cNvPr>
            <p:cNvSpPr/>
            <p:nvPr/>
          </p:nvSpPr>
          <p:spPr>
            <a:xfrm flipH="1">
              <a:off x="8485556" y="935675"/>
              <a:ext cx="752294" cy="897494"/>
            </a:xfrm>
            <a:custGeom>
              <a:avLst/>
              <a:gdLst/>
              <a:ahLst/>
              <a:cxnLst/>
              <a:rect l="l" t="t" r="r" b="b"/>
              <a:pathLst>
                <a:path w="12221" h="13073" extrusionOk="0">
                  <a:moveTo>
                    <a:pt x="12220" y="0"/>
                  </a:moveTo>
                  <a:lnTo>
                    <a:pt x="0" y="0"/>
                  </a:lnTo>
                  <a:lnTo>
                    <a:pt x="0" y="9385"/>
                  </a:lnTo>
                  <a:lnTo>
                    <a:pt x="3880" y="7556"/>
                  </a:lnTo>
                  <a:lnTo>
                    <a:pt x="5610" y="3843"/>
                  </a:lnTo>
                  <a:lnTo>
                    <a:pt x="6413" y="4584"/>
                  </a:lnTo>
                  <a:lnTo>
                    <a:pt x="6975" y="5950"/>
                  </a:lnTo>
                  <a:lnTo>
                    <a:pt x="8952" y="13073"/>
                  </a:lnTo>
                  <a:lnTo>
                    <a:pt x="8890" y="4399"/>
                  </a:lnTo>
                  <a:lnTo>
                    <a:pt x="10071" y="5264"/>
                  </a:lnTo>
                  <a:lnTo>
                    <a:pt x="9947" y="3225"/>
                  </a:lnTo>
                  <a:lnTo>
                    <a:pt x="11862" y="4152"/>
                  </a:ln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3">
              <a:extLst>
                <a:ext uri="{FF2B5EF4-FFF2-40B4-BE49-F238E27FC236}">
                  <a16:creationId xmlns:a16="http://schemas.microsoft.com/office/drawing/2014/main" id="{5540F271-E89D-6B5C-171D-54F72FF3E80A}"/>
                </a:ext>
              </a:extLst>
            </p:cNvPr>
            <p:cNvSpPr/>
            <p:nvPr/>
          </p:nvSpPr>
          <p:spPr>
            <a:xfrm flipH="1">
              <a:off x="7592815" y="3260175"/>
              <a:ext cx="1076685" cy="1463397"/>
            </a:xfrm>
            <a:custGeom>
              <a:avLst/>
              <a:gdLst/>
              <a:ahLst/>
              <a:cxnLst/>
              <a:rect l="l" t="t" r="r" b="b"/>
              <a:pathLst>
                <a:path w="13451" h="21155" extrusionOk="0">
                  <a:moveTo>
                    <a:pt x="11078" y="4708"/>
                  </a:moveTo>
                  <a:lnTo>
                    <a:pt x="9719" y="2354"/>
                  </a:lnTo>
                  <a:lnTo>
                    <a:pt x="8045" y="3769"/>
                  </a:lnTo>
                  <a:lnTo>
                    <a:pt x="7983" y="5882"/>
                  </a:lnTo>
                  <a:lnTo>
                    <a:pt x="8230" y="10528"/>
                  </a:lnTo>
                  <a:lnTo>
                    <a:pt x="7427" y="6321"/>
                  </a:lnTo>
                  <a:lnTo>
                    <a:pt x="6130" y="3411"/>
                  </a:lnTo>
                  <a:lnTo>
                    <a:pt x="5141" y="1"/>
                  </a:lnTo>
                  <a:lnTo>
                    <a:pt x="2478" y="1681"/>
                  </a:lnTo>
                  <a:lnTo>
                    <a:pt x="2046" y="3602"/>
                  </a:lnTo>
                  <a:lnTo>
                    <a:pt x="2664" y="7624"/>
                  </a:lnTo>
                  <a:lnTo>
                    <a:pt x="2787" y="11529"/>
                  </a:lnTo>
                  <a:cubicBezTo>
                    <a:pt x="2787" y="11529"/>
                    <a:pt x="2417" y="18522"/>
                    <a:pt x="2293" y="18770"/>
                  </a:cubicBezTo>
                  <a:lnTo>
                    <a:pt x="1" y="20753"/>
                  </a:lnTo>
                  <a:lnTo>
                    <a:pt x="155" y="21154"/>
                  </a:lnTo>
                  <a:lnTo>
                    <a:pt x="7526" y="21154"/>
                  </a:lnTo>
                  <a:lnTo>
                    <a:pt x="8175" y="17342"/>
                  </a:lnTo>
                  <a:lnTo>
                    <a:pt x="9009" y="14099"/>
                  </a:lnTo>
                  <a:cubicBezTo>
                    <a:pt x="9009" y="14099"/>
                    <a:pt x="10874" y="12579"/>
                    <a:pt x="10905" y="11813"/>
                  </a:cubicBezTo>
                  <a:cubicBezTo>
                    <a:pt x="10936" y="11041"/>
                    <a:pt x="11060" y="10077"/>
                    <a:pt x="10905" y="9657"/>
                  </a:cubicBezTo>
                  <a:cubicBezTo>
                    <a:pt x="10831" y="9472"/>
                    <a:pt x="11128" y="9243"/>
                    <a:pt x="11474" y="9039"/>
                  </a:cubicBezTo>
                  <a:lnTo>
                    <a:pt x="11468" y="8996"/>
                  </a:lnTo>
                  <a:lnTo>
                    <a:pt x="13451" y="6945"/>
                  </a:lnTo>
                  <a:lnTo>
                    <a:pt x="12215" y="61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3">
              <a:extLst>
                <a:ext uri="{FF2B5EF4-FFF2-40B4-BE49-F238E27FC236}">
                  <a16:creationId xmlns:a16="http://schemas.microsoft.com/office/drawing/2014/main" id="{3A76B74C-09EF-FAA0-AE0A-6A60DE0E87B4}"/>
                </a:ext>
              </a:extLst>
            </p:cNvPr>
            <p:cNvSpPr/>
            <p:nvPr/>
          </p:nvSpPr>
          <p:spPr>
            <a:xfrm flipH="1">
              <a:off x="8417195" y="2530227"/>
              <a:ext cx="820653" cy="2176245"/>
            </a:xfrm>
            <a:custGeom>
              <a:avLst/>
              <a:gdLst/>
              <a:ahLst/>
              <a:cxnLst/>
              <a:rect l="l" t="t" r="r" b="b"/>
              <a:pathLst>
                <a:path w="11863" h="31460" extrusionOk="0">
                  <a:moveTo>
                    <a:pt x="0" y="31459"/>
                  </a:moveTo>
                  <a:lnTo>
                    <a:pt x="11244" y="30804"/>
                  </a:lnTo>
                  <a:lnTo>
                    <a:pt x="11862" y="19468"/>
                  </a:lnTo>
                  <a:lnTo>
                    <a:pt x="11368" y="14574"/>
                  </a:lnTo>
                  <a:lnTo>
                    <a:pt x="11368" y="11473"/>
                  </a:lnTo>
                  <a:lnTo>
                    <a:pt x="9817" y="10485"/>
                  </a:lnTo>
                  <a:lnTo>
                    <a:pt x="8458" y="10979"/>
                  </a:lnTo>
                  <a:lnTo>
                    <a:pt x="7161" y="11164"/>
                  </a:lnTo>
                  <a:lnTo>
                    <a:pt x="2268" y="21512"/>
                  </a:lnTo>
                  <a:lnTo>
                    <a:pt x="8705" y="4541"/>
                  </a:lnTo>
                  <a:lnTo>
                    <a:pt x="7408" y="3985"/>
                  </a:lnTo>
                  <a:lnTo>
                    <a:pt x="6728" y="6339"/>
                  </a:lnTo>
                  <a:lnTo>
                    <a:pt x="6605" y="5042"/>
                  </a:lnTo>
                  <a:lnTo>
                    <a:pt x="6110" y="4300"/>
                  </a:lnTo>
                  <a:lnTo>
                    <a:pt x="6296" y="2879"/>
                  </a:lnTo>
                  <a:lnTo>
                    <a:pt x="4807" y="3374"/>
                  </a:lnTo>
                  <a:lnTo>
                    <a:pt x="2947" y="3559"/>
                  </a:lnTo>
                  <a:lnTo>
                    <a:pt x="2020" y="3065"/>
                  </a:lnTo>
                  <a:lnTo>
                    <a:pt x="340" y="7334"/>
                  </a:lnTo>
                  <a:lnTo>
                    <a:pt x="1390" y="3559"/>
                  </a:lnTo>
                  <a:lnTo>
                    <a:pt x="1267" y="1761"/>
                  </a:lnTo>
                  <a:cubicBezTo>
                    <a:pt x="1267" y="1761"/>
                    <a:pt x="1205" y="834"/>
                    <a:pt x="1020" y="773"/>
                  </a:cubicBezTo>
                  <a:cubicBezTo>
                    <a:pt x="939" y="742"/>
                    <a:pt x="464" y="377"/>
                    <a:pt x="0" y="0"/>
                  </a:cubicBezTo>
                  <a:lnTo>
                    <a:pt x="0" y="314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3">
              <a:extLst>
                <a:ext uri="{FF2B5EF4-FFF2-40B4-BE49-F238E27FC236}">
                  <a16:creationId xmlns:a16="http://schemas.microsoft.com/office/drawing/2014/main" id="{D0882625-DE14-58A2-0345-AEC0B11C25FB}"/>
                </a:ext>
              </a:extLst>
            </p:cNvPr>
            <p:cNvSpPr/>
            <p:nvPr/>
          </p:nvSpPr>
          <p:spPr>
            <a:xfrm flipH="1">
              <a:off x="8680485" y="1387444"/>
              <a:ext cx="557363" cy="265424"/>
            </a:xfrm>
            <a:custGeom>
              <a:avLst/>
              <a:gdLst/>
              <a:ahLst/>
              <a:cxnLst/>
              <a:rect l="l" t="t" r="r" b="b"/>
              <a:pathLst>
                <a:path w="8057" h="3837" extrusionOk="0">
                  <a:moveTo>
                    <a:pt x="0" y="0"/>
                  </a:moveTo>
                  <a:lnTo>
                    <a:pt x="8056" y="0"/>
                  </a:lnTo>
                  <a:lnTo>
                    <a:pt x="8056" y="3837"/>
                  </a:lnTo>
                  <a:lnTo>
                    <a:pt x="0" y="38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3">
              <a:extLst>
                <a:ext uri="{FF2B5EF4-FFF2-40B4-BE49-F238E27FC236}">
                  <a16:creationId xmlns:a16="http://schemas.microsoft.com/office/drawing/2014/main" id="{8C959791-F7C7-D913-0382-26C499F71F76}"/>
                </a:ext>
              </a:extLst>
            </p:cNvPr>
            <p:cNvSpPr/>
            <p:nvPr/>
          </p:nvSpPr>
          <p:spPr>
            <a:xfrm flipH="1">
              <a:off x="8680485" y="1884056"/>
              <a:ext cx="557363" cy="265840"/>
            </a:xfrm>
            <a:custGeom>
              <a:avLst/>
              <a:gdLst/>
              <a:ahLst/>
              <a:cxnLst/>
              <a:rect l="l" t="t" r="r" b="b"/>
              <a:pathLst>
                <a:path w="8057" h="3843" extrusionOk="0">
                  <a:moveTo>
                    <a:pt x="0" y="0"/>
                  </a:moveTo>
                  <a:lnTo>
                    <a:pt x="8056" y="0"/>
                  </a:lnTo>
                  <a:lnTo>
                    <a:pt x="8056" y="3843"/>
                  </a:lnTo>
                  <a:lnTo>
                    <a:pt x="0" y="38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3">
              <a:extLst>
                <a:ext uri="{FF2B5EF4-FFF2-40B4-BE49-F238E27FC236}">
                  <a16:creationId xmlns:a16="http://schemas.microsoft.com/office/drawing/2014/main" id="{B6EBD82D-6BCB-0B4E-D9EF-3EBB5C0A22C2}"/>
                </a:ext>
              </a:extLst>
            </p:cNvPr>
            <p:cNvSpPr/>
            <p:nvPr/>
          </p:nvSpPr>
          <p:spPr>
            <a:xfrm flipH="1">
              <a:off x="8680496" y="2097256"/>
              <a:ext cx="97056" cy="53126"/>
            </a:xfrm>
            <a:custGeom>
              <a:avLst/>
              <a:gdLst/>
              <a:ahLst/>
              <a:cxnLst/>
              <a:rect l="l" t="t" r="r" b="b"/>
              <a:pathLst>
                <a:path w="1403" h="768" extrusionOk="0">
                  <a:moveTo>
                    <a:pt x="1402" y="767"/>
                  </a:moveTo>
                  <a:lnTo>
                    <a:pt x="1402" y="1"/>
                  </a:lnTo>
                  <a:lnTo>
                    <a:pt x="1248" y="211"/>
                  </a:lnTo>
                  <a:lnTo>
                    <a:pt x="0" y="304"/>
                  </a:lnTo>
                  <a:lnTo>
                    <a:pt x="0" y="7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3">
              <a:extLst>
                <a:ext uri="{FF2B5EF4-FFF2-40B4-BE49-F238E27FC236}">
                  <a16:creationId xmlns:a16="http://schemas.microsoft.com/office/drawing/2014/main" id="{888E05EA-BBA5-37A0-C44E-E53D3339A450}"/>
                </a:ext>
              </a:extLst>
            </p:cNvPr>
            <p:cNvSpPr/>
            <p:nvPr/>
          </p:nvSpPr>
          <p:spPr>
            <a:xfrm flipH="1">
              <a:off x="8680485" y="2381499"/>
              <a:ext cx="557363" cy="265909"/>
            </a:xfrm>
            <a:custGeom>
              <a:avLst/>
              <a:gdLst/>
              <a:ahLst/>
              <a:cxnLst/>
              <a:rect l="l" t="t" r="r" b="b"/>
              <a:pathLst>
                <a:path w="8057" h="3844" extrusionOk="0">
                  <a:moveTo>
                    <a:pt x="0" y="0"/>
                  </a:moveTo>
                  <a:lnTo>
                    <a:pt x="8056" y="0"/>
                  </a:lnTo>
                  <a:lnTo>
                    <a:pt x="8056" y="3843"/>
                  </a:lnTo>
                  <a:lnTo>
                    <a:pt x="0" y="38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3">
              <a:extLst>
                <a:ext uri="{FF2B5EF4-FFF2-40B4-BE49-F238E27FC236}">
                  <a16:creationId xmlns:a16="http://schemas.microsoft.com/office/drawing/2014/main" id="{CC6C3F73-E822-2913-0A81-A77D3BED6A66}"/>
                </a:ext>
              </a:extLst>
            </p:cNvPr>
            <p:cNvSpPr/>
            <p:nvPr/>
          </p:nvSpPr>
          <p:spPr>
            <a:xfrm flipH="1">
              <a:off x="8680485" y="2878526"/>
              <a:ext cx="557363" cy="265494"/>
            </a:xfrm>
            <a:custGeom>
              <a:avLst/>
              <a:gdLst/>
              <a:ahLst/>
              <a:cxnLst/>
              <a:rect l="l" t="t" r="r" b="b"/>
              <a:pathLst>
                <a:path w="8057" h="3838" extrusionOk="0">
                  <a:moveTo>
                    <a:pt x="0" y="1"/>
                  </a:moveTo>
                  <a:lnTo>
                    <a:pt x="8056" y="1"/>
                  </a:lnTo>
                  <a:lnTo>
                    <a:pt x="8056" y="3837"/>
                  </a:lnTo>
                  <a:lnTo>
                    <a:pt x="0" y="38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3">
              <a:extLst>
                <a:ext uri="{FF2B5EF4-FFF2-40B4-BE49-F238E27FC236}">
                  <a16:creationId xmlns:a16="http://schemas.microsoft.com/office/drawing/2014/main" id="{5E9FAA34-0DE4-1BA5-D689-8683B5480F11}"/>
                </a:ext>
              </a:extLst>
            </p:cNvPr>
            <p:cNvSpPr/>
            <p:nvPr/>
          </p:nvSpPr>
          <p:spPr>
            <a:xfrm flipH="1">
              <a:off x="7795380" y="3375554"/>
              <a:ext cx="556948" cy="265909"/>
            </a:xfrm>
            <a:custGeom>
              <a:avLst/>
              <a:gdLst/>
              <a:ahLst/>
              <a:cxnLst/>
              <a:rect l="l" t="t" r="r" b="b"/>
              <a:pathLst>
                <a:path w="8051" h="3844" extrusionOk="0">
                  <a:moveTo>
                    <a:pt x="0" y="1"/>
                  </a:moveTo>
                  <a:lnTo>
                    <a:pt x="8050" y="1"/>
                  </a:lnTo>
                  <a:lnTo>
                    <a:pt x="8050" y="3843"/>
                  </a:lnTo>
                  <a:lnTo>
                    <a:pt x="0" y="38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3">
              <a:extLst>
                <a:ext uri="{FF2B5EF4-FFF2-40B4-BE49-F238E27FC236}">
                  <a16:creationId xmlns:a16="http://schemas.microsoft.com/office/drawing/2014/main" id="{E522D655-A182-1C49-5DFF-941D15E88DE6}"/>
                </a:ext>
              </a:extLst>
            </p:cNvPr>
            <p:cNvSpPr/>
            <p:nvPr/>
          </p:nvSpPr>
          <p:spPr>
            <a:xfrm flipH="1">
              <a:off x="8680485" y="3375554"/>
              <a:ext cx="557363" cy="265909"/>
            </a:xfrm>
            <a:custGeom>
              <a:avLst/>
              <a:gdLst/>
              <a:ahLst/>
              <a:cxnLst/>
              <a:rect l="l" t="t" r="r" b="b"/>
              <a:pathLst>
                <a:path w="8057" h="3844" extrusionOk="0">
                  <a:moveTo>
                    <a:pt x="0" y="1"/>
                  </a:moveTo>
                  <a:lnTo>
                    <a:pt x="8056" y="1"/>
                  </a:lnTo>
                  <a:lnTo>
                    <a:pt x="8056" y="3843"/>
                  </a:lnTo>
                  <a:lnTo>
                    <a:pt x="0" y="38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3">
              <a:extLst>
                <a:ext uri="{FF2B5EF4-FFF2-40B4-BE49-F238E27FC236}">
                  <a16:creationId xmlns:a16="http://schemas.microsoft.com/office/drawing/2014/main" id="{A81A95B9-A7B9-931C-8CBE-7F3BEE6185D0}"/>
                </a:ext>
              </a:extLst>
            </p:cNvPr>
            <p:cNvSpPr/>
            <p:nvPr/>
          </p:nvSpPr>
          <p:spPr>
            <a:xfrm flipH="1">
              <a:off x="8680900" y="3375554"/>
              <a:ext cx="556118" cy="265909"/>
            </a:xfrm>
            <a:custGeom>
              <a:avLst/>
              <a:gdLst/>
              <a:ahLst/>
              <a:cxnLst/>
              <a:rect l="l" t="t" r="r" b="b"/>
              <a:pathLst>
                <a:path w="8039" h="3844" extrusionOk="0">
                  <a:moveTo>
                    <a:pt x="4455" y="1984"/>
                  </a:moveTo>
                  <a:lnTo>
                    <a:pt x="3664" y="1613"/>
                  </a:lnTo>
                  <a:lnTo>
                    <a:pt x="1897" y="1613"/>
                  </a:lnTo>
                  <a:lnTo>
                    <a:pt x="2317" y="2212"/>
                  </a:lnTo>
                  <a:lnTo>
                    <a:pt x="2317" y="3324"/>
                  </a:lnTo>
                  <a:lnTo>
                    <a:pt x="1990" y="2120"/>
                  </a:lnTo>
                  <a:lnTo>
                    <a:pt x="1249" y="1706"/>
                  </a:lnTo>
                  <a:lnTo>
                    <a:pt x="971" y="1100"/>
                  </a:lnTo>
                  <a:lnTo>
                    <a:pt x="1" y="1879"/>
                  </a:lnTo>
                  <a:lnTo>
                    <a:pt x="1" y="3843"/>
                  </a:lnTo>
                  <a:lnTo>
                    <a:pt x="6185" y="3843"/>
                  </a:lnTo>
                  <a:lnTo>
                    <a:pt x="5481" y="2076"/>
                  </a:lnTo>
                  <a:close/>
                  <a:moveTo>
                    <a:pt x="6370" y="7"/>
                  </a:moveTo>
                  <a:lnTo>
                    <a:pt x="6308" y="779"/>
                  </a:lnTo>
                  <a:lnTo>
                    <a:pt x="5752" y="2120"/>
                  </a:lnTo>
                  <a:lnTo>
                    <a:pt x="6259" y="3843"/>
                  </a:lnTo>
                  <a:lnTo>
                    <a:pt x="8038" y="3843"/>
                  </a:lnTo>
                  <a:lnTo>
                    <a:pt x="8038" y="1"/>
                  </a:lnTo>
                  <a:lnTo>
                    <a:pt x="6370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3">
              <a:extLst>
                <a:ext uri="{FF2B5EF4-FFF2-40B4-BE49-F238E27FC236}">
                  <a16:creationId xmlns:a16="http://schemas.microsoft.com/office/drawing/2014/main" id="{39CFDF50-EB43-45B9-908D-4C71DD1AD8C9}"/>
                </a:ext>
              </a:extLst>
            </p:cNvPr>
            <p:cNvSpPr/>
            <p:nvPr/>
          </p:nvSpPr>
          <p:spPr>
            <a:xfrm flipH="1">
              <a:off x="8680491" y="2878526"/>
              <a:ext cx="307356" cy="265494"/>
            </a:xfrm>
            <a:custGeom>
              <a:avLst/>
              <a:gdLst/>
              <a:ahLst/>
              <a:cxnLst/>
              <a:rect l="l" t="t" r="r" b="b"/>
              <a:pathLst>
                <a:path w="4443" h="3838" extrusionOk="0">
                  <a:moveTo>
                    <a:pt x="1471" y="1953"/>
                  </a:moveTo>
                  <a:lnTo>
                    <a:pt x="1316" y="2571"/>
                  </a:lnTo>
                  <a:lnTo>
                    <a:pt x="297" y="2972"/>
                  </a:lnTo>
                  <a:cubicBezTo>
                    <a:pt x="297" y="2972"/>
                    <a:pt x="112" y="3503"/>
                    <a:pt x="0" y="3837"/>
                  </a:cubicBezTo>
                  <a:lnTo>
                    <a:pt x="4442" y="3837"/>
                  </a:lnTo>
                  <a:lnTo>
                    <a:pt x="4442" y="1"/>
                  </a:lnTo>
                  <a:lnTo>
                    <a:pt x="921" y="1"/>
                  </a:lnTo>
                  <a:lnTo>
                    <a:pt x="970" y="711"/>
                  </a:lnTo>
                  <a:lnTo>
                    <a:pt x="1804" y="1113"/>
                  </a:lnTo>
                  <a:lnTo>
                    <a:pt x="1804" y="1823"/>
                  </a:lnTo>
                  <a:lnTo>
                    <a:pt x="3510" y="2225"/>
                  </a:lnTo>
                  <a:lnTo>
                    <a:pt x="2274" y="207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3">
              <a:extLst>
                <a:ext uri="{FF2B5EF4-FFF2-40B4-BE49-F238E27FC236}">
                  <a16:creationId xmlns:a16="http://schemas.microsoft.com/office/drawing/2014/main" id="{93A15E8B-B9B9-96BD-FFCB-C074F005E9A2}"/>
                </a:ext>
              </a:extLst>
            </p:cNvPr>
            <p:cNvSpPr/>
            <p:nvPr/>
          </p:nvSpPr>
          <p:spPr>
            <a:xfrm flipH="1">
              <a:off x="8858686" y="2381499"/>
              <a:ext cx="379577" cy="208217"/>
            </a:xfrm>
            <a:custGeom>
              <a:avLst/>
              <a:gdLst/>
              <a:ahLst/>
              <a:cxnLst/>
              <a:rect l="l" t="t" r="r" b="b"/>
              <a:pathLst>
                <a:path w="5487" h="3010" extrusionOk="0">
                  <a:moveTo>
                    <a:pt x="6" y="44"/>
                  </a:moveTo>
                  <a:lnTo>
                    <a:pt x="346" y="62"/>
                  </a:lnTo>
                  <a:lnTo>
                    <a:pt x="1056" y="1020"/>
                  </a:lnTo>
                  <a:lnTo>
                    <a:pt x="1767" y="3009"/>
                  </a:lnTo>
                  <a:lnTo>
                    <a:pt x="1891" y="649"/>
                  </a:lnTo>
                  <a:lnTo>
                    <a:pt x="2292" y="1174"/>
                  </a:lnTo>
                  <a:lnTo>
                    <a:pt x="2570" y="742"/>
                  </a:lnTo>
                  <a:lnTo>
                    <a:pt x="3219" y="1267"/>
                  </a:lnTo>
                  <a:lnTo>
                    <a:pt x="3898" y="0"/>
                  </a:lnTo>
                  <a:lnTo>
                    <a:pt x="0" y="0"/>
                  </a:lnTo>
                  <a:lnTo>
                    <a:pt x="0" y="44"/>
                  </a:lnTo>
                  <a:close/>
                  <a:moveTo>
                    <a:pt x="4807" y="0"/>
                  </a:moveTo>
                  <a:cubicBezTo>
                    <a:pt x="4627" y="729"/>
                    <a:pt x="4288" y="2268"/>
                    <a:pt x="4288" y="2268"/>
                  </a:cubicBezTo>
                  <a:lnTo>
                    <a:pt x="5486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3">
              <a:extLst>
                <a:ext uri="{FF2B5EF4-FFF2-40B4-BE49-F238E27FC236}">
                  <a16:creationId xmlns:a16="http://schemas.microsoft.com/office/drawing/2014/main" id="{2AC677C2-7ADA-56B4-1139-2E4924C10BBE}"/>
                </a:ext>
              </a:extLst>
            </p:cNvPr>
            <p:cNvSpPr/>
            <p:nvPr/>
          </p:nvSpPr>
          <p:spPr>
            <a:xfrm flipH="1">
              <a:off x="8007409" y="3375139"/>
              <a:ext cx="344919" cy="265494"/>
            </a:xfrm>
            <a:custGeom>
              <a:avLst/>
              <a:gdLst/>
              <a:ahLst/>
              <a:cxnLst/>
              <a:rect l="l" t="t" r="r" b="b"/>
              <a:pathLst>
                <a:path w="4986" h="3838" extrusionOk="0">
                  <a:moveTo>
                    <a:pt x="2842" y="1940"/>
                  </a:moveTo>
                  <a:lnTo>
                    <a:pt x="3930" y="1687"/>
                  </a:lnTo>
                  <a:lnTo>
                    <a:pt x="4986" y="0"/>
                  </a:lnTo>
                  <a:lnTo>
                    <a:pt x="4974" y="0"/>
                  </a:lnTo>
                  <a:lnTo>
                    <a:pt x="3806" y="1502"/>
                  </a:lnTo>
                  <a:lnTo>
                    <a:pt x="3015" y="1638"/>
                  </a:lnTo>
                  <a:lnTo>
                    <a:pt x="2459" y="1662"/>
                  </a:lnTo>
                  <a:lnTo>
                    <a:pt x="2255" y="2404"/>
                  </a:lnTo>
                  <a:lnTo>
                    <a:pt x="2206" y="2984"/>
                  </a:lnTo>
                  <a:lnTo>
                    <a:pt x="2231" y="3584"/>
                  </a:lnTo>
                  <a:cubicBezTo>
                    <a:pt x="2231" y="3584"/>
                    <a:pt x="2119" y="3701"/>
                    <a:pt x="1990" y="3837"/>
                  </a:cubicBezTo>
                  <a:lnTo>
                    <a:pt x="2292" y="3837"/>
                  </a:lnTo>
                  <a:lnTo>
                    <a:pt x="2416" y="3676"/>
                  </a:lnTo>
                  <a:lnTo>
                    <a:pt x="2441" y="3262"/>
                  </a:lnTo>
                  <a:lnTo>
                    <a:pt x="3386" y="3423"/>
                  </a:lnTo>
                  <a:lnTo>
                    <a:pt x="3466" y="3837"/>
                  </a:lnTo>
                  <a:lnTo>
                    <a:pt x="3818" y="3837"/>
                  </a:lnTo>
                  <a:lnTo>
                    <a:pt x="3509" y="3262"/>
                  </a:lnTo>
                  <a:lnTo>
                    <a:pt x="2583" y="3052"/>
                  </a:lnTo>
                  <a:lnTo>
                    <a:pt x="2632" y="2496"/>
                  </a:lnTo>
                  <a:close/>
                  <a:moveTo>
                    <a:pt x="494" y="229"/>
                  </a:moveTo>
                  <a:lnTo>
                    <a:pt x="754" y="13"/>
                  </a:lnTo>
                  <a:lnTo>
                    <a:pt x="0" y="13"/>
                  </a:lnTo>
                  <a:lnTo>
                    <a:pt x="0" y="173"/>
                  </a:lnTo>
                  <a:lnTo>
                    <a:pt x="167" y="180"/>
                  </a:lnTo>
                  <a:cubicBezTo>
                    <a:pt x="167" y="180"/>
                    <a:pt x="402" y="618"/>
                    <a:pt x="562" y="828"/>
                  </a:cubicBezTo>
                  <a:cubicBezTo>
                    <a:pt x="723" y="1038"/>
                    <a:pt x="1118" y="1990"/>
                    <a:pt x="1118" y="1990"/>
                  </a:cubicBezTo>
                  <a:lnTo>
                    <a:pt x="1347" y="2614"/>
                  </a:lnTo>
                  <a:lnTo>
                    <a:pt x="884" y="105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3">
              <a:extLst>
                <a:ext uri="{FF2B5EF4-FFF2-40B4-BE49-F238E27FC236}">
                  <a16:creationId xmlns:a16="http://schemas.microsoft.com/office/drawing/2014/main" id="{97D87238-5B21-2A28-773B-97E3AC7F6830}"/>
                </a:ext>
              </a:extLst>
            </p:cNvPr>
            <p:cNvSpPr/>
            <p:nvPr/>
          </p:nvSpPr>
          <p:spPr>
            <a:xfrm flipH="1">
              <a:off x="9088217" y="1604517"/>
              <a:ext cx="148801" cy="48353"/>
            </a:xfrm>
            <a:custGeom>
              <a:avLst/>
              <a:gdLst/>
              <a:ahLst/>
              <a:cxnLst/>
              <a:rect l="l" t="t" r="r" b="b"/>
              <a:pathLst>
                <a:path w="2151" h="699" extrusionOk="0">
                  <a:moveTo>
                    <a:pt x="1576" y="81"/>
                  </a:moveTo>
                  <a:lnTo>
                    <a:pt x="785" y="452"/>
                  </a:lnTo>
                  <a:lnTo>
                    <a:pt x="322" y="38"/>
                  </a:lnTo>
                  <a:lnTo>
                    <a:pt x="1" y="1"/>
                  </a:lnTo>
                  <a:lnTo>
                    <a:pt x="1" y="699"/>
                  </a:lnTo>
                  <a:lnTo>
                    <a:pt x="2151" y="699"/>
                  </a:lnTo>
                  <a:cubicBezTo>
                    <a:pt x="1860" y="408"/>
                    <a:pt x="1576" y="81"/>
                    <a:pt x="1576" y="8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3">
              <a:extLst>
                <a:ext uri="{FF2B5EF4-FFF2-40B4-BE49-F238E27FC236}">
                  <a16:creationId xmlns:a16="http://schemas.microsoft.com/office/drawing/2014/main" id="{508B764F-5A81-0509-42CC-8C1FC2D60ECA}"/>
                </a:ext>
              </a:extLst>
            </p:cNvPr>
            <p:cNvSpPr/>
            <p:nvPr/>
          </p:nvSpPr>
          <p:spPr>
            <a:xfrm flipH="1">
              <a:off x="8099268" y="2150728"/>
              <a:ext cx="600945" cy="677016"/>
            </a:xfrm>
            <a:custGeom>
              <a:avLst/>
              <a:gdLst/>
              <a:ahLst/>
              <a:cxnLst/>
              <a:rect l="l" t="t" r="r" b="b"/>
              <a:pathLst>
                <a:path w="8687" h="9787" extrusionOk="0">
                  <a:moveTo>
                    <a:pt x="964" y="4170"/>
                  </a:moveTo>
                  <a:lnTo>
                    <a:pt x="1520" y="2966"/>
                  </a:lnTo>
                  <a:lnTo>
                    <a:pt x="2261" y="2317"/>
                  </a:lnTo>
                  <a:lnTo>
                    <a:pt x="3985" y="1625"/>
                  </a:lnTo>
                  <a:lnTo>
                    <a:pt x="4263" y="698"/>
                  </a:lnTo>
                  <a:lnTo>
                    <a:pt x="5573" y="0"/>
                  </a:lnTo>
                  <a:lnTo>
                    <a:pt x="5017" y="0"/>
                  </a:lnTo>
                  <a:lnTo>
                    <a:pt x="4028" y="606"/>
                  </a:lnTo>
                  <a:cubicBezTo>
                    <a:pt x="4028" y="606"/>
                    <a:pt x="3750" y="1162"/>
                    <a:pt x="3707" y="1440"/>
                  </a:cubicBezTo>
                  <a:cubicBezTo>
                    <a:pt x="3658" y="1718"/>
                    <a:pt x="2027" y="2132"/>
                    <a:pt x="2027" y="2132"/>
                  </a:cubicBezTo>
                  <a:cubicBezTo>
                    <a:pt x="2027" y="2132"/>
                    <a:pt x="1335" y="2595"/>
                    <a:pt x="1193" y="2966"/>
                  </a:cubicBezTo>
                  <a:cubicBezTo>
                    <a:pt x="1057" y="3336"/>
                    <a:pt x="729" y="4220"/>
                    <a:pt x="729" y="4220"/>
                  </a:cubicBezTo>
                  <a:lnTo>
                    <a:pt x="871" y="6407"/>
                  </a:lnTo>
                  <a:close/>
                  <a:moveTo>
                    <a:pt x="8674" y="8884"/>
                  </a:moveTo>
                  <a:cubicBezTo>
                    <a:pt x="8019" y="8674"/>
                    <a:pt x="7105" y="8384"/>
                    <a:pt x="7006" y="8353"/>
                  </a:cubicBezTo>
                  <a:cubicBezTo>
                    <a:pt x="6864" y="8304"/>
                    <a:pt x="6080" y="8538"/>
                    <a:pt x="6080" y="8538"/>
                  </a:cubicBezTo>
                  <a:lnTo>
                    <a:pt x="5011" y="9230"/>
                  </a:lnTo>
                  <a:lnTo>
                    <a:pt x="4597" y="9138"/>
                  </a:lnTo>
                  <a:lnTo>
                    <a:pt x="4411" y="8538"/>
                  </a:lnTo>
                  <a:lnTo>
                    <a:pt x="3386" y="7426"/>
                  </a:lnTo>
                  <a:lnTo>
                    <a:pt x="4177" y="8724"/>
                  </a:lnTo>
                  <a:lnTo>
                    <a:pt x="3577" y="8860"/>
                  </a:lnTo>
                  <a:lnTo>
                    <a:pt x="3157" y="9416"/>
                  </a:lnTo>
                  <a:lnTo>
                    <a:pt x="0" y="9323"/>
                  </a:lnTo>
                  <a:cubicBezTo>
                    <a:pt x="0" y="9323"/>
                    <a:pt x="2879" y="9694"/>
                    <a:pt x="3250" y="9743"/>
                  </a:cubicBezTo>
                  <a:cubicBezTo>
                    <a:pt x="3621" y="9786"/>
                    <a:pt x="3849" y="9138"/>
                    <a:pt x="3849" y="9138"/>
                  </a:cubicBezTo>
                  <a:lnTo>
                    <a:pt x="5054" y="9601"/>
                  </a:lnTo>
                  <a:lnTo>
                    <a:pt x="6166" y="8860"/>
                  </a:lnTo>
                  <a:lnTo>
                    <a:pt x="7185" y="8767"/>
                  </a:lnTo>
                  <a:cubicBezTo>
                    <a:pt x="7185" y="8767"/>
                    <a:pt x="8063" y="9063"/>
                    <a:pt x="8687" y="9267"/>
                  </a:cubicBezTo>
                  <a:cubicBezTo>
                    <a:pt x="8674" y="9168"/>
                    <a:pt x="8674" y="9033"/>
                    <a:pt x="8674" y="8884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3">
              <a:extLst>
                <a:ext uri="{FF2B5EF4-FFF2-40B4-BE49-F238E27FC236}">
                  <a16:creationId xmlns:a16="http://schemas.microsoft.com/office/drawing/2014/main" id="{6D567E53-BFA9-3697-AEE1-BF668123DF8B}"/>
                </a:ext>
              </a:extLst>
            </p:cNvPr>
            <p:cNvSpPr/>
            <p:nvPr/>
          </p:nvSpPr>
          <p:spPr>
            <a:xfrm flipH="1">
              <a:off x="8868994" y="929293"/>
              <a:ext cx="368024" cy="391946"/>
            </a:xfrm>
            <a:custGeom>
              <a:avLst/>
              <a:gdLst/>
              <a:ahLst/>
              <a:cxnLst/>
              <a:rect l="l" t="t" r="r" b="b"/>
              <a:pathLst>
                <a:path w="5320" h="5666" extrusionOk="0">
                  <a:moveTo>
                    <a:pt x="5320" y="3868"/>
                  </a:moveTo>
                  <a:lnTo>
                    <a:pt x="4918" y="2255"/>
                  </a:lnTo>
                  <a:lnTo>
                    <a:pt x="5165" y="1205"/>
                  </a:lnTo>
                  <a:lnTo>
                    <a:pt x="4826" y="216"/>
                  </a:lnTo>
                  <a:lnTo>
                    <a:pt x="4591" y="0"/>
                  </a:lnTo>
                  <a:lnTo>
                    <a:pt x="3955" y="0"/>
                  </a:lnTo>
                  <a:lnTo>
                    <a:pt x="4603" y="433"/>
                  </a:lnTo>
                  <a:lnTo>
                    <a:pt x="4974" y="1236"/>
                  </a:lnTo>
                  <a:lnTo>
                    <a:pt x="4727" y="2286"/>
                  </a:lnTo>
                  <a:close/>
                  <a:moveTo>
                    <a:pt x="2317" y="3621"/>
                  </a:moveTo>
                  <a:lnTo>
                    <a:pt x="4331" y="2817"/>
                  </a:lnTo>
                  <a:lnTo>
                    <a:pt x="2317" y="3404"/>
                  </a:lnTo>
                  <a:lnTo>
                    <a:pt x="1236" y="3868"/>
                  </a:lnTo>
                  <a:lnTo>
                    <a:pt x="520" y="4702"/>
                  </a:lnTo>
                  <a:lnTo>
                    <a:pt x="1" y="4770"/>
                  </a:lnTo>
                  <a:lnTo>
                    <a:pt x="1" y="5147"/>
                  </a:lnTo>
                  <a:lnTo>
                    <a:pt x="495" y="5048"/>
                  </a:lnTo>
                  <a:lnTo>
                    <a:pt x="1638" y="5666"/>
                  </a:lnTo>
                  <a:lnTo>
                    <a:pt x="2256" y="5635"/>
                  </a:lnTo>
                  <a:lnTo>
                    <a:pt x="2836" y="4986"/>
                  </a:lnTo>
                  <a:lnTo>
                    <a:pt x="4016" y="4554"/>
                  </a:lnTo>
                  <a:lnTo>
                    <a:pt x="2812" y="4770"/>
                  </a:lnTo>
                  <a:lnTo>
                    <a:pt x="2194" y="5418"/>
                  </a:lnTo>
                  <a:lnTo>
                    <a:pt x="1730" y="5388"/>
                  </a:lnTo>
                  <a:lnTo>
                    <a:pt x="711" y="4862"/>
                  </a:lnTo>
                  <a:lnTo>
                    <a:pt x="1360" y="4028"/>
                  </a:ln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3">
              <a:extLst>
                <a:ext uri="{FF2B5EF4-FFF2-40B4-BE49-F238E27FC236}">
                  <a16:creationId xmlns:a16="http://schemas.microsoft.com/office/drawing/2014/main" id="{242983B9-4E60-CE67-5992-61D358653B31}"/>
                </a:ext>
              </a:extLst>
            </p:cNvPr>
            <p:cNvSpPr/>
            <p:nvPr/>
          </p:nvSpPr>
          <p:spPr>
            <a:xfrm flipH="1">
              <a:off x="7590699" y="3472608"/>
              <a:ext cx="117187" cy="95738"/>
            </a:xfrm>
            <a:custGeom>
              <a:avLst/>
              <a:gdLst/>
              <a:ahLst/>
              <a:cxnLst/>
              <a:rect l="l" t="t" r="r" b="b"/>
              <a:pathLst>
                <a:path w="1694" h="1384" extrusionOk="0">
                  <a:moveTo>
                    <a:pt x="1311" y="581"/>
                  </a:moveTo>
                  <a:lnTo>
                    <a:pt x="1113" y="0"/>
                  </a:lnTo>
                  <a:cubicBezTo>
                    <a:pt x="928" y="154"/>
                    <a:pt x="711" y="352"/>
                    <a:pt x="680" y="457"/>
                  </a:cubicBezTo>
                  <a:cubicBezTo>
                    <a:pt x="619" y="643"/>
                    <a:pt x="1" y="1384"/>
                    <a:pt x="1" y="1384"/>
                  </a:cubicBezTo>
                  <a:lnTo>
                    <a:pt x="680" y="1106"/>
                  </a:lnTo>
                  <a:lnTo>
                    <a:pt x="1175" y="1044"/>
                  </a:lnTo>
                  <a:lnTo>
                    <a:pt x="1694" y="99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3">
              <a:extLst>
                <a:ext uri="{FF2B5EF4-FFF2-40B4-BE49-F238E27FC236}">
                  <a16:creationId xmlns:a16="http://schemas.microsoft.com/office/drawing/2014/main" id="{DE122D61-91D1-3A76-D6B8-7B6D478FB5D1}"/>
                </a:ext>
              </a:extLst>
            </p:cNvPr>
            <p:cNvSpPr/>
            <p:nvPr/>
          </p:nvSpPr>
          <p:spPr>
            <a:xfrm flipH="1">
              <a:off x="7047517" y="3714930"/>
              <a:ext cx="658224" cy="925700"/>
            </a:xfrm>
            <a:custGeom>
              <a:avLst/>
              <a:gdLst/>
              <a:ahLst/>
              <a:cxnLst/>
              <a:rect l="l" t="t" r="r" b="b"/>
              <a:pathLst>
                <a:path w="9515" h="13382" extrusionOk="0">
                  <a:moveTo>
                    <a:pt x="248" y="8847"/>
                  </a:moveTo>
                  <a:cubicBezTo>
                    <a:pt x="495" y="8476"/>
                    <a:pt x="680" y="8291"/>
                    <a:pt x="927" y="7982"/>
                  </a:cubicBezTo>
                  <a:cubicBezTo>
                    <a:pt x="1175" y="7673"/>
                    <a:pt x="1669" y="6870"/>
                    <a:pt x="1669" y="6870"/>
                  </a:cubicBezTo>
                  <a:lnTo>
                    <a:pt x="1483" y="5634"/>
                  </a:lnTo>
                  <a:lnTo>
                    <a:pt x="2225" y="5017"/>
                  </a:lnTo>
                  <a:lnTo>
                    <a:pt x="2039" y="6005"/>
                  </a:lnTo>
                  <a:lnTo>
                    <a:pt x="2657" y="5882"/>
                  </a:lnTo>
                  <a:lnTo>
                    <a:pt x="2719" y="4763"/>
                  </a:lnTo>
                  <a:cubicBezTo>
                    <a:pt x="2719" y="4763"/>
                    <a:pt x="3522" y="5017"/>
                    <a:pt x="2966" y="3472"/>
                  </a:cubicBezTo>
                  <a:cubicBezTo>
                    <a:pt x="2410" y="1915"/>
                    <a:pt x="3306" y="945"/>
                    <a:pt x="3306" y="945"/>
                  </a:cubicBezTo>
                  <a:lnTo>
                    <a:pt x="4016" y="0"/>
                  </a:lnTo>
                  <a:cubicBezTo>
                    <a:pt x="4016" y="0"/>
                    <a:pt x="3522" y="1551"/>
                    <a:pt x="3584" y="1921"/>
                  </a:cubicBezTo>
                  <a:cubicBezTo>
                    <a:pt x="3646" y="2292"/>
                    <a:pt x="4634" y="2620"/>
                    <a:pt x="4634" y="2620"/>
                  </a:cubicBezTo>
                  <a:lnTo>
                    <a:pt x="5190" y="3033"/>
                  </a:lnTo>
                  <a:lnTo>
                    <a:pt x="4696" y="4590"/>
                  </a:lnTo>
                  <a:cubicBezTo>
                    <a:pt x="4696" y="4590"/>
                    <a:pt x="4387" y="5826"/>
                    <a:pt x="4573" y="6326"/>
                  </a:cubicBezTo>
                  <a:cubicBezTo>
                    <a:pt x="4758" y="6821"/>
                    <a:pt x="5561" y="7253"/>
                    <a:pt x="5561" y="7253"/>
                  </a:cubicBezTo>
                  <a:lnTo>
                    <a:pt x="5685" y="5332"/>
                  </a:lnTo>
                  <a:lnTo>
                    <a:pt x="6179" y="4467"/>
                  </a:lnTo>
                  <a:lnTo>
                    <a:pt x="6364" y="5702"/>
                  </a:lnTo>
                  <a:lnTo>
                    <a:pt x="7600" y="6629"/>
                  </a:lnTo>
                  <a:cubicBezTo>
                    <a:pt x="7600" y="6629"/>
                    <a:pt x="6920" y="8118"/>
                    <a:pt x="7291" y="8180"/>
                  </a:cubicBezTo>
                  <a:cubicBezTo>
                    <a:pt x="7662" y="8242"/>
                    <a:pt x="8341" y="7438"/>
                    <a:pt x="8341" y="7191"/>
                  </a:cubicBezTo>
                  <a:cubicBezTo>
                    <a:pt x="8341" y="6944"/>
                    <a:pt x="8959" y="6388"/>
                    <a:pt x="8835" y="7253"/>
                  </a:cubicBezTo>
                  <a:cubicBezTo>
                    <a:pt x="8712" y="8118"/>
                    <a:pt x="8465" y="9607"/>
                    <a:pt x="8465" y="9607"/>
                  </a:cubicBezTo>
                  <a:cubicBezTo>
                    <a:pt x="8465" y="9607"/>
                    <a:pt x="9515" y="10039"/>
                    <a:pt x="9391" y="10595"/>
                  </a:cubicBezTo>
                  <a:cubicBezTo>
                    <a:pt x="9268" y="11151"/>
                    <a:pt x="8650" y="11646"/>
                    <a:pt x="8650" y="12084"/>
                  </a:cubicBezTo>
                  <a:cubicBezTo>
                    <a:pt x="8650" y="12529"/>
                    <a:pt x="8094" y="13382"/>
                    <a:pt x="8094" y="13382"/>
                  </a:cubicBezTo>
                  <a:lnTo>
                    <a:pt x="4010" y="13382"/>
                  </a:lnTo>
                  <a:lnTo>
                    <a:pt x="1286" y="12270"/>
                  </a:lnTo>
                  <a:cubicBezTo>
                    <a:pt x="1298" y="12257"/>
                    <a:pt x="1" y="9224"/>
                    <a:pt x="248" y="88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3">
              <a:extLst>
                <a:ext uri="{FF2B5EF4-FFF2-40B4-BE49-F238E27FC236}">
                  <a16:creationId xmlns:a16="http://schemas.microsoft.com/office/drawing/2014/main" id="{5E467D9B-7403-4C2C-5B44-ED66D5D33CDD}"/>
                </a:ext>
              </a:extLst>
            </p:cNvPr>
            <p:cNvSpPr/>
            <p:nvPr/>
          </p:nvSpPr>
          <p:spPr>
            <a:xfrm flipH="1">
              <a:off x="8519800" y="3956353"/>
              <a:ext cx="115457" cy="128320"/>
            </a:xfrm>
            <a:custGeom>
              <a:avLst/>
              <a:gdLst/>
              <a:ahLst/>
              <a:cxnLst/>
              <a:rect l="l" t="t" r="r" b="b"/>
              <a:pathLst>
                <a:path w="1669" h="1855" extrusionOk="0">
                  <a:moveTo>
                    <a:pt x="1051" y="773"/>
                  </a:moveTo>
                  <a:lnTo>
                    <a:pt x="1668" y="1638"/>
                  </a:lnTo>
                  <a:cubicBezTo>
                    <a:pt x="1668" y="1638"/>
                    <a:pt x="1112" y="1854"/>
                    <a:pt x="896" y="1638"/>
                  </a:cubicBezTo>
                  <a:cubicBezTo>
                    <a:pt x="680" y="1422"/>
                    <a:pt x="0" y="618"/>
                    <a:pt x="0" y="618"/>
                  </a:cubicBezTo>
                  <a:lnTo>
                    <a:pt x="247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3">
              <a:extLst>
                <a:ext uri="{FF2B5EF4-FFF2-40B4-BE49-F238E27FC236}">
                  <a16:creationId xmlns:a16="http://schemas.microsoft.com/office/drawing/2014/main" id="{C15266E2-1621-0397-FF41-BEDCF1872C82}"/>
                </a:ext>
              </a:extLst>
            </p:cNvPr>
            <p:cNvSpPr/>
            <p:nvPr/>
          </p:nvSpPr>
          <p:spPr>
            <a:xfrm flipH="1">
              <a:off x="7561643" y="4434565"/>
              <a:ext cx="207325" cy="391600"/>
            </a:xfrm>
            <a:custGeom>
              <a:avLst/>
              <a:gdLst/>
              <a:ahLst/>
              <a:cxnLst/>
              <a:rect l="l" t="t" r="r" b="b"/>
              <a:pathLst>
                <a:path w="2997" h="5661" extrusionOk="0">
                  <a:moveTo>
                    <a:pt x="2997" y="5660"/>
                  </a:moveTo>
                  <a:lnTo>
                    <a:pt x="1668" y="5073"/>
                  </a:lnTo>
                  <a:lnTo>
                    <a:pt x="525" y="4239"/>
                  </a:lnTo>
                  <a:lnTo>
                    <a:pt x="340" y="3374"/>
                  </a:lnTo>
                  <a:lnTo>
                    <a:pt x="247" y="1854"/>
                  </a:lnTo>
                  <a:lnTo>
                    <a:pt x="834" y="1298"/>
                  </a:lnTo>
                  <a:lnTo>
                    <a:pt x="1551" y="186"/>
                  </a:lnTo>
                  <a:lnTo>
                    <a:pt x="1298" y="1"/>
                  </a:lnTo>
                  <a:cubicBezTo>
                    <a:pt x="1063" y="427"/>
                    <a:pt x="748" y="989"/>
                    <a:pt x="680" y="1138"/>
                  </a:cubicBezTo>
                  <a:cubicBezTo>
                    <a:pt x="556" y="1385"/>
                    <a:pt x="0" y="1786"/>
                    <a:pt x="0" y="1786"/>
                  </a:cubicBezTo>
                  <a:lnTo>
                    <a:pt x="186" y="3053"/>
                  </a:lnTo>
                  <a:lnTo>
                    <a:pt x="124" y="3393"/>
                  </a:lnTo>
                  <a:lnTo>
                    <a:pt x="371" y="4412"/>
                  </a:lnTo>
                  <a:lnTo>
                    <a:pt x="1576" y="52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3">
              <a:extLst>
                <a:ext uri="{FF2B5EF4-FFF2-40B4-BE49-F238E27FC236}">
                  <a16:creationId xmlns:a16="http://schemas.microsoft.com/office/drawing/2014/main" id="{64B00078-D2E0-1F14-731D-DDA50DFA287D}"/>
                </a:ext>
              </a:extLst>
            </p:cNvPr>
            <p:cNvSpPr/>
            <p:nvPr/>
          </p:nvSpPr>
          <p:spPr>
            <a:xfrm flipH="1">
              <a:off x="6994047" y="4732021"/>
              <a:ext cx="547125" cy="244534"/>
            </a:xfrm>
            <a:custGeom>
              <a:avLst/>
              <a:gdLst/>
              <a:ahLst/>
              <a:cxnLst/>
              <a:rect l="l" t="t" r="r" b="b"/>
              <a:pathLst>
                <a:path w="7909" h="3535" extrusionOk="0">
                  <a:moveTo>
                    <a:pt x="7581" y="2979"/>
                  </a:moveTo>
                  <a:lnTo>
                    <a:pt x="7000" y="1959"/>
                  </a:lnTo>
                  <a:lnTo>
                    <a:pt x="6098" y="1910"/>
                  </a:lnTo>
                  <a:lnTo>
                    <a:pt x="4140" y="1"/>
                  </a:lnTo>
                  <a:lnTo>
                    <a:pt x="2558" y="557"/>
                  </a:lnTo>
                  <a:lnTo>
                    <a:pt x="723" y="792"/>
                  </a:lnTo>
                  <a:lnTo>
                    <a:pt x="0" y="1348"/>
                  </a:lnTo>
                  <a:lnTo>
                    <a:pt x="742" y="928"/>
                  </a:lnTo>
                  <a:cubicBezTo>
                    <a:pt x="742" y="928"/>
                    <a:pt x="2422" y="674"/>
                    <a:pt x="2626" y="650"/>
                  </a:cubicBezTo>
                  <a:cubicBezTo>
                    <a:pt x="2836" y="631"/>
                    <a:pt x="3923" y="372"/>
                    <a:pt x="3923" y="372"/>
                  </a:cubicBezTo>
                  <a:cubicBezTo>
                    <a:pt x="3923" y="372"/>
                    <a:pt x="4319" y="952"/>
                    <a:pt x="4572" y="1206"/>
                  </a:cubicBezTo>
                  <a:cubicBezTo>
                    <a:pt x="4832" y="1459"/>
                    <a:pt x="5869" y="2386"/>
                    <a:pt x="5869" y="2386"/>
                  </a:cubicBezTo>
                  <a:cubicBezTo>
                    <a:pt x="5869" y="2386"/>
                    <a:pt x="6382" y="2318"/>
                    <a:pt x="6660" y="2367"/>
                  </a:cubicBezTo>
                  <a:cubicBezTo>
                    <a:pt x="6938" y="2410"/>
                    <a:pt x="6938" y="2898"/>
                    <a:pt x="6938" y="2898"/>
                  </a:cubicBezTo>
                  <a:lnTo>
                    <a:pt x="7179" y="3516"/>
                  </a:lnTo>
                  <a:lnTo>
                    <a:pt x="7908" y="353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3">
              <a:extLst>
                <a:ext uri="{FF2B5EF4-FFF2-40B4-BE49-F238E27FC236}">
                  <a16:creationId xmlns:a16="http://schemas.microsoft.com/office/drawing/2014/main" id="{0F33E318-A3DF-5616-9F1D-D2B23410468E}"/>
                </a:ext>
              </a:extLst>
            </p:cNvPr>
            <p:cNvSpPr/>
            <p:nvPr/>
          </p:nvSpPr>
          <p:spPr>
            <a:xfrm flipH="1">
              <a:off x="8375764" y="3731117"/>
              <a:ext cx="626195" cy="544546"/>
            </a:xfrm>
            <a:custGeom>
              <a:avLst/>
              <a:gdLst/>
              <a:ahLst/>
              <a:cxnLst/>
              <a:rect l="l" t="t" r="r" b="b"/>
              <a:pathLst>
                <a:path w="9052" h="7872" extrusionOk="0">
                  <a:moveTo>
                    <a:pt x="933" y="1212"/>
                  </a:moveTo>
                  <a:lnTo>
                    <a:pt x="2694" y="1706"/>
                  </a:lnTo>
                  <a:lnTo>
                    <a:pt x="3843" y="2756"/>
                  </a:lnTo>
                  <a:lnTo>
                    <a:pt x="4183" y="4925"/>
                  </a:lnTo>
                  <a:lnTo>
                    <a:pt x="3782" y="5604"/>
                  </a:lnTo>
                  <a:lnTo>
                    <a:pt x="4616" y="6605"/>
                  </a:lnTo>
                  <a:lnTo>
                    <a:pt x="4090" y="5666"/>
                  </a:lnTo>
                  <a:lnTo>
                    <a:pt x="4276" y="5388"/>
                  </a:lnTo>
                  <a:lnTo>
                    <a:pt x="4894" y="5851"/>
                  </a:lnTo>
                  <a:lnTo>
                    <a:pt x="5789" y="7563"/>
                  </a:lnTo>
                  <a:lnTo>
                    <a:pt x="7803" y="7872"/>
                  </a:lnTo>
                  <a:lnTo>
                    <a:pt x="9051" y="7501"/>
                  </a:lnTo>
                  <a:lnTo>
                    <a:pt x="7803" y="7717"/>
                  </a:lnTo>
                  <a:lnTo>
                    <a:pt x="5950" y="7439"/>
                  </a:lnTo>
                  <a:lnTo>
                    <a:pt x="5048" y="5851"/>
                  </a:lnTo>
                  <a:lnTo>
                    <a:pt x="4430" y="5079"/>
                  </a:lnTo>
                  <a:lnTo>
                    <a:pt x="4214" y="2664"/>
                  </a:lnTo>
                  <a:lnTo>
                    <a:pt x="3040" y="1521"/>
                  </a:lnTo>
                  <a:lnTo>
                    <a:pt x="1304" y="995"/>
                  </a:lnTo>
                  <a:lnTo>
                    <a:pt x="359" y="1"/>
                  </a:lnTo>
                  <a:lnTo>
                    <a:pt x="1" y="4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3">
              <a:extLst>
                <a:ext uri="{FF2B5EF4-FFF2-40B4-BE49-F238E27FC236}">
                  <a16:creationId xmlns:a16="http://schemas.microsoft.com/office/drawing/2014/main" id="{7D96213C-DC5A-31D4-F889-3830DC9278A8}"/>
                </a:ext>
              </a:extLst>
            </p:cNvPr>
            <p:cNvSpPr/>
            <p:nvPr/>
          </p:nvSpPr>
          <p:spPr>
            <a:xfrm flipH="1">
              <a:off x="8062938" y="4720538"/>
              <a:ext cx="1134788" cy="390631"/>
            </a:xfrm>
            <a:custGeom>
              <a:avLst/>
              <a:gdLst/>
              <a:ahLst/>
              <a:cxnLst/>
              <a:rect l="l" t="t" r="r" b="b"/>
              <a:pathLst>
                <a:path w="16404" h="5647" extrusionOk="0">
                  <a:moveTo>
                    <a:pt x="1" y="4442"/>
                  </a:moveTo>
                  <a:cubicBezTo>
                    <a:pt x="50" y="4300"/>
                    <a:pt x="2929" y="1650"/>
                    <a:pt x="3170" y="1477"/>
                  </a:cubicBezTo>
                  <a:cubicBezTo>
                    <a:pt x="3399" y="1291"/>
                    <a:pt x="6723" y="371"/>
                    <a:pt x="7001" y="284"/>
                  </a:cubicBezTo>
                  <a:cubicBezTo>
                    <a:pt x="7279" y="198"/>
                    <a:pt x="9515" y="0"/>
                    <a:pt x="9793" y="6"/>
                  </a:cubicBezTo>
                  <a:cubicBezTo>
                    <a:pt x="10071" y="12"/>
                    <a:pt x="12178" y="1674"/>
                    <a:pt x="12178" y="1674"/>
                  </a:cubicBezTo>
                  <a:lnTo>
                    <a:pt x="14909" y="2601"/>
                  </a:lnTo>
                  <a:lnTo>
                    <a:pt x="16404" y="4627"/>
                  </a:lnTo>
                  <a:cubicBezTo>
                    <a:pt x="16404" y="4627"/>
                    <a:pt x="13506" y="5647"/>
                    <a:pt x="12388" y="5628"/>
                  </a:cubicBezTo>
                  <a:cubicBezTo>
                    <a:pt x="11276" y="5616"/>
                    <a:pt x="5005" y="5554"/>
                    <a:pt x="4628" y="5499"/>
                  </a:cubicBezTo>
                  <a:cubicBezTo>
                    <a:pt x="4258" y="5443"/>
                    <a:pt x="1" y="4442"/>
                    <a:pt x="1" y="44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3">
              <a:extLst>
                <a:ext uri="{FF2B5EF4-FFF2-40B4-BE49-F238E27FC236}">
                  <a16:creationId xmlns:a16="http://schemas.microsoft.com/office/drawing/2014/main" id="{813F3DFA-CF10-180A-BBEA-63F1C4962AD4}"/>
                </a:ext>
              </a:extLst>
            </p:cNvPr>
            <p:cNvSpPr/>
            <p:nvPr/>
          </p:nvSpPr>
          <p:spPr>
            <a:xfrm flipH="1">
              <a:off x="8063353" y="4737624"/>
              <a:ext cx="1135203" cy="373545"/>
            </a:xfrm>
            <a:custGeom>
              <a:avLst/>
              <a:gdLst/>
              <a:ahLst/>
              <a:cxnLst/>
              <a:rect l="l" t="t" r="r" b="b"/>
              <a:pathLst>
                <a:path w="16410" h="5400" extrusionOk="0">
                  <a:moveTo>
                    <a:pt x="16410" y="4368"/>
                  </a:moveTo>
                  <a:lnTo>
                    <a:pt x="13938" y="3719"/>
                  </a:lnTo>
                  <a:lnTo>
                    <a:pt x="12758" y="4078"/>
                  </a:lnTo>
                  <a:lnTo>
                    <a:pt x="10998" y="3800"/>
                  </a:lnTo>
                  <a:lnTo>
                    <a:pt x="8928" y="3670"/>
                  </a:lnTo>
                  <a:lnTo>
                    <a:pt x="11615" y="2039"/>
                  </a:lnTo>
                  <a:lnTo>
                    <a:pt x="8261" y="2632"/>
                  </a:lnTo>
                  <a:lnTo>
                    <a:pt x="9713" y="1112"/>
                  </a:lnTo>
                  <a:lnTo>
                    <a:pt x="9855" y="0"/>
                  </a:lnTo>
                  <a:lnTo>
                    <a:pt x="9311" y="828"/>
                  </a:lnTo>
                  <a:lnTo>
                    <a:pt x="7915" y="865"/>
                  </a:lnTo>
                  <a:cubicBezTo>
                    <a:pt x="7915" y="865"/>
                    <a:pt x="6457" y="371"/>
                    <a:pt x="6098" y="284"/>
                  </a:cubicBezTo>
                  <a:cubicBezTo>
                    <a:pt x="5011" y="593"/>
                    <a:pt x="3337" y="1088"/>
                    <a:pt x="3164" y="1217"/>
                  </a:cubicBezTo>
                  <a:cubicBezTo>
                    <a:pt x="2935" y="1403"/>
                    <a:pt x="50" y="4047"/>
                    <a:pt x="1" y="4183"/>
                  </a:cubicBezTo>
                  <a:cubicBezTo>
                    <a:pt x="1" y="4183"/>
                    <a:pt x="4251" y="5190"/>
                    <a:pt x="4622" y="5233"/>
                  </a:cubicBezTo>
                  <a:cubicBezTo>
                    <a:pt x="4992" y="5289"/>
                    <a:pt x="11263" y="5344"/>
                    <a:pt x="12388" y="5369"/>
                  </a:cubicBezTo>
                  <a:cubicBezTo>
                    <a:pt x="13512" y="5400"/>
                    <a:pt x="16410" y="4368"/>
                    <a:pt x="16410" y="4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3">
              <a:extLst>
                <a:ext uri="{FF2B5EF4-FFF2-40B4-BE49-F238E27FC236}">
                  <a16:creationId xmlns:a16="http://schemas.microsoft.com/office/drawing/2014/main" id="{66CB97C1-0903-F649-1A30-B2E60D1B299B}"/>
                </a:ext>
              </a:extLst>
            </p:cNvPr>
            <p:cNvSpPr/>
            <p:nvPr/>
          </p:nvSpPr>
          <p:spPr>
            <a:xfrm flipH="1">
              <a:off x="7503013" y="4353422"/>
              <a:ext cx="1471959" cy="370155"/>
            </a:xfrm>
            <a:custGeom>
              <a:avLst/>
              <a:gdLst/>
              <a:ahLst/>
              <a:cxnLst/>
              <a:rect l="l" t="t" r="r" b="b"/>
              <a:pathLst>
                <a:path w="21278" h="5351" extrusionOk="0">
                  <a:moveTo>
                    <a:pt x="705" y="4943"/>
                  </a:moveTo>
                  <a:cubicBezTo>
                    <a:pt x="705" y="4943"/>
                    <a:pt x="1261" y="4294"/>
                    <a:pt x="1662" y="4294"/>
                  </a:cubicBezTo>
                  <a:cubicBezTo>
                    <a:pt x="2064" y="4294"/>
                    <a:pt x="4078" y="4232"/>
                    <a:pt x="4078" y="4232"/>
                  </a:cubicBezTo>
                  <a:lnTo>
                    <a:pt x="5437" y="3769"/>
                  </a:lnTo>
                  <a:lnTo>
                    <a:pt x="6642" y="3738"/>
                  </a:lnTo>
                  <a:cubicBezTo>
                    <a:pt x="6642" y="3738"/>
                    <a:pt x="6734" y="3522"/>
                    <a:pt x="6765" y="3398"/>
                  </a:cubicBezTo>
                  <a:cubicBezTo>
                    <a:pt x="6796" y="3274"/>
                    <a:pt x="7105" y="2595"/>
                    <a:pt x="7105" y="2595"/>
                  </a:cubicBezTo>
                  <a:cubicBezTo>
                    <a:pt x="7105" y="2595"/>
                    <a:pt x="8625" y="2440"/>
                    <a:pt x="8903" y="2502"/>
                  </a:cubicBezTo>
                  <a:cubicBezTo>
                    <a:pt x="9181" y="2564"/>
                    <a:pt x="9335" y="2811"/>
                    <a:pt x="9335" y="2811"/>
                  </a:cubicBezTo>
                  <a:lnTo>
                    <a:pt x="9922" y="3954"/>
                  </a:lnTo>
                  <a:cubicBezTo>
                    <a:pt x="9922" y="3954"/>
                    <a:pt x="10880" y="4170"/>
                    <a:pt x="11034" y="4170"/>
                  </a:cubicBezTo>
                  <a:cubicBezTo>
                    <a:pt x="11189" y="4170"/>
                    <a:pt x="11683" y="4417"/>
                    <a:pt x="11992" y="4294"/>
                  </a:cubicBezTo>
                  <a:cubicBezTo>
                    <a:pt x="12301" y="4170"/>
                    <a:pt x="13351" y="3552"/>
                    <a:pt x="13351" y="3552"/>
                  </a:cubicBezTo>
                  <a:lnTo>
                    <a:pt x="13815" y="2657"/>
                  </a:lnTo>
                  <a:cubicBezTo>
                    <a:pt x="13815" y="2657"/>
                    <a:pt x="14031" y="2039"/>
                    <a:pt x="14185" y="1761"/>
                  </a:cubicBezTo>
                  <a:cubicBezTo>
                    <a:pt x="14340" y="1483"/>
                    <a:pt x="14494" y="1112"/>
                    <a:pt x="14556" y="680"/>
                  </a:cubicBezTo>
                  <a:cubicBezTo>
                    <a:pt x="14618" y="247"/>
                    <a:pt x="14896" y="0"/>
                    <a:pt x="14896" y="0"/>
                  </a:cubicBezTo>
                  <a:lnTo>
                    <a:pt x="16508" y="340"/>
                  </a:lnTo>
                  <a:cubicBezTo>
                    <a:pt x="16508" y="340"/>
                    <a:pt x="16539" y="927"/>
                    <a:pt x="16724" y="1081"/>
                  </a:cubicBezTo>
                  <a:cubicBezTo>
                    <a:pt x="16910" y="1236"/>
                    <a:pt x="16848" y="1637"/>
                    <a:pt x="17188" y="1792"/>
                  </a:cubicBezTo>
                  <a:cubicBezTo>
                    <a:pt x="17528" y="1946"/>
                    <a:pt x="18893" y="2070"/>
                    <a:pt x="18893" y="2070"/>
                  </a:cubicBezTo>
                  <a:lnTo>
                    <a:pt x="19851" y="2039"/>
                  </a:lnTo>
                  <a:lnTo>
                    <a:pt x="20716" y="2996"/>
                  </a:lnTo>
                  <a:lnTo>
                    <a:pt x="21216" y="4547"/>
                  </a:lnTo>
                  <a:lnTo>
                    <a:pt x="21278" y="5350"/>
                  </a:lnTo>
                  <a:lnTo>
                    <a:pt x="0" y="5350"/>
                  </a:lnTo>
                  <a:cubicBezTo>
                    <a:pt x="0" y="5350"/>
                    <a:pt x="186" y="4918"/>
                    <a:pt x="278" y="4887"/>
                  </a:cubicBezTo>
                  <a:cubicBezTo>
                    <a:pt x="396" y="4850"/>
                    <a:pt x="705" y="4943"/>
                    <a:pt x="705" y="49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3">
              <a:extLst>
                <a:ext uri="{FF2B5EF4-FFF2-40B4-BE49-F238E27FC236}">
                  <a16:creationId xmlns:a16="http://schemas.microsoft.com/office/drawing/2014/main" id="{BEB8742E-F30A-B16D-B96B-69CB4C6CABF9}"/>
                </a:ext>
              </a:extLst>
            </p:cNvPr>
            <p:cNvSpPr/>
            <p:nvPr/>
          </p:nvSpPr>
          <p:spPr>
            <a:xfrm flipH="1">
              <a:off x="7535881" y="4587582"/>
              <a:ext cx="1078408" cy="135583"/>
            </a:xfrm>
            <a:custGeom>
              <a:avLst/>
              <a:gdLst/>
              <a:ahLst/>
              <a:cxnLst/>
              <a:rect l="l" t="t" r="r" b="b"/>
              <a:pathLst>
                <a:path w="15589" h="1960" extrusionOk="0">
                  <a:moveTo>
                    <a:pt x="10479" y="1360"/>
                  </a:moveTo>
                  <a:cubicBezTo>
                    <a:pt x="10479" y="1360"/>
                    <a:pt x="10139" y="1391"/>
                    <a:pt x="9954" y="1403"/>
                  </a:cubicBezTo>
                  <a:cubicBezTo>
                    <a:pt x="9768" y="1422"/>
                    <a:pt x="8792" y="1453"/>
                    <a:pt x="8792" y="1453"/>
                  </a:cubicBezTo>
                  <a:lnTo>
                    <a:pt x="7977" y="1156"/>
                  </a:lnTo>
                  <a:lnTo>
                    <a:pt x="7093" y="1514"/>
                  </a:lnTo>
                  <a:lnTo>
                    <a:pt x="6370" y="1743"/>
                  </a:lnTo>
                  <a:lnTo>
                    <a:pt x="5579" y="1959"/>
                  </a:lnTo>
                  <a:lnTo>
                    <a:pt x="10837" y="1959"/>
                  </a:lnTo>
                  <a:lnTo>
                    <a:pt x="10701" y="1669"/>
                  </a:lnTo>
                  <a:close/>
                  <a:moveTo>
                    <a:pt x="15434" y="1341"/>
                  </a:moveTo>
                  <a:lnTo>
                    <a:pt x="14661" y="279"/>
                  </a:lnTo>
                  <a:lnTo>
                    <a:pt x="13611" y="1"/>
                  </a:lnTo>
                  <a:lnTo>
                    <a:pt x="11535" y="711"/>
                  </a:lnTo>
                  <a:lnTo>
                    <a:pt x="11492" y="1545"/>
                  </a:lnTo>
                  <a:lnTo>
                    <a:pt x="11615" y="1959"/>
                  </a:lnTo>
                  <a:lnTo>
                    <a:pt x="15588" y="1959"/>
                  </a:lnTo>
                  <a:close/>
                  <a:moveTo>
                    <a:pt x="4115" y="1144"/>
                  </a:moveTo>
                  <a:cubicBezTo>
                    <a:pt x="4115" y="1144"/>
                    <a:pt x="3541" y="1051"/>
                    <a:pt x="3343" y="1156"/>
                  </a:cubicBezTo>
                  <a:cubicBezTo>
                    <a:pt x="3139" y="1267"/>
                    <a:pt x="2447" y="1483"/>
                    <a:pt x="2447" y="1483"/>
                  </a:cubicBezTo>
                  <a:lnTo>
                    <a:pt x="1613" y="1959"/>
                  </a:lnTo>
                  <a:lnTo>
                    <a:pt x="5283" y="1959"/>
                  </a:lnTo>
                  <a:lnTo>
                    <a:pt x="6519" y="1527"/>
                  </a:lnTo>
                  <a:close/>
                  <a:moveTo>
                    <a:pt x="1422" y="927"/>
                  </a:moveTo>
                  <a:lnTo>
                    <a:pt x="495" y="1032"/>
                  </a:lnTo>
                  <a:lnTo>
                    <a:pt x="1" y="1168"/>
                  </a:lnTo>
                  <a:cubicBezTo>
                    <a:pt x="1" y="1267"/>
                    <a:pt x="229" y="1465"/>
                    <a:pt x="229" y="1465"/>
                  </a:cubicBezTo>
                  <a:lnTo>
                    <a:pt x="878" y="1632"/>
                  </a:lnTo>
                  <a:lnTo>
                    <a:pt x="2021" y="1144"/>
                  </a:lnTo>
                  <a:close/>
                </a:path>
              </a:pathLst>
            </a:custGeom>
            <a:solidFill>
              <a:srgbClr val="000000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3">
              <a:extLst>
                <a:ext uri="{FF2B5EF4-FFF2-40B4-BE49-F238E27FC236}">
                  <a16:creationId xmlns:a16="http://schemas.microsoft.com/office/drawing/2014/main" id="{6283329A-BDA6-DF9A-AE0C-EE4486A0D5C1}"/>
                </a:ext>
              </a:extLst>
            </p:cNvPr>
            <p:cNvSpPr/>
            <p:nvPr/>
          </p:nvSpPr>
          <p:spPr>
            <a:xfrm flipH="1">
              <a:off x="7839780" y="4599134"/>
              <a:ext cx="686863" cy="124446"/>
            </a:xfrm>
            <a:custGeom>
              <a:avLst/>
              <a:gdLst/>
              <a:ahLst/>
              <a:cxnLst/>
              <a:rect l="l" t="t" r="r" b="b"/>
              <a:pathLst>
                <a:path w="9929" h="1799" extrusionOk="0">
                  <a:moveTo>
                    <a:pt x="8773" y="649"/>
                  </a:moveTo>
                  <a:cubicBezTo>
                    <a:pt x="8588" y="532"/>
                    <a:pt x="7982" y="303"/>
                    <a:pt x="7982" y="303"/>
                  </a:cubicBezTo>
                  <a:lnTo>
                    <a:pt x="7383" y="371"/>
                  </a:lnTo>
                  <a:lnTo>
                    <a:pt x="6895" y="0"/>
                  </a:lnTo>
                  <a:cubicBezTo>
                    <a:pt x="6895" y="0"/>
                    <a:pt x="6833" y="31"/>
                    <a:pt x="6747" y="87"/>
                  </a:cubicBezTo>
                  <a:lnTo>
                    <a:pt x="7309" y="464"/>
                  </a:lnTo>
                  <a:lnTo>
                    <a:pt x="7958" y="439"/>
                  </a:lnTo>
                  <a:lnTo>
                    <a:pt x="8631" y="742"/>
                  </a:lnTo>
                  <a:lnTo>
                    <a:pt x="9928" y="1298"/>
                  </a:lnTo>
                  <a:cubicBezTo>
                    <a:pt x="9928" y="1298"/>
                    <a:pt x="8958" y="767"/>
                    <a:pt x="8773" y="649"/>
                  </a:cubicBezTo>
                  <a:close/>
                  <a:moveTo>
                    <a:pt x="1495" y="1045"/>
                  </a:moveTo>
                  <a:lnTo>
                    <a:pt x="1193" y="556"/>
                  </a:lnTo>
                  <a:lnTo>
                    <a:pt x="593" y="581"/>
                  </a:lnTo>
                  <a:lnTo>
                    <a:pt x="167" y="186"/>
                  </a:lnTo>
                  <a:lnTo>
                    <a:pt x="0" y="192"/>
                  </a:lnTo>
                  <a:lnTo>
                    <a:pt x="383" y="637"/>
                  </a:lnTo>
                  <a:lnTo>
                    <a:pt x="266" y="1051"/>
                  </a:lnTo>
                  <a:lnTo>
                    <a:pt x="433" y="1286"/>
                  </a:lnTo>
                  <a:lnTo>
                    <a:pt x="593" y="1675"/>
                  </a:lnTo>
                  <a:lnTo>
                    <a:pt x="569" y="1261"/>
                  </a:lnTo>
                  <a:lnTo>
                    <a:pt x="451" y="1051"/>
                  </a:lnTo>
                  <a:lnTo>
                    <a:pt x="593" y="748"/>
                  </a:lnTo>
                  <a:lnTo>
                    <a:pt x="1125" y="680"/>
                  </a:lnTo>
                  <a:lnTo>
                    <a:pt x="1403" y="1119"/>
                  </a:lnTo>
                  <a:lnTo>
                    <a:pt x="2076" y="1421"/>
                  </a:lnTo>
                  <a:lnTo>
                    <a:pt x="2237" y="1798"/>
                  </a:lnTo>
                  <a:lnTo>
                    <a:pt x="2416" y="1798"/>
                  </a:lnTo>
                  <a:lnTo>
                    <a:pt x="2175" y="1329"/>
                  </a:lnTo>
                  <a:close/>
                </a:path>
              </a:pathLst>
            </a:custGeom>
            <a:solidFill>
              <a:srgbClr val="000000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3">
              <a:extLst>
                <a:ext uri="{FF2B5EF4-FFF2-40B4-BE49-F238E27FC236}">
                  <a16:creationId xmlns:a16="http://schemas.microsoft.com/office/drawing/2014/main" id="{43440196-DE9B-460A-B1C0-889E433F6BEE}"/>
                </a:ext>
              </a:extLst>
            </p:cNvPr>
            <p:cNvSpPr/>
            <p:nvPr/>
          </p:nvSpPr>
          <p:spPr>
            <a:xfrm flipH="1">
              <a:off x="5168" y="4240117"/>
              <a:ext cx="4223714" cy="1007811"/>
            </a:xfrm>
            <a:custGeom>
              <a:avLst/>
              <a:gdLst/>
              <a:ahLst/>
              <a:cxnLst/>
              <a:rect l="l" t="t" r="r" b="b"/>
              <a:pathLst>
                <a:path w="84950" h="14569" extrusionOk="0">
                  <a:moveTo>
                    <a:pt x="17263" y="8768"/>
                  </a:moveTo>
                  <a:lnTo>
                    <a:pt x="9991" y="9293"/>
                  </a:lnTo>
                  <a:lnTo>
                    <a:pt x="12104" y="10992"/>
                  </a:lnTo>
                  <a:lnTo>
                    <a:pt x="3183" y="13778"/>
                  </a:lnTo>
                  <a:lnTo>
                    <a:pt x="1" y="14556"/>
                  </a:lnTo>
                  <a:lnTo>
                    <a:pt x="17361" y="14556"/>
                  </a:lnTo>
                  <a:lnTo>
                    <a:pt x="20321" y="12666"/>
                  </a:lnTo>
                  <a:lnTo>
                    <a:pt x="28822" y="11696"/>
                  </a:lnTo>
                  <a:lnTo>
                    <a:pt x="26734" y="10016"/>
                  </a:lnTo>
                  <a:close/>
                  <a:moveTo>
                    <a:pt x="45558" y="4449"/>
                  </a:moveTo>
                  <a:lnTo>
                    <a:pt x="42309" y="2311"/>
                  </a:lnTo>
                  <a:lnTo>
                    <a:pt x="54115" y="1"/>
                  </a:lnTo>
                  <a:lnTo>
                    <a:pt x="28167" y="1"/>
                  </a:lnTo>
                  <a:lnTo>
                    <a:pt x="27710" y="273"/>
                  </a:lnTo>
                  <a:lnTo>
                    <a:pt x="13494" y="409"/>
                  </a:lnTo>
                  <a:lnTo>
                    <a:pt x="6389" y="3479"/>
                  </a:lnTo>
                  <a:lnTo>
                    <a:pt x="16151" y="5147"/>
                  </a:lnTo>
                  <a:cubicBezTo>
                    <a:pt x="16707" y="5147"/>
                    <a:pt x="21729" y="4869"/>
                    <a:pt x="21729" y="4869"/>
                  </a:cubicBezTo>
                  <a:lnTo>
                    <a:pt x="27302" y="5425"/>
                  </a:lnTo>
                  <a:lnTo>
                    <a:pt x="31343" y="4591"/>
                  </a:lnTo>
                  <a:lnTo>
                    <a:pt x="39708" y="5425"/>
                  </a:lnTo>
                  <a:close/>
                  <a:moveTo>
                    <a:pt x="43186" y="12252"/>
                  </a:moveTo>
                  <a:lnTo>
                    <a:pt x="38583" y="11554"/>
                  </a:lnTo>
                  <a:lnTo>
                    <a:pt x="35939" y="12808"/>
                  </a:lnTo>
                  <a:cubicBezTo>
                    <a:pt x="35939" y="12808"/>
                    <a:pt x="33425" y="14056"/>
                    <a:pt x="33147" y="14482"/>
                  </a:cubicBezTo>
                  <a:lnTo>
                    <a:pt x="33517" y="14569"/>
                  </a:lnTo>
                  <a:lnTo>
                    <a:pt x="54152" y="14569"/>
                  </a:lnTo>
                  <a:lnTo>
                    <a:pt x="51823" y="13784"/>
                  </a:lnTo>
                  <a:close/>
                  <a:moveTo>
                    <a:pt x="78271" y="4097"/>
                  </a:moveTo>
                  <a:lnTo>
                    <a:pt x="84950" y="3652"/>
                  </a:lnTo>
                  <a:lnTo>
                    <a:pt x="84950" y="1786"/>
                  </a:lnTo>
                  <a:lnTo>
                    <a:pt x="79526" y="2441"/>
                  </a:lnTo>
                  <a:lnTo>
                    <a:pt x="65421" y="4393"/>
                  </a:lnTo>
                  <a:lnTo>
                    <a:pt x="54609" y="7476"/>
                  </a:lnTo>
                  <a:lnTo>
                    <a:pt x="60565" y="9219"/>
                  </a:lnTo>
                  <a:lnTo>
                    <a:pt x="66990" y="12203"/>
                  </a:lnTo>
                  <a:lnTo>
                    <a:pt x="77647" y="14464"/>
                  </a:lnTo>
                  <a:lnTo>
                    <a:pt x="84950" y="14396"/>
                  </a:lnTo>
                  <a:lnTo>
                    <a:pt x="84950" y="9373"/>
                  </a:lnTo>
                  <a:lnTo>
                    <a:pt x="79995" y="9015"/>
                  </a:lnTo>
                  <a:lnTo>
                    <a:pt x="66360" y="7075"/>
                  </a:lnTo>
                  <a:lnTo>
                    <a:pt x="72470" y="491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98981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2029;p69">
            <a:extLst>
              <a:ext uri="{FF2B5EF4-FFF2-40B4-BE49-F238E27FC236}">
                <a16:creationId xmlns:a16="http://schemas.microsoft.com/office/drawing/2014/main" id="{FFF192AA-77E3-8FB2-8AC3-9475C01CA020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639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US"/>
              <a:t>Addiction Loop</a:t>
            </a:r>
            <a:endParaRPr lang="de-DE"/>
          </a:p>
        </p:txBody>
      </p:sp>
      <p:sp>
        <p:nvSpPr>
          <p:cNvPr id="1132" name="Google Shape;2030;p69">
            <a:extLst>
              <a:ext uri="{FF2B5EF4-FFF2-40B4-BE49-F238E27FC236}">
                <a16:creationId xmlns:a16="http://schemas.microsoft.com/office/drawing/2014/main" id="{6FF35187-34DB-7075-AF34-502B33ECD5E0}"/>
              </a:ext>
            </a:extLst>
          </p:cNvPr>
          <p:cNvSpPr txBox="1"/>
          <p:nvPr/>
        </p:nvSpPr>
        <p:spPr>
          <a:xfrm flipH="1">
            <a:off x="206479" y="3716264"/>
            <a:ext cx="2759804" cy="729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</a:rPr>
              <a:t>Scores/ money that allows the unlock of new weapons and areas</a:t>
            </a:r>
          </a:p>
          <a:p>
            <a:endParaRPr lang="en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1134" name="Google Shape;2031;p69">
            <a:extLst>
              <a:ext uri="{FF2B5EF4-FFF2-40B4-BE49-F238E27FC236}">
                <a16:creationId xmlns:a16="http://schemas.microsoft.com/office/drawing/2014/main" id="{15DD6BBA-6819-E7A1-90A4-CE0D5C07CBCE}"/>
              </a:ext>
            </a:extLst>
          </p:cNvPr>
          <p:cNvSpPr txBox="1"/>
          <p:nvPr/>
        </p:nvSpPr>
        <p:spPr>
          <a:xfrm>
            <a:off x="363847" y="2912311"/>
            <a:ext cx="1376609" cy="63652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nton"/>
                <a:sym typeface="Anton"/>
              </a:rPr>
              <a:t>Reward</a:t>
            </a:r>
            <a:endParaRPr lang="en" sz="2400">
              <a:solidFill>
                <a:schemeClr val="dk1"/>
              </a:solidFill>
              <a:latin typeface="Anton"/>
            </a:endParaRPr>
          </a:p>
        </p:txBody>
      </p:sp>
      <p:sp>
        <p:nvSpPr>
          <p:cNvPr id="1136" name="Google Shape;2032;p69">
            <a:extLst>
              <a:ext uri="{FF2B5EF4-FFF2-40B4-BE49-F238E27FC236}">
                <a16:creationId xmlns:a16="http://schemas.microsoft.com/office/drawing/2014/main" id="{7C3B32B1-8CD2-4AA8-C47D-AED3D69BC730}"/>
              </a:ext>
            </a:extLst>
          </p:cNvPr>
          <p:cNvSpPr txBox="1"/>
          <p:nvPr/>
        </p:nvSpPr>
        <p:spPr>
          <a:xfrm flipH="1">
            <a:off x="6043689" y="3227590"/>
            <a:ext cx="3132522" cy="1897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sym typeface="Barlow"/>
              </a:rPr>
              <a:t>By unlocking better gear, also the enemies get harder and players need to keep up.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1138" name="Google Shape;2033;p69">
            <a:extLst>
              <a:ext uri="{FF2B5EF4-FFF2-40B4-BE49-F238E27FC236}">
                <a16:creationId xmlns:a16="http://schemas.microsoft.com/office/drawing/2014/main" id="{F2062567-5FA2-11E6-43B9-CD8BDE96D957}"/>
              </a:ext>
            </a:extLst>
          </p:cNvPr>
          <p:cNvSpPr txBox="1"/>
          <p:nvPr/>
        </p:nvSpPr>
        <p:spPr>
          <a:xfrm>
            <a:off x="6325297" y="2821203"/>
            <a:ext cx="1857000" cy="64480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nton"/>
                <a:sym typeface="Anton"/>
              </a:rPr>
              <a:t>Challenge</a:t>
            </a:r>
            <a:endParaRPr lang="en-US"/>
          </a:p>
        </p:txBody>
      </p:sp>
      <p:sp>
        <p:nvSpPr>
          <p:cNvPr id="1140" name="Google Shape;2034;p69">
            <a:extLst>
              <a:ext uri="{FF2B5EF4-FFF2-40B4-BE49-F238E27FC236}">
                <a16:creationId xmlns:a16="http://schemas.microsoft.com/office/drawing/2014/main" id="{5262A7D8-D8E6-D981-54DB-D23EE34A6115}"/>
              </a:ext>
            </a:extLst>
          </p:cNvPr>
          <p:cNvSpPr txBox="1"/>
          <p:nvPr/>
        </p:nvSpPr>
        <p:spPr>
          <a:xfrm flipH="1">
            <a:off x="264457" y="1698524"/>
            <a:ext cx="2834347" cy="1127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latin typeface="Barlow"/>
                <a:sym typeface="Barlow"/>
              </a:rPr>
              <a:t>Players need to survive the zombie attack</a:t>
            </a:r>
            <a:endParaRPr lang="en">
              <a:solidFill>
                <a:schemeClr val="dk1"/>
              </a:solidFill>
            </a:endParaRPr>
          </a:p>
          <a:p>
            <a:endParaRPr lang="en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1142" name="Google Shape;2035;p69">
            <a:extLst>
              <a:ext uri="{FF2B5EF4-FFF2-40B4-BE49-F238E27FC236}">
                <a16:creationId xmlns:a16="http://schemas.microsoft.com/office/drawing/2014/main" id="{17D69FE3-3AA5-AD72-9EA3-08F30C8DE90F}"/>
              </a:ext>
            </a:extLst>
          </p:cNvPr>
          <p:cNvSpPr txBox="1"/>
          <p:nvPr/>
        </p:nvSpPr>
        <p:spPr>
          <a:xfrm>
            <a:off x="264456" y="949117"/>
            <a:ext cx="1384892" cy="56197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2400">
                <a:solidFill>
                  <a:schemeClr val="dk1"/>
                </a:solidFill>
                <a:latin typeface="Anton"/>
                <a:sym typeface="Anton"/>
              </a:rPr>
              <a:t>Task</a:t>
            </a:r>
            <a:endParaRPr lang="en" sz="2400">
              <a:solidFill>
                <a:schemeClr val="dk1"/>
              </a:solidFill>
              <a:latin typeface="Anton"/>
            </a:endParaRPr>
          </a:p>
        </p:txBody>
      </p:sp>
      <p:sp>
        <p:nvSpPr>
          <p:cNvPr id="1144" name="Google Shape;2036;p69">
            <a:extLst>
              <a:ext uri="{FF2B5EF4-FFF2-40B4-BE49-F238E27FC236}">
                <a16:creationId xmlns:a16="http://schemas.microsoft.com/office/drawing/2014/main" id="{A81A1919-6A7E-94C2-7072-B47485B10242}"/>
              </a:ext>
            </a:extLst>
          </p:cNvPr>
          <p:cNvSpPr txBox="1"/>
          <p:nvPr/>
        </p:nvSpPr>
        <p:spPr>
          <a:xfrm flipH="1">
            <a:off x="6043688" y="1582566"/>
            <a:ext cx="2900609" cy="146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Char char="•"/>
            </a:pPr>
            <a:r>
              <a:rPr lang="en">
                <a:solidFill>
                  <a:schemeClr val="dk1"/>
                </a:solidFill>
                <a:sym typeface="Barlow"/>
              </a:rPr>
              <a:t>Kill Zombies with starter weapon so they </a:t>
            </a:r>
            <a:r>
              <a:rPr lang="en" err="1">
                <a:solidFill>
                  <a:schemeClr val="dk1"/>
                </a:solidFill>
                <a:sym typeface="Barlow"/>
              </a:rPr>
              <a:t>dont</a:t>
            </a:r>
            <a:r>
              <a:rPr lang="en">
                <a:solidFill>
                  <a:schemeClr val="dk1"/>
                </a:solidFill>
                <a:sym typeface="Barlow"/>
              </a:rPr>
              <a:t> kill you</a:t>
            </a:r>
            <a:endParaRPr lang="en-US">
              <a:solidFill>
                <a:schemeClr val="dk1"/>
              </a:solidFill>
            </a:endParaRPr>
          </a:p>
          <a:p>
            <a:endParaRPr lang="en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1146" name="Google Shape;2037;p69">
            <a:extLst>
              <a:ext uri="{FF2B5EF4-FFF2-40B4-BE49-F238E27FC236}">
                <a16:creationId xmlns:a16="http://schemas.microsoft.com/office/drawing/2014/main" id="{90861019-7290-DB89-2A4C-EB46A6FD022A}"/>
              </a:ext>
            </a:extLst>
          </p:cNvPr>
          <p:cNvSpPr txBox="1"/>
          <p:nvPr/>
        </p:nvSpPr>
        <p:spPr>
          <a:xfrm>
            <a:off x="6325297" y="998699"/>
            <a:ext cx="1848718" cy="58682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400">
                <a:solidFill>
                  <a:schemeClr val="dk1"/>
                </a:solidFill>
                <a:latin typeface="Anton"/>
                <a:sym typeface="Anton"/>
              </a:rPr>
              <a:t>Action</a:t>
            </a:r>
            <a:endParaRPr lang="de-DE"/>
          </a:p>
        </p:txBody>
      </p:sp>
      <p:sp>
        <p:nvSpPr>
          <p:cNvPr id="1148" name="Google Shape;2038;p69">
            <a:extLst>
              <a:ext uri="{FF2B5EF4-FFF2-40B4-BE49-F238E27FC236}">
                <a16:creationId xmlns:a16="http://schemas.microsoft.com/office/drawing/2014/main" id="{C357933E-EF6D-BE31-FFF8-75AA85F4ACB0}"/>
              </a:ext>
            </a:extLst>
          </p:cNvPr>
          <p:cNvSpPr/>
          <p:nvPr/>
        </p:nvSpPr>
        <p:spPr>
          <a:xfrm>
            <a:off x="3097688" y="1584825"/>
            <a:ext cx="843300" cy="843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sz="28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50" name="Google Shape;2039;p69">
            <a:extLst>
              <a:ext uri="{FF2B5EF4-FFF2-40B4-BE49-F238E27FC236}">
                <a16:creationId xmlns:a16="http://schemas.microsoft.com/office/drawing/2014/main" id="{1DD3DA71-AF84-3900-6829-7E566580C265}"/>
              </a:ext>
            </a:extLst>
          </p:cNvPr>
          <p:cNvSpPr/>
          <p:nvPr/>
        </p:nvSpPr>
        <p:spPr>
          <a:xfrm>
            <a:off x="5209788" y="1584825"/>
            <a:ext cx="843300" cy="843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sz="100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52" name="Google Shape;2040;p69">
            <a:extLst>
              <a:ext uri="{FF2B5EF4-FFF2-40B4-BE49-F238E27FC236}">
                <a16:creationId xmlns:a16="http://schemas.microsoft.com/office/drawing/2014/main" id="{3725036B-5525-8FBC-9D26-8452C1F8A047}"/>
              </a:ext>
            </a:extLst>
          </p:cNvPr>
          <p:cNvSpPr/>
          <p:nvPr/>
        </p:nvSpPr>
        <p:spPr>
          <a:xfrm>
            <a:off x="3097688" y="3393025"/>
            <a:ext cx="843300" cy="843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 sz="100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54" name="Google Shape;2041;p69">
            <a:extLst>
              <a:ext uri="{FF2B5EF4-FFF2-40B4-BE49-F238E27FC236}">
                <a16:creationId xmlns:a16="http://schemas.microsoft.com/office/drawing/2014/main" id="{CC44CFA3-06F2-EDA3-6A3B-3403488A06FE}"/>
              </a:ext>
            </a:extLst>
          </p:cNvPr>
          <p:cNvSpPr/>
          <p:nvPr/>
        </p:nvSpPr>
        <p:spPr>
          <a:xfrm>
            <a:off x="5209788" y="3393025"/>
            <a:ext cx="843300" cy="843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 sz="1000">
              <a:latin typeface="Anton"/>
              <a:ea typeface="Anton"/>
              <a:cs typeface="Anton"/>
              <a:sym typeface="Anton"/>
            </a:endParaRPr>
          </a:p>
        </p:txBody>
      </p:sp>
      <p:cxnSp>
        <p:nvCxnSpPr>
          <p:cNvPr id="1156" name="Google Shape;2042;p69">
            <a:extLst>
              <a:ext uri="{FF2B5EF4-FFF2-40B4-BE49-F238E27FC236}">
                <a16:creationId xmlns:a16="http://schemas.microsoft.com/office/drawing/2014/main" id="{6456626F-ECEF-03D7-518D-D17ED45480F9}"/>
              </a:ext>
            </a:extLst>
          </p:cNvPr>
          <p:cNvCxnSpPr/>
          <p:nvPr/>
        </p:nvCxnSpPr>
        <p:spPr>
          <a:xfrm>
            <a:off x="3940988" y="2006475"/>
            <a:ext cx="1268700" cy="6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8" name="Google Shape;2043;p69">
            <a:extLst>
              <a:ext uri="{FF2B5EF4-FFF2-40B4-BE49-F238E27FC236}">
                <a16:creationId xmlns:a16="http://schemas.microsoft.com/office/drawing/2014/main" id="{C55D30D3-7644-1B04-210A-C6EC7EAE24EB}"/>
              </a:ext>
            </a:extLst>
          </p:cNvPr>
          <p:cNvCxnSpPr/>
          <p:nvPr/>
        </p:nvCxnSpPr>
        <p:spPr>
          <a:xfrm rot="5400000">
            <a:off x="4084755" y="1854525"/>
            <a:ext cx="964800" cy="21120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0" name="Google Shape;3531;p81">
            <a:extLst>
              <a:ext uri="{FF2B5EF4-FFF2-40B4-BE49-F238E27FC236}">
                <a16:creationId xmlns:a16="http://schemas.microsoft.com/office/drawing/2014/main" id="{7DB14DA8-0735-7D9A-00D7-CC60C81B6637}"/>
              </a:ext>
            </a:extLst>
          </p:cNvPr>
          <p:cNvSpPr/>
          <p:nvPr/>
        </p:nvSpPr>
        <p:spPr>
          <a:xfrm rot="13200000" flipV="1">
            <a:off x="3831093" y="2351368"/>
            <a:ext cx="935854" cy="647957"/>
          </a:xfrm>
          <a:custGeom>
            <a:avLst/>
            <a:gdLst/>
            <a:ahLst/>
            <a:cxnLst/>
            <a:rect l="l" t="t" r="r" b="b"/>
            <a:pathLst>
              <a:path w="1616" h="1465" extrusionOk="0">
                <a:moveTo>
                  <a:pt x="887" y="0"/>
                </a:moveTo>
                <a:lnTo>
                  <a:pt x="692" y="188"/>
                </a:lnTo>
                <a:lnTo>
                  <a:pt x="1104" y="599"/>
                </a:lnTo>
                <a:lnTo>
                  <a:pt x="0" y="599"/>
                </a:lnTo>
                <a:lnTo>
                  <a:pt x="0" y="866"/>
                </a:lnTo>
                <a:lnTo>
                  <a:pt x="1104" y="866"/>
                </a:lnTo>
                <a:lnTo>
                  <a:pt x="692" y="1269"/>
                </a:lnTo>
                <a:lnTo>
                  <a:pt x="887" y="1464"/>
                </a:lnTo>
                <a:lnTo>
                  <a:pt x="1616" y="729"/>
                </a:lnTo>
                <a:lnTo>
                  <a:pt x="887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>
                    <a:lumMod val="25000"/>
                    <a:lumOff val="75000"/>
                  </a:schemeClr>
                </a:solidFill>
              </a:rPr>
              <a:t>Repeat</a:t>
            </a:r>
          </a:p>
        </p:txBody>
      </p:sp>
      <p:sp>
        <p:nvSpPr>
          <p:cNvPr id="1162" name="Google Shape;3532;p81">
            <a:extLst>
              <a:ext uri="{FF2B5EF4-FFF2-40B4-BE49-F238E27FC236}">
                <a16:creationId xmlns:a16="http://schemas.microsoft.com/office/drawing/2014/main" id="{6BC05598-55BE-F995-6C58-967362697F79}"/>
              </a:ext>
            </a:extLst>
          </p:cNvPr>
          <p:cNvSpPr/>
          <p:nvPr/>
        </p:nvSpPr>
        <p:spPr>
          <a:xfrm rot="13200000">
            <a:off x="4740854" y="3084993"/>
            <a:ext cx="247283" cy="107228"/>
          </a:xfrm>
          <a:custGeom>
            <a:avLst/>
            <a:gdLst/>
            <a:ahLst/>
            <a:cxnLst/>
            <a:rect l="l" t="t" r="r" b="b"/>
            <a:pathLst>
              <a:path w="427" h="268" extrusionOk="0">
                <a:moveTo>
                  <a:pt x="1" y="1"/>
                </a:moveTo>
                <a:lnTo>
                  <a:pt x="1" y="268"/>
                </a:lnTo>
                <a:lnTo>
                  <a:pt x="426" y="268"/>
                </a:lnTo>
                <a:lnTo>
                  <a:pt x="426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3533;p81">
            <a:extLst>
              <a:ext uri="{FF2B5EF4-FFF2-40B4-BE49-F238E27FC236}">
                <a16:creationId xmlns:a16="http://schemas.microsoft.com/office/drawing/2014/main" id="{A6D6C532-BF0E-BC2D-E308-2F1810039B12}"/>
              </a:ext>
            </a:extLst>
          </p:cNvPr>
          <p:cNvSpPr/>
          <p:nvPr/>
        </p:nvSpPr>
        <p:spPr>
          <a:xfrm rot="13200000">
            <a:off x="5063601" y="3291500"/>
            <a:ext cx="130302" cy="107228"/>
          </a:xfrm>
          <a:custGeom>
            <a:avLst/>
            <a:gdLst/>
            <a:ahLst/>
            <a:cxnLst/>
            <a:rect l="l" t="t" r="r" b="b"/>
            <a:pathLst>
              <a:path w="225" h="268" extrusionOk="0">
                <a:moveTo>
                  <a:pt x="1" y="1"/>
                </a:moveTo>
                <a:lnTo>
                  <a:pt x="1" y="268"/>
                </a:lnTo>
                <a:lnTo>
                  <a:pt x="224" y="268"/>
                </a:lnTo>
                <a:lnTo>
                  <a:pt x="224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" name="Google Shape;2044;p69">
            <a:extLst>
              <a:ext uri="{FF2B5EF4-FFF2-40B4-BE49-F238E27FC236}">
                <a16:creationId xmlns:a16="http://schemas.microsoft.com/office/drawing/2014/main" id="{22DEE440-6DBC-B066-EB0B-7B4E9895DF87}"/>
              </a:ext>
            </a:extLst>
          </p:cNvPr>
          <p:cNvCxnSpPr>
            <a:cxnSpLocks/>
          </p:cNvCxnSpPr>
          <p:nvPr/>
        </p:nvCxnSpPr>
        <p:spPr>
          <a:xfrm>
            <a:off x="3940988" y="3806392"/>
            <a:ext cx="1268700" cy="6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Desired Emotions</a:t>
            </a:r>
            <a:endParaRPr lang="de-DE"/>
          </a:p>
        </p:txBody>
      </p:sp>
      <p:sp>
        <p:nvSpPr>
          <p:cNvPr id="1104" name="Google Shape;1104;p48"/>
          <p:cNvSpPr txBox="1">
            <a:spLocks noGrp="1"/>
          </p:cNvSpPr>
          <p:nvPr>
            <p:ph type="subTitle" idx="4"/>
          </p:nvPr>
        </p:nvSpPr>
        <p:spPr>
          <a:xfrm>
            <a:off x="844849" y="3243203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Ambition</a:t>
            </a:r>
          </a:p>
        </p:txBody>
      </p:sp>
      <p:sp>
        <p:nvSpPr>
          <p:cNvPr id="1105" name="Google Shape;1105;p48"/>
          <p:cNvSpPr txBox="1">
            <a:spLocks noGrp="1"/>
          </p:cNvSpPr>
          <p:nvPr>
            <p:ph type="subTitle" idx="5"/>
          </p:nvPr>
        </p:nvSpPr>
        <p:spPr>
          <a:xfrm>
            <a:off x="3391574" y="3243203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Tension</a:t>
            </a:r>
            <a:endParaRPr lang="de-DE"/>
          </a:p>
        </p:txBody>
      </p:sp>
      <p:sp>
        <p:nvSpPr>
          <p:cNvPr id="1106" name="Google Shape;1106;p48"/>
          <p:cNvSpPr txBox="1">
            <a:spLocks noGrp="1"/>
          </p:cNvSpPr>
          <p:nvPr>
            <p:ph type="subTitle" idx="6"/>
          </p:nvPr>
        </p:nvSpPr>
        <p:spPr>
          <a:xfrm>
            <a:off x="5938299" y="3243203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Pride</a:t>
            </a:r>
            <a:endParaRPr/>
          </a:p>
        </p:txBody>
      </p:sp>
      <p:pic>
        <p:nvPicPr>
          <p:cNvPr id="4" name="Grafik 3" descr="Ein Bild, das Symbol, Grafiken, Silhouette, Kunst enthält.&#10;&#10;KI-generierte Inhalte können fehlerhaft sein.">
            <a:extLst>
              <a:ext uri="{FF2B5EF4-FFF2-40B4-BE49-F238E27FC236}">
                <a16:creationId xmlns:a16="http://schemas.microsoft.com/office/drawing/2014/main" id="{E06034E6-AEFA-3920-BE76-E1D06F582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259" y="1814450"/>
            <a:ext cx="1232559" cy="1225137"/>
          </a:xfrm>
          <a:prstGeom prst="rect">
            <a:avLst/>
          </a:prstGeom>
        </p:spPr>
      </p:pic>
      <p:pic>
        <p:nvPicPr>
          <p:cNvPr id="5" name="Grafik 4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B7108A2D-ABF8-D575-90A9-3217C72F1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012" y="1866404"/>
            <a:ext cx="1384713" cy="1414402"/>
          </a:xfrm>
          <a:prstGeom prst="rect">
            <a:avLst/>
          </a:prstGeom>
        </p:spPr>
      </p:pic>
      <p:pic>
        <p:nvPicPr>
          <p:cNvPr id="10" name="Grafik 9" descr="Ein Bild, das gelb, Stern enthält.&#10;&#10;KI-generierte Inhalte können fehlerhaft sein.">
            <a:extLst>
              <a:ext uri="{FF2B5EF4-FFF2-40B4-BE49-F238E27FC236}">
                <a16:creationId xmlns:a16="http://schemas.microsoft.com/office/drawing/2014/main" id="{668F8F0E-18BE-CCA3-9CAC-A6852AAB0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430" y="1865601"/>
            <a:ext cx="1374693" cy="12267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6">
          <a:extLst>
            <a:ext uri="{FF2B5EF4-FFF2-40B4-BE49-F238E27FC236}">
              <a16:creationId xmlns:a16="http://schemas.microsoft.com/office/drawing/2014/main" id="{FB9F61CD-D1A4-B5D7-D443-137AC1E7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65">
            <a:extLst>
              <a:ext uri="{FF2B5EF4-FFF2-40B4-BE49-F238E27FC236}">
                <a16:creationId xmlns:a16="http://schemas.microsoft.com/office/drawing/2014/main" id="{CB191AA6-3E9C-CF2F-8622-D73604E0B3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7870" y="1984441"/>
            <a:ext cx="2292919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Ambition</a:t>
            </a:r>
            <a:endParaRPr lang="de-DE"/>
          </a:p>
        </p:txBody>
      </p:sp>
      <p:sp>
        <p:nvSpPr>
          <p:cNvPr id="1888" name="Google Shape;1888;p65">
            <a:extLst>
              <a:ext uri="{FF2B5EF4-FFF2-40B4-BE49-F238E27FC236}">
                <a16:creationId xmlns:a16="http://schemas.microsoft.com/office/drawing/2014/main" id="{F08DE694-1AAA-0021-F474-033323BF8F64}"/>
              </a:ext>
            </a:extLst>
          </p:cNvPr>
          <p:cNvSpPr/>
          <p:nvPr/>
        </p:nvSpPr>
        <p:spPr>
          <a:xfrm>
            <a:off x="2989555" y="1690840"/>
            <a:ext cx="739500" cy="73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9" name="Google Shape;1889;p65">
            <a:extLst>
              <a:ext uri="{FF2B5EF4-FFF2-40B4-BE49-F238E27FC236}">
                <a16:creationId xmlns:a16="http://schemas.microsoft.com/office/drawing/2014/main" id="{33539D7B-F1B1-1780-8FE7-5CD8C98A9FFD}"/>
              </a:ext>
            </a:extLst>
          </p:cNvPr>
          <p:cNvSpPr/>
          <p:nvPr/>
        </p:nvSpPr>
        <p:spPr>
          <a:xfrm>
            <a:off x="4040405" y="1690840"/>
            <a:ext cx="739500" cy="73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0" name="Google Shape;1890;p65">
            <a:extLst>
              <a:ext uri="{FF2B5EF4-FFF2-40B4-BE49-F238E27FC236}">
                <a16:creationId xmlns:a16="http://schemas.microsoft.com/office/drawing/2014/main" id="{15B0FB00-8B54-09B9-42AD-27E460C5B1F7}"/>
              </a:ext>
            </a:extLst>
          </p:cNvPr>
          <p:cNvSpPr/>
          <p:nvPr/>
        </p:nvSpPr>
        <p:spPr>
          <a:xfrm>
            <a:off x="5091255" y="1690840"/>
            <a:ext cx="739500" cy="73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2" name="Google Shape;1892;p65">
            <a:extLst>
              <a:ext uri="{FF2B5EF4-FFF2-40B4-BE49-F238E27FC236}">
                <a16:creationId xmlns:a16="http://schemas.microsoft.com/office/drawing/2014/main" id="{283FA0D2-0164-F51F-1EAF-324D5BC778F7}"/>
              </a:ext>
            </a:extLst>
          </p:cNvPr>
          <p:cNvSpPr/>
          <p:nvPr/>
        </p:nvSpPr>
        <p:spPr>
          <a:xfrm>
            <a:off x="4563068" y="2936265"/>
            <a:ext cx="739500" cy="73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p65">
            <a:extLst>
              <a:ext uri="{FF2B5EF4-FFF2-40B4-BE49-F238E27FC236}">
                <a16:creationId xmlns:a16="http://schemas.microsoft.com/office/drawing/2014/main" id="{09222351-E163-A7D4-B6FA-1A69660A3186}"/>
              </a:ext>
            </a:extLst>
          </p:cNvPr>
          <p:cNvSpPr txBox="1"/>
          <p:nvPr/>
        </p:nvSpPr>
        <p:spPr>
          <a:xfrm flipH="1">
            <a:off x="3367180" y="835578"/>
            <a:ext cx="20859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>
                <a:solidFill>
                  <a:schemeClr val="dk1"/>
                </a:solidFill>
                <a:latin typeface="Barlow"/>
                <a:sym typeface="Barlow"/>
              </a:rPr>
              <a:t>Give Players a goal to work towards</a:t>
            </a:r>
            <a:endParaRPr lang="de-DE">
              <a:solidFill>
                <a:schemeClr val="dk1"/>
              </a:solidFill>
            </a:endParaRPr>
          </a:p>
        </p:txBody>
      </p:sp>
      <p:sp>
        <p:nvSpPr>
          <p:cNvPr id="1894" name="Google Shape;1894;p65">
            <a:extLst>
              <a:ext uri="{FF2B5EF4-FFF2-40B4-BE49-F238E27FC236}">
                <a16:creationId xmlns:a16="http://schemas.microsoft.com/office/drawing/2014/main" id="{0F85D3F2-D0A0-EFD0-2B58-6661E4B5AC38}"/>
              </a:ext>
            </a:extLst>
          </p:cNvPr>
          <p:cNvSpPr txBox="1"/>
          <p:nvPr/>
        </p:nvSpPr>
        <p:spPr>
          <a:xfrm>
            <a:off x="3367180" y="443940"/>
            <a:ext cx="2085900" cy="52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nton"/>
                <a:ea typeface="Anton"/>
                <a:cs typeface="Anton"/>
              </a:rPr>
              <a:t>Milestones</a:t>
            </a:r>
          </a:p>
        </p:txBody>
      </p:sp>
      <p:sp>
        <p:nvSpPr>
          <p:cNvPr id="1895" name="Google Shape;1895;p65">
            <a:extLst>
              <a:ext uri="{FF2B5EF4-FFF2-40B4-BE49-F238E27FC236}">
                <a16:creationId xmlns:a16="http://schemas.microsoft.com/office/drawing/2014/main" id="{0540BDB9-926E-8351-7086-0BA9F4A344E2}"/>
              </a:ext>
            </a:extLst>
          </p:cNvPr>
          <p:cNvSpPr txBox="1"/>
          <p:nvPr/>
        </p:nvSpPr>
        <p:spPr>
          <a:xfrm flipH="1">
            <a:off x="3182023" y="4053008"/>
            <a:ext cx="20859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>
                <a:solidFill>
                  <a:schemeClr val="dk1"/>
                </a:solidFill>
                <a:latin typeface="Barlow"/>
                <a:sym typeface="Barlow"/>
              </a:rPr>
              <a:t>Game should get harder the further they get</a:t>
            </a:r>
            <a:endParaRPr lang="en">
              <a:solidFill>
                <a:schemeClr val="dk1"/>
              </a:solidFill>
              <a:latin typeface="Barlow"/>
            </a:endParaRPr>
          </a:p>
        </p:txBody>
      </p:sp>
      <p:sp>
        <p:nvSpPr>
          <p:cNvPr id="1896" name="Google Shape;1896;p65">
            <a:extLst>
              <a:ext uri="{FF2B5EF4-FFF2-40B4-BE49-F238E27FC236}">
                <a16:creationId xmlns:a16="http://schemas.microsoft.com/office/drawing/2014/main" id="{CAD4B57E-0C47-0731-7127-082B41E4C8BF}"/>
              </a:ext>
            </a:extLst>
          </p:cNvPr>
          <p:cNvSpPr txBox="1"/>
          <p:nvPr/>
        </p:nvSpPr>
        <p:spPr>
          <a:xfrm>
            <a:off x="3182023" y="3701070"/>
            <a:ext cx="2085900" cy="483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nton"/>
                <a:sym typeface="Anton"/>
              </a:rPr>
              <a:t>Challenges</a:t>
            </a:r>
            <a:endParaRPr lang="de-DE"/>
          </a:p>
        </p:txBody>
      </p:sp>
      <p:sp>
        <p:nvSpPr>
          <p:cNvPr id="1899" name="Google Shape;1899;p65">
            <a:extLst>
              <a:ext uri="{FF2B5EF4-FFF2-40B4-BE49-F238E27FC236}">
                <a16:creationId xmlns:a16="http://schemas.microsoft.com/office/drawing/2014/main" id="{03081E22-3480-64A5-C0F1-9BBCC94AA024}"/>
              </a:ext>
            </a:extLst>
          </p:cNvPr>
          <p:cNvSpPr txBox="1"/>
          <p:nvPr/>
        </p:nvSpPr>
        <p:spPr>
          <a:xfrm flipH="1">
            <a:off x="608620" y="2392371"/>
            <a:ext cx="20859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</a:rPr>
              <a:t>Make Players compete in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</a:rPr>
              <a:t>whos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</a:rPr>
              <a:t> better</a:t>
            </a:r>
          </a:p>
        </p:txBody>
      </p:sp>
      <p:sp>
        <p:nvSpPr>
          <p:cNvPr id="1900" name="Google Shape;1900;p65">
            <a:extLst>
              <a:ext uri="{FF2B5EF4-FFF2-40B4-BE49-F238E27FC236}">
                <a16:creationId xmlns:a16="http://schemas.microsoft.com/office/drawing/2014/main" id="{FF486C4D-48C0-D269-FB3D-2798FB7E111A}"/>
              </a:ext>
            </a:extLst>
          </p:cNvPr>
          <p:cNvSpPr txBox="1"/>
          <p:nvPr/>
        </p:nvSpPr>
        <p:spPr>
          <a:xfrm>
            <a:off x="608620" y="1997127"/>
            <a:ext cx="2085900" cy="52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nton"/>
                <a:sym typeface="Anton"/>
              </a:rPr>
              <a:t>Competition</a:t>
            </a:r>
            <a:endParaRPr lang="de-DE"/>
          </a:p>
        </p:txBody>
      </p:sp>
      <p:sp>
        <p:nvSpPr>
          <p:cNvPr id="1901" name="Google Shape;1901;p65">
            <a:extLst>
              <a:ext uri="{FF2B5EF4-FFF2-40B4-BE49-F238E27FC236}">
                <a16:creationId xmlns:a16="http://schemas.microsoft.com/office/drawing/2014/main" id="{EBDE1DA7-FD5B-1EFA-7EAC-233A9826071C}"/>
              </a:ext>
            </a:extLst>
          </p:cNvPr>
          <p:cNvSpPr txBox="1"/>
          <p:nvPr/>
        </p:nvSpPr>
        <p:spPr>
          <a:xfrm flipH="1">
            <a:off x="6069631" y="2461744"/>
            <a:ext cx="20859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dk1"/>
                </a:solidFill>
                <a:latin typeface="Barlow"/>
                <a:sym typeface="Barlow"/>
              </a:rPr>
              <a:t>Give Players the feeling to progress forward</a:t>
            </a:r>
            <a:endParaRPr lang="de-DE">
              <a:solidFill>
                <a:schemeClr val="dk1"/>
              </a:solidFill>
            </a:endParaRPr>
          </a:p>
        </p:txBody>
      </p:sp>
      <p:sp>
        <p:nvSpPr>
          <p:cNvPr id="1902" name="Google Shape;1902;p65">
            <a:extLst>
              <a:ext uri="{FF2B5EF4-FFF2-40B4-BE49-F238E27FC236}">
                <a16:creationId xmlns:a16="http://schemas.microsoft.com/office/drawing/2014/main" id="{D958DB43-2125-00A4-00D4-C5147B88F3CC}"/>
              </a:ext>
            </a:extLst>
          </p:cNvPr>
          <p:cNvSpPr txBox="1"/>
          <p:nvPr/>
        </p:nvSpPr>
        <p:spPr>
          <a:xfrm>
            <a:off x="6069631" y="2066500"/>
            <a:ext cx="2085900" cy="52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Progress</a:t>
            </a:r>
            <a:endParaRPr sz="2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cxnSp>
        <p:nvCxnSpPr>
          <p:cNvPr id="1903" name="Google Shape;1903;p65">
            <a:extLst>
              <a:ext uri="{FF2B5EF4-FFF2-40B4-BE49-F238E27FC236}">
                <a16:creationId xmlns:a16="http://schemas.microsoft.com/office/drawing/2014/main" id="{77500325-917D-CF3E-2813-EC4B05EDC40D}"/>
              </a:ext>
            </a:extLst>
          </p:cNvPr>
          <p:cNvCxnSpPr>
            <a:cxnSpLocks/>
          </p:cNvCxnSpPr>
          <p:nvPr/>
        </p:nvCxnSpPr>
        <p:spPr>
          <a:xfrm>
            <a:off x="2694520" y="2258877"/>
            <a:ext cx="783947" cy="12545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5" name="Google Shape;1905;p65">
            <a:extLst>
              <a:ext uri="{FF2B5EF4-FFF2-40B4-BE49-F238E27FC236}">
                <a16:creationId xmlns:a16="http://schemas.microsoft.com/office/drawing/2014/main" id="{6AB72CBF-81FF-E251-239A-35E684E160F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73180" y="1553328"/>
            <a:ext cx="274462" cy="2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6" name="Google Shape;1906;p65">
            <a:extLst>
              <a:ext uri="{FF2B5EF4-FFF2-40B4-BE49-F238E27FC236}">
                <a16:creationId xmlns:a16="http://schemas.microsoft.com/office/drawing/2014/main" id="{9255DC91-0B89-75D5-DD0F-DD65EF602B58}"/>
              </a:ext>
            </a:extLst>
          </p:cNvPr>
          <p:cNvCxnSpPr>
            <a:cxnSpLocks/>
          </p:cNvCxnSpPr>
          <p:nvPr/>
        </p:nvCxnSpPr>
        <p:spPr>
          <a:xfrm flipH="1" flipV="1">
            <a:off x="5384887" y="2351293"/>
            <a:ext cx="575830" cy="14543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" name="Google Shape;1905;p65">
            <a:extLst>
              <a:ext uri="{FF2B5EF4-FFF2-40B4-BE49-F238E27FC236}">
                <a16:creationId xmlns:a16="http://schemas.microsoft.com/office/drawing/2014/main" id="{709A5944-9959-482F-E3B0-9377D3A461B1}"/>
              </a:ext>
            </a:extLst>
          </p:cNvPr>
          <p:cNvCxnSpPr>
            <a:cxnSpLocks/>
          </p:cNvCxnSpPr>
          <p:nvPr/>
        </p:nvCxnSpPr>
        <p:spPr>
          <a:xfrm flipV="1">
            <a:off x="4400488" y="2681612"/>
            <a:ext cx="3328" cy="100397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" name="Grafik 3" descr="Ein Bild, das Symbol, Grafiken, Silhouette, Kunst enthält.&#10;&#10;KI-generierte Inhalte können fehlerhaft sein.">
            <a:extLst>
              <a:ext uri="{FF2B5EF4-FFF2-40B4-BE49-F238E27FC236}">
                <a16:creationId xmlns:a16="http://schemas.microsoft.com/office/drawing/2014/main" id="{FDB4C318-375A-1F62-EE43-5C2265509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528" y="1285895"/>
            <a:ext cx="849357" cy="84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77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6">
          <a:extLst>
            <a:ext uri="{FF2B5EF4-FFF2-40B4-BE49-F238E27FC236}">
              <a16:creationId xmlns:a16="http://schemas.microsoft.com/office/drawing/2014/main" id="{4D33DADF-7D6A-6E45-416F-D1D0A3109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65">
            <a:extLst>
              <a:ext uri="{FF2B5EF4-FFF2-40B4-BE49-F238E27FC236}">
                <a16:creationId xmlns:a16="http://schemas.microsoft.com/office/drawing/2014/main" id="{10840A9B-0A7D-45D2-DE1A-2096319741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7870" y="1984441"/>
            <a:ext cx="2292919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Tension</a:t>
            </a:r>
            <a:endParaRPr lang="de-DE"/>
          </a:p>
        </p:txBody>
      </p:sp>
      <p:sp>
        <p:nvSpPr>
          <p:cNvPr id="1888" name="Google Shape;1888;p65">
            <a:extLst>
              <a:ext uri="{FF2B5EF4-FFF2-40B4-BE49-F238E27FC236}">
                <a16:creationId xmlns:a16="http://schemas.microsoft.com/office/drawing/2014/main" id="{C24E0FFD-098B-E1B5-B02D-65EF10976369}"/>
              </a:ext>
            </a:extLst>
          </p:cNvPr>
          <p:cNvSpPr/>
          <p:nvPr/>
        </p:nvSpPr>
        <p:spPr>
          <a:xfrm>
            <a:off x="2989555" y="1690840"/>
            <a:ext cx="739500" cy="73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9" name="Google Shape;1889;p65">
            <a:extLst>
              <a:ext uri="{FF2B5EF4-FFF2-40B4-BE49-F238E27FC236}">
                <a16:creationId xmlns:a16="http://schemas.microsoft.com/office/drawing/2014/main" id="{74B6BCC5-96F4-3B21-21E5-30ADAFFBD282}"/>
              </a:ext>
            </a:extLst>
          </p:cNvPr>
          <p:cNvSpPr/>
          <p:nvPr/>
        </p:nvSpPr>
        <p:spPr>
          <a:xfrm>
            <a:off x="4040405" y="1690840"/>
            <a:ext cx="739500" cy="73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0" name="Google Shape;1890;p65">
            <a:extLst>
              <a:ext uri="{FF2B5EF4-FFF2-40B4-BE49-F238E27FC236}">
                <a16:creationId xmlns:a16="http://schemas.microsoft.com/office/drawing/2014/main" id="{9BE5E7C5-A4B0-0834-0334-368E8F92BF0F}"/>
              </a:ext>
            </a:extLst>
          </p:cNvPr>
          <p:cNvSpPr/>
          <p:nvPr/>
        </p:nvSpPr>
        <p:spPr>
          <a:xfrm>
            <a:off x="5091255" y="1690840"/>
            <a:ext cx="739500" cy="73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p65">
            <a:extLst>
              <a:ext uri="{FF2B5EF4-FFF2-40B4-BE49-F238E27FC236}">
                <a16:creationId xmlns:a16="http://schemas.microsoft.com/office/drawing/2014/main" id="{96DB8068-E588-EB69-5EAD-561BEC19E40A}"/>
              </a:ext>
            </a:extLst>
          </p:cNvPr>
          <p:cNvSpPr txBox="1"/>
          <p:nvPr/>
        </p:nvSpPr>
        <p:spPr>
          <a:xfrm flipH="1">
            <a:off x="3367180" y="835578"/>
            <a:ext cx="20859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>
                <a:solidFill>
                  <a:schemeClr val="dk1"/>
                </a:solidFill>
                <a:latin typeface="Barlow"/>
              </a:rPr>
              <a:t>Create an actual consequence when losing </a:t>
            </a:r>
          </a:p>
        </p:txBody>
      </p:sp>
      <p:sp>
        <p:nvSpPr>
          <p:cNvPr id="1894" name="Google Shape;1894;p65">
            <a:extLst>
              <a:ext uri="{FF2B5EF4-FFF2-40B4-BE49-F238E27FC236}">
                <a16:creationId xmlns:a16="http://schemas.microsoft.com/office/drawing/2014/main" id="{BBFCDC90-1B77-7080-5E26-67C82EE48484}"/>
              </a:ext>
            </a:extLst>
          </p:cNvPr>
          <p:cNvSpPr txBox="1"/>
          <p:nvPr/>
        </p:nvSpPr>
        <p:spPr>
          <a:xfrm>
            <a:off x="3367180" y="443940"/>
            <a:ext cx="2085900" cy="52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" sz="2400">
                <a:solidFill>
                  <a:schemeClr val="dk1"/>
                </a:solidFill>
                <a:latin typeface="Anton"/>
              </a:rPr>
              <a:t>Fear of losing</a:t>
            </a:r>
            <a:endParaRPr lang="de-DE"/>
          </a:p>
        </p:txBody>
      </p:sp>
      <p:sp>
        <p:nvSpPr>
          <p:cNvPr id="1899" name="Google Shape;1899;p65">
            <a:extLst>
              <a:ext uri="{FF2B5EF4-FFF2-40B4-BE49-F238E27FC236}">
                <a16:creationId xmlns:a16="http://schemas.microsoft.com/office/drawing/2014/main" id="{9BC0B0B1-7610-5065-2488-A510E1263A14}"/>
              </a:ext>
            </a:extLst>
          </p:cNvPr>
          <p:cNvSpPr txBox="1"/>
          <p:nvPr/>
        </p:nvSpPr>
        <p:spPr>
          <a:xfrm flipH="1">
            <a:off x="608620" y="2392371"/>
            <a:ext cx="20859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</a:rPr>
              <a:t>Make Players hope to find healing/ammo somewhere or lock it behind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</a:rPr>
              <a:t>sth</a:t>
            </a:r>
          </a:p>
        </p:txBody>
      </p:sp>
      <p:sp>
        <p:nvSpPr>
          <p:cNvPr id="1900" name="Google Shape;1900;p65">
            <a:extLst>
              <a:ext uri="{FF2B5EF4-FFF2-40B4-BE49-F238E27FC236}">
                <a16:creationId xmlns:a16="http://schemas.microsoft.com/office/drawing/2014/main" id="{5B96AB42-4242-91FD-E39E-F9E93BB38F5F}"/>
              </a:ext>
            </a:extLst>
          </p:cNvPr>
          <p:cNvSpPr txBox="1"/>
          <p:nvPr/>
        </p:nvSpPr>
        <p:spPr>
          <a:xfrm>
            <a:off x="93279" y="1812133"/>
            <a:ext cx="2601241" cy="51689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2400" err="1">
                <a:solidFill>
                  <a:schemeClr val="dk1"/>
                </a:solidFill>
                <a:latin typeface="Anton"/>
                <a:sym typeface="Anton"/>
              </a:rPr>
              <a:t>Ressource</a:t>
            </a:r>
            <a:r>
              <a:rPr lang="en" sz="2400">
                <a:solidFill>
                  <a:schemeClr val="dk1"/>
                </a:solidFill>
                <a:latin typeface="Anton"/>
                <a:sym typeface="Anton"/>
              </a:rPr>
              <a:t> </a:t>
            </a:r>
            <a:r>
              <a:rPr lang="en" sz="2400" err="1">
                <a:solidFill>
                  <a:schemeClr val="dk1"/>
                </a:solidFill>
                <a:latin typeface="Anton"/>
                <a:sym typeface="Anton"/>
              </a:rPr>
              <a:t>scarity</a:t>
            </a:r>
            <a:endParaRPr lang="de-DE" err="1">
              <a:solidFill>
                <a:schemeClr val="dk1"/>
              </a:solidFill>
            </a:endParaRPr>
          </a:p>
        </p:txBody>
      </p:sp>
      <p:sp>
        <p:nvSpPr>
          <p:cNvPr id="1901" name="Google Shape;1901;p65">
            <a:extLst>
              <a:ext uri="{FF2B5EF4-FFF2-40B4-BE49-F238E27FC236}">
                <a16:creationId xmlns:a16="http://schemas.microsoft.com/office/drawing/2014/main" id="{193E3E52-6451-F5DD-6698-D81396E382A8}"/>
              </a:ext>
            </a:extLst>
          </p:cNvPr>
          <p:cNvSpPr txBox="1"/>
          <p:nvPr/>
        </p:nvSpPr>
        <p:spPr>
          <a:xfrm flipH="1">
            <a:off x="6069631" y="2461744"/>
            <a:ext cx="20859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dk1"/>
                </a:solidFill>
                <a:latin typeface="Barlow"/>
              </a:rPr>
              <a:t>Players need to act, they cant rest for too long</a:t>
            </a:r>
          </a:p>
        </p:txBody>
      </p:sp>
      <p:sp>
        <p:nvSpPr>
          <p:cNvPr id="1902" name="Google Shape;1902;p65">
            <a:extLst>
              <a:ext uri="{FF2B5EF4-FFF2-40B4-BE49-F238E27FC236}">
                <a16:creationId xmlns:a16="http://schemas.microsoft.com/office/drawing/2014/main" id="{0F279AE1-2446-B5AC-50FF-D741D28DA2E1}"/>
              </a:ext>
            </a:extLst>
          </p:cNvPr>
          <p:cNvSpPr txBox="1"/>
          <p:nvPr/>
        </p:nvSpPr>
        <p:spPr>
          <a:xfrm>
            <a:off x="6069631" y="2066500"/>
            <a:ext cx="2085900" cy="52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Pressure</a:t>
            </a:r>
            <a:endParaRPr sz="2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cxnSp>
        <p:nvCxnSpPr>
          <p:cNvPr id="1903" name="Google Shape;1903;p65">
            <a:extLst>
              <a:ext uri="{FF2B5EF4-FFF2-40B4-BE49-F238E27FC236}">
                <a16:creationId xmlns:a16="http://schemas.microsoft.com/office/drawing/2014/main" id="{F7B0F750-47F0-2E81-BF1D-0FD9634E98C1}"/>
              </a:ext>
            </a:extLst>
          </p:cNvPr>
          <p:cNvCxnSpPr>
            <a:cxnSpLocks/>
          </p:cNvCxnSpPr>
          <p:nvPr/>
        </p:nvCxnSpPr>
        <p:spPr>
          <a:xfrm>
            <a:off x="2694520" y="2258877"/>
            <a:ext cx="783947" cy="12545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5" name="Google Shape;1905;p65">
            <a:extLst>
              <a:ext uri="{FF2B5EF4-FFF2-40B4-BE49-F238E27FC236}">
                <a16:creationId xmlns:a16="http://schemas.microsoft.com/office/drawing/2014/main" id="{628140CF-55BF-44E3-CA9E-932ECD03F3C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73180" y="1553328"/>
            <a:ext cx="274462" cy="2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6" name="Google Shape;1906;p65">
            <a:extLst>
              <a:ext uri="{FF2B5EF4-FFF2-40B4-BE49-F238E27FC236}">
                <a16:creationId xmlns:a16="http://schemas.microsoft.com/office/drawing/2014/main" id="{9CDBAB87-197D-0A6C-BBB0-5CE4B4449CC3}"/>
              </a:ext>
            </a:extLst>
          </p:cNvPr>
          <p:cNvCxnSpPr>
            <a:cxnSpLocks/>
          </p:cNvCxnSpPr>
          <p:nvPr/>
        </p:nvCxnSpPr>
        <p:spPr>
          <a:xfrm flipH="1" flipV="1">
            <a:off x="5384887" y="2351293"/>
            <a:ext cx="575830" cy="14543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" name="Grafik 3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E7B2F2B6-F7A0-D9F2-3C07-1DBA874F8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853" y="2589864"/>
            <a:ext cx="1424354" cy="147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6">
          <a:extLst>
            <a:ext uri="{FF2B5EF4-FFF2-40B4-BE49-F238E27FC236}">
              <a16:creationId xmlns:a16="http://schemas.microsoft.com/office/drawing/2014/main" id="{0CAB3E22-6A26-F28B-6B26-111260A15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65">
            <a:extLst>
              <a:ext uri="{FF2B5EF4-FFF2-40B4-BE49-F238E27FC236}">
                <a16:creationId xmlns:a16="http://schemas.microsoft.com/office/drawing/2014/main" id="{6023C089-F556-E4D4-2717-60168D2806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7870" y="1984441"/>
            <a:ext cx="2292919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Pride</a:t>
            </a:r>
            <a:endParaRPr lang="de-DE"/>
          </a:p>
        </p:txBody>
      </p:sp>
      <p:sp>
        <p:nvSpPr>
          <p:cNvPr id="1888" name="Google Shape;1888;p65">
            <a:extLst>
              <a:ext uri="{FF2B5EF4-FFF2-40B4-BE49-F238E27FC236}">
                <a16:creationId xmlns:a16="http://schemas.microsoft.com/office/drawing/2014/main" id="{C9E44500-FBFD-5D6A-26B1-3277A02E2DF7}"/>
              </a:ext>
            </a:extLst>
          </p:cNvPr>
          <p:cNvSpPr/>
          <p:nvPr/>
        </p:nvSpPr>
        <p:spPr>
          <a:xfrm>
            <a:off x="2989555" y="1690840"/>
            <a:ext cx="739500" cy="73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9" name="Google Shape;1889;p65">
            <a:extLst>
              <a:ext uri="{FF2B5EF4-FFF2-40B4-BE49-F238E27FC236}">
                <a16:creationId xmlns:a16="http://schemas.microsoft.com/office/drawing/2014/main" id="{F25913BC-A94C-A4E8-E7F7-FB6AE1637610}"/>
              </a:ext>
            </a:extLst>
          </p:cNvPr>
          <p:cNvSpPr/>
          <p:nvPr/>
        </p:nvSpPr>
        <p:spPr>
          <a:xfrm>
            <a:off x="4040405" y="1690840"/>
            <a:ext cx="739500" cy="73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0" name="Google Shape;1890;p65">
            <a:extLst>
              <a:ext uri="{FF2B5EF4-FFF2-40B4-BE49-F238E27FC236}">
                <a16:creationId xmlns:a16="http://schemas.microsoft.com/office/drawing/2014/main" id="{010421F8-8ADC-F8C3-75EF-E84CEFD212AF}"/>
              </a:ext>
            </a:extLst>
          </p:cNvPr>
          <p:cNvSpPr/>
          <p:nvPr/>
        </p:nvSpPr>
        <p:spPr>
          <a:xfrm>
            <a:off x="5091255" y="1690840"/>
            <a:ext cx="739500" cy="73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p65">
            <a:extLst>
              <a:ext uri="{FF2B5EF4-FFF2-40B4-BE49-F238E27FC236}">
                <a16:creationId xmlns:a16="http://schemas.microsoft.com/office/drawing/2014/main" id="{D48A3B20-9855-0393-4C85-67BDB9D48464}"/>
              </a:ext>
            </a:extLst>
          </p:cNvPr>
          <p:cNvSpPr txBox="1"/>
          <p:nvPr/>
        </p:nvSpPr>
        <p:spPr>
          <a:xfrm flipH="1">
            <a:off x="3433249" y="3887983"/>
            <a:ext cx="20859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>
                <a:solidFill>
                  <a:schemeClr val="dk1"/>
                </a:solidFill>
                <a:latin typeface="Barlow"/>
              </a:rPr>
              <a:t>Make the player reach goals they work for</a:t>
            </a:r>
          </a:p>
        </p:txBody>
      </p:sp>
      <p:sp>
        <p:nvSpPr>
          <p:cNvPr id="1894" name="Google Shape;1894;p65">
            <a:extLst>
              <a:ext uri="{FF2B5EF4-FFF2-40B4-BE49-F238E27FC236}">
                <a16:creationId xmlns:a16="http://schemas.microsoft.com/office/drawing/2014/main" id="{C5E68CB3-91D4-1BEA-AB2D-8D7E12BAE697}"/>
              </a:ext>
            </a:extLst>
          </p:cNvPr>
          <p:cNvSpPr txBox="1"/>
          <p:nvPr/>
        </p:nvSpPr>
        <p:spPr>
          <a:xfrm>
            <a:off x="3433249" y="3496345"/>
            <a:ext cx="2085900" cy="52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" sz="2400">
                <a:solidFill>
                  <a:schemeClr val="dk1"/>
                </a:solidFill>
                <a:latin typeface="Anton"/>
              </a:rPr>
              <a:t>Achievements</a:t>
            </a:r>
            <a:endParaRPr lang="de-DE" err="1"/>
          </a:p>
        </p:txBody>
      </p:sp>
      <p:sp>
        <p:nvSpPr>
          <p:cNvPr id="1899" name="Google Shape;1899;p65">
            <a:extLst>
              <a:ext uri="{FF2B5EF4-FFF2-40B4-BE49-F238E27FC236}">
                <a16:creationId xmlns:a16="http://schemas.microsoft.com/office/drawing/2014/main" id="{35049D7A-F89F-A642-564A-C54491A08DDF}"/>
              </a:ext>
            </a:extLst>
          </p:cNvPr>
          <p:cNvSpPr txBox="1"/>
          <p:nvPr/>
        </p:nvSpPr>
        <p:spPr>
          <a:xfrm flipH="1">
            <a:off x="608620" y="2392371"/>
            <a:ext cx="20859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</a:rPr>
              <a:t>Make Players see when they beat their best and improved</a:t>
            </a:r>
          </a:p>
        </p:txBody>
      </p:sp>
      <p:sp>
        <p:nvSpPr>
          <p:cNvPr id="1900" name="Google Shape;1900;p65">
            <a:extLst>
              <a:ext uri="{FF2B5EF4-FFF2-40B4-BE49-F238E27FC236}">
                <a16:creationId xmlns:a16="http://schemas.microsoft.com/office/drawing/2014/main" id="{0C265EF5-55C2-920F-CB86-5B5DB7B65CC8}"/>
              </a:ext>
            </a:extLst>
          </p:cNvPr>
          <p:cNvSpPr txBox="1"/>
          <p:nvPr/>
        </p:nvSpPr>
        <p:spPr>
          <a:xfrm>
            <a:off x="93279" y="1812133"/>
            <a:ext cx="2601241" cy="51689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2400">
                <a:solidFill>
                  <a:schemeClr val="dk1"/>
                </a:solidFill>
                <a:latin typeface="Anton"/>
                <a:sym typeface="Anton"/>
              </a:rPr>
              <a:t>High scores</a:t>
            </a:r>
            <a:endParaRPr lang="de-DE"/>
          </a:p>
        </p:txBody>
      </p:sp>
      <p:sp>
        <p:nvSpPr>
          <p:cNvPr id="1901" name="Google Shape;1901;p65">
            <a:extLst>
              <a:ext uri="{FF2B5EF4-FFF2-40B4-BE49-F238E27FC236}">
                <a16:creationId xmlns:a16="http://schemas.microsoft.com/office/drawing/2014/main" id="{689330A4-AD3D-C8E0-F968-E4AB5C824695}"/>
              </a:ext>
            </a:extLst>
          </p:cNvPr>
          <p:cNvSpPr txBox="1"/>
          <p:nvPr/>
        </p:nvSpPr>
        <p:spPr>
          <a:xfrm flipH="1">
            <a:off x="6069631" y="2461744"/>
            <a:ext cx="20859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dk1"/>
                </a:solidFill>
                <a:latin typeface="Barlow"/>
              </a:rPr>
              <a:t>Give players the feeling they earned their progress, not got it random</a:t>
            </a:r>
          </a:p>
        </p:txBody>
      </p:sp>
      <p:sp>
        <p:nvSpPr>
          <p:cNvPr id="1902" name="Google Shape;1902;p65">
            <a:extLst>
              <a:ext uri="{FF2B5EF4-FFF2-40B4-BE49-F238E27FC236}">
                <a16:creationId xmlns:a16="http://schemas.microsoft.com/office/drawing/2014/main" id="{640769E9-453B-9AC2-89A0-DED235F21E6E}"/>
              </a:ext>
            </a:extLst>
          </p:cNvPr>
          <p:cNvSpPr txBox="1"/>
          <p:nvPr/>
        </p:nvSpPr>
        <p:spPr>
          <a:xfrm>
            <a:off x="6069631" y="1828650"/>
            <a:ext cx="2085900" cy="52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Challenge</a:t>
            </a:r>
            <a:endParaRPr sz="2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cxnSp>
        <p:nvCxnSpPr>
          <p:cNvPr id="1903" name="Google Shape;1903;p65">
            <a:extLst>
              <a:ext uri="{FF2B5EF4-FFF2-40B4-BE49-F238E27FC236}">
                <a16:creationId xmlns:a16="http://schemas.microsoft.com/office/drawing/2014/main" id="{A9A97415-C7D1-B9D7-3701-7CAABFE69EE0}"/>
              </a:ext>
            </a:extLst>
          </p:cNvPr>
          <p:cNvCxnSpPr>
            <a:cxnSpLocks/>
          </p:cNvCxnSpPr>
          <p:nvPr/>
        </p:nvCxnSpPr>
        <p:spPr>
          <a:xfrm>
            <a:off x="2694520" y="2258877"/>
            <a:ext cx="783947" cy="12545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5" name="Google Shape;1905;p65">
            <a:extLst>
              <a:ext uri="{FF2B5EF4-FFF2-40B4-BE49-F238E27FC236}">
                <a16:creationId xmlns:a16="http://schemas.microsoft.com/office/drawing/2014/main" id="{B504A899-850F-83A7-62A7-C9E766242F08}"/>
              </a:ext>
            </a:extLst>
          </p:cNvPr>
          <p:cNvCxnSpPr>
            <a:cxnSpLocks/>
          </p:cNvCxnSpPr>
          <p:nvPr/>
        </p:nvCxnSpPr>
        <p:spPr>
          <a:xfrm flipH="1" flipV="1">
            <a:off x="4393906" y="2602330"/>
            <a:ext cx="39616" cy="91478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6" name="Google Shape;1906;p65">
            <a:extLst>
              <a:ext uri="{FF2B5EF4-FFF2-40B4-BE49-F238E27FC236}">
                <a16:creationId xmlns:a16="http://schemas.microsoft.com/office/drawing/2014/main" id="{1FC00DCF-EC80-F05F-0099-1E9D811C1384}"/>
              </a:ext>
            </a:extLst>
          </p:cNvPr>
          <p:cNvCxnSpPr>
            <a:cxnSpLocks/>
          </p:cNvCxnSpPr>
          <p:nvPr/>
        </p:nvCxnSpPr>
        <p:spPr>
          <a:xfrm flipH="1" flipV="1">
            <a:off x="5384887" y="2351293"/>
            <a:ext cx="575830" cy="14543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Grafik 2" descr="Ein Bild, das gelb, Stern enthält.&#10;&#10;KI-generierte Inhalte können fehlerhaft sein.">
            <a:extLst>
              <a:ext uri="{FF2B5EF4-FFF2-40B4-BE49-F238E27FC236}">
                <a16:creationId xmlns:a16="http://schemas.microsoft.com/office/drawing/2014/main" id="{72993D53-3BE2-B8EB-4A92-CF92E52D9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600" y="587159"/>
            <a:ext cx="1374693" cy="122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017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3">
          <a:extLst>
            <a:ext uri="{FF2B5EF4-FFF2-40B4-BE49-F238E27FC236}">
              <a16:creationId xmlns:a16="http://schemas.microsoft.com/office/drawing/2014/main" id="{C9183A59-89FA-AF3E-B080-B665A474C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64">
            <a:extLst>
              <a:ext uri="{FF2B5EF4-FFF2-40B4-BE49-F238E27FC236}">
                <a16:creationId xmlns:a16="http://schemas.microsoft.com/office/drawing/2014/main" id="{B139AF30-3842-97F2-ADA2-FB0765E08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9743" y="451632"/>
            <a:ext cx="7704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Tracking Plan</a:t>
            </a:r>
            <a:endParaRPr/>
          </a:p>
        </p:txBody>
      </p:sp>
      <p:pic>
        <p:nvPicPr>
          <p:cNvPr id="9" name="Grafik 8" descr="Ein Bild, das Symbol, Grafiken, Silhouette, Kunst enthält.&#10;&#10;KI-generierte Inhalte können fehlerhaft sein.">
            <a:extLst>
              <a:ext uri="{FF2B5EF4-FFF2-40B4-BE49-F238E27FC236}">
                <a16:creationId xmlns:a16="http://schemas.microsoft.com/office/drawing/2014/main" id="{1F744650-A582-0A5C-E57D-3FFF39172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308" y="3201908"/>
            <a:ext cx="1232559" cy="1225137"/>
          </a:xfrm>
          <a:prstGeom prst="rect">
            <a:avLst/>
          </a:prstGeom>
        </p:spPr>
      </p:pic>
      <p:pic>
        <p:nvPicPr>
          <p:cNvPr id="11" name="Grafik 10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0770251F-AB5F-6757-6AD4-BAF9E6C4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309" y="1284994"/>
            <a:ext cx="988297" cy="1024593"/>
          </a:xfrm>
          <a:prstGeom prst="rect">
            <a:avLst/>
          </a:prstGeom>
        </p:spPr>
      </p:pic>
      <p:pic>
        <p:nvPicPr>
          <p:cNvPr id="13" name="Grafik 12" descr="Ein Bild, das gelb, Stern enthält.&#10;&#10;KI-generierte Inhalte können fehlerhaft sein.">
            <a:extLst>
              <a:ext uri="{FF2B5EF4-FFF2-40B4-BE49-F238E27FC236}">
                <a16:creationId xmlns:a16="http://schemas.microsoft.com/office/drawing/2014/main" id="{7A5ABE56-454B-E2FD-E9DD-0CB771B8B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0843" y="3259665"/>
            <a:ext cx="1374693" cy="1226746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6023D71C-7ADA-57BA-772C-2574982DAAD6}"/>
              </a:ext>
            </a:extLst>
          </p:cNvPr>
          <p:cNvCxnSpPr/>
          <p:nvPr/>
        </p:nvCxnSpPr>
        <p:spPr>
          <a:xfrm flipV="1">
            <a:off x="2429239" y="1960070"/>
            <a:ext cx="1352596" cy="1082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48CD499A-47B2-1ACB-C038-00D14DB623F8}"/>
              </a:ext>
            </a:extLst>
          </p:cNvPr>
          <p:cNvCxnSpPr/>
          <p:nvPr/>
        </p:nvCxnSpPr>
        <p:spPr>
          <a:xfrm>
            <a:off x="5093027" y="2125398"/>
            <a:ext cx="1198942" cy="117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4353EF51-048D-D045-0B5E-6847A02646F8}"/>
              </a:ext>
            </a:extLst>
          </p:cNvPr>
          <p:cNvCxnSpPr/>
          <p:nvPr/>
        </p:nvCxnSpPr>
        <p:spPr>
          <a:xfrm flipH="1" flipV="1">
            <a:off x="2985254" y="4017948"/>
            <a:ext cx="2887679" cy="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570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3">
          <a:extLst>
            <a:ext uri="{FF2B5EF4-FFF2-40B4-BE49-F238E27FC236}">
              <a16:creationId xmlns:a16="http://schemas.microsoft.com/office/drawing/2014/main" id="{9750A61A-A755-C433-F7E1-7DCBCE27A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64">
            <a:extLst>
              <a:ext uri="{FF2B5EF4-FFF2-40B4-BE49-F238E27FC236}">
                <a16:creationId xmlns:a16="http://schemas.microsoft.com/office/drawing/2014/main" id="{8EEE8F0D-DC57-5D2E-6FF2-99A6F26B1C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9743" y="451632"/>
            <a:ext cx="7704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Tracking Plan</a:t>
            </a:r>
            <a:endParaRPr/>
          </a:p>
        </p:txBody>
      </p:sp>
      <p:pic>
        <p:nvPicPr>
          <p:cNvPr id="9" name="Grafik 8" descr="Ein Bild, das Symbol, Grafiken, Silhouette, Kunst enthält.&#10;&#10;KI-generierte Inhalte können fehlerhaft sein.">
            <a:extLst>
              <a:ext uri="{FF2B5EF4-FFF2-40B4-BE49-F238E27FC236}">
                <a16:creationId xmlns:a16="http://schemas.microsoft.com/office/drawing/2014/main" id="{7A55B52D-8CCF-363A-F7D1-61E8FDCAD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308" y="3201908"/>
            <a:ext cx="1232559" cy="1225137"/>
          </a:xfrm>
          <a:prstGeom prst="rect">
            <a:avLst/>
          </a:prstGeom>
        </p:spPr>
      </p:pic>
      <p:pic>
        <p:nvPicPr>
          <p:cNvPr id="11" name="Grafik 10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689C6FCE-C04F-E174-3957-887602B8E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309" y="1284994"/>
            <a:ext cx="988297" cy="1024593"/>
          </a:xfrm>
          <a:prstGeom prst="rect">
            <a:avLst/>
          </a:prstGeom>
        </p:spPr>
      </p:pic>
      <p:pic>
        <p:nvPicPr>
          <p:cNvPr id="13" name="Grafik 12" descr="Ein Bild, das gelb, Stern enthält.&#10;&#10;KI-generierte Inhalte können fehlerhaft sein.">
            <a:extLst>
              <a:ext uri="{FF2B5EF4-FFF2-40B4-BE49-F238E27FC236}">
                <a16:creationId xmlns:a16="http://schemas.microsoft.com/office/drawing/2014/main" id="{24AF5BC0-E3F3-5741-2A3A-525DEAB64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0843" y="3259665"/>
            <a:ext cx="1374693" cy="1226746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66C8B178-FAD0-3337-C03C-A27A84A70C0A}"/>
              </a:ext>
            </a:extLst>
          </p:cNvPr>
          <p:cNvCxnSpPr/>
          <p:nvPr/>
        </p:nvCxnSpPr>
        <p:spPr>
          <a:xfrm flipV="1">
            <a:off x="2429239" y="1960070"/>
            <a:ext cx="1352596" cy="1082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97259975-A6B6-3D3D-A166-F525DEACB389}"/>
              </a:ext>
            </a:extLst>
          </p:cNvPr>
          <p:cNvCxnSpPr/>
          <p:nvPr/>
        </p:nvCxnSpPr>
        <p:spPr>
          <a:xfrm>
            <a:off x="5093027" y="2125398"/>
            <a:ext cx="1198942" cy="117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F95043EB-A508-380B-A3D3-74F222968DBA}"/>
              </a:ext>
            </a:extLst>
          </p:cNvPr>
          <p:cNvCxnSpPr/>
          <p:nvPr/>
        </p:nvCxnSpPr>
        <p:spPr>
          <a:xfrm flipH="1" flipV="1">
            <a:off x="2985254" y="4017948"/>
            <a:ext cx="2887679" cy="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0E1650C4-4738-7A76-CE06-0E1AF2E74783}"/>
              </a:ext>
            </a:extLst>
          </p:cNvPr>
          <p:cNvSpPr txBox="1"/>
          <p:nvPr/>
        </p:nvSpPr>
        <p:spPr>
          <a:xfrm>
            <a:off x="1882520" y="2112186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/>
              <a:t>Game Balance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B28D405-4FA9-E13A-4285-9F45D0B36DE9}"/>
              </a:ext>
            </a:extLst>
          </p:cNvPr>
          <p:cNvSpPr txBox="1"/>
          <p:nvPr/>
        </p:nvSpPr>
        <p:spPr>
          <a:xfrm>
            <a:off x="5568641" y="2402838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/>
              <a:t>Achievements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3AB9A6A-EDD9-5253-AEBB-5F50F231E7FE}"/>
              </a:ext>
            </a:extLst>
          </p:cNvPr>
          <p:cNvSpPr txBox="1"/>
          <p:nvPr/>
        </p:nvSpPr>
        <p:spPr>
          <a:xfrm>
            <a:off x="3438213" y="3717383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/>
              <a:t>Challenges &amp; Goals</a:t>
            </a:r>
          </a:p>
        </p:txBody>
      </p:sp>
    </p:spTree>
    <p:extLst>
      <p:ext uri="{BB962C8B-B14F-4D97-AF65-F5344CB8AC3E}">
        <p14:creationId xmlns:p14="http://schemas.microsoft.com/office/powerpoint/2010/main" val="3787095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DCB4FB3F-024F-AC74-4F86-E2470737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6">
            <a:extLst>
              <a:ext uri="{FF2B5EF4-FFF2-40B4-BE49-F238E27FC236}">
                <a16:creationId xmlns:a16="http://schemas.microsoft.com/office/drawing/2014/main" id="{30070660-37A2-7EA8-1C14-6F67D8B079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11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Game Balance</a:t>
            </a:r>
            <a:endParaRPr lang="de-DE"/>
          </a:p>
        </p:txBody>
      </p:sp>
      <p:sp>
        <p:nvSpPr>
          <p:cNvPr id="958" name="Google Shape;958;p46">
            <a:extLst>
              <a:ext uri="{FF2B5EF4-FFF2-40B4-BE49-F238E27FC236}">
                <a16:creationId xmlns:a16="http://schemas.microsoft.com/office/drawing/2014/main" id="{92F78183-C675-220C-5555-2096C4E4F1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505496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SzPts val="1100"/>
            </a:pPr>
            <a:endParaRPr lang="en">
              <a:solidFill>
                <a:srgbClr val="F7F9F7"/>
              </a:solidFill>
            </a:endParaRPr>
          </a:p>
          <a:p>
            <a:pPr marL="285750" indent="-285750">
              <a:buSzPts val="1100"/>
            </a:pPr>
            <a:r>
              <a:rPr lang="en">
                <a:solidFill>
                  <a:schemeClr val="tx1"/>
                </a:solidFill>
              </a:rPr>
              <a:t>Enemy Power</a:t>
            </a:r>
          </a:p>
          <a:p>
            <a:pPr marL="742950" lvl="1" algn="l">
              <a:buSzPts val="1100"/>
            </a:pPr>
            <a:r>
              <a:rPr lang="en">
                <a:solidFill>
                  <a:schemeClr val="tx1"/>
                </a:solidFill>
              </a:rPr>
              <a:t>Is there a type of Zombie players die often to?</a:t>
            </a:r>
          </a:p>
          <a:p>
            <a:pPr marL="285750" indent="-285750">
              <a:buSzPts val="1100"/>
            </a:pPr>
            <a:r>
              <a:rPr lang="en">
                <a:solidFill>
                  <a:schemeClr val="tx1"/>
                </a:solidFill>
              </a:rPr>
              <a:t>Weapon Strength</a:t>
            </a:r>
          </a:p>
          <a:p>
            <a:pPr marL="742950" lvl="1" algn="l">
              <a:buSzPts val="1100"/>
            </a:pPr>
            <a:r>
              <a:rPr lang="en">
                <a:solidFill>
                  <a:schemeClr val="tx1"/>
                </a:solidFill>
              </a:rPr>
              <a:t>Is a weapon never used?</a:t>
            </a:r>
          </a:p>
          <a:p>
            <a:pPr marL="742950" lvl="1" algn="l">
              <a:buSzPts val="1100"/>
            </a:pPr>
            <a:r>
              <a:rPr lang="en">
                <a:solidFill>
                  <a:schemeClr val="tx1"/>
                </a:solidFill>
              </a:rPr>
              <a:t>Is a weapon especially strong in a certain level?</a:t>
            </a:r>
          </a:p>
          <a:p>
            <a:pPr marL="285750" indent="-285750">
              <a:buSzPts val="1100"/>
            </a:pPr>
            <a:r>
              <a:rPr lang="en">
                <a:solidFill>
                  <a:schemeClr val="tx1"/>
                </a:solidFill>
              </a:rPr>
              <a:t>Weapon/Room costs</a:t>
            </a:r>
          </a:p>
          <a:p>
            <a:pPr marL="742950" lvl="1" algn="l">
              <a:buSzPts val="1100"/>
            </a:pPr>
            <a:r>
              <a:rPr lang="en">
                <a:solidFill>
                  <a:schemeClr val="tx1"/>
                </a:solidFill>
              </a:rPr>
              <a:t>Are there rooms that are entered more often?</a:t>
            </a:r>
          </a:p>
        </p:txBody>
      </p:sp>
      <p:pic>
        <p:nvPicPr>
          <p:cNvPr id="2" name="Grafik 1" descr="Ein Bild, das Symbol, Design enthält.&#10;&#10;KI-generierte Inhalte können fehlerhaft sein.">
            <a:extLst>
              <a:ext uri="{FF2B5EF4-FFF2-40B4-BE49-F238E27FC236}">
                <a16:creationId xmlns:a16="http://schemas.microsoft.com/office/drawing/2014/main" id="{C7508274-A5AC-A7C7-4A36-3D4FFFDC2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519" y="1021983"/>
            <a:ext cx="2706422" cy="270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3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FEFD6BE8-998C-56D0-07C9-E8C8CECF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6">
            <a:extLst>
              <a:ext uri="{FF2B5EF4-FFF2-40B4-BE49-F238E27FC236}">
                <a16:creationId xmlns:a16="http://schemas.microsoft.com/office/drawing/2014/main" id="{6D36C0B5-A1B0-A626-0704-A15A39130A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11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Achievements</a:t>
            </a:r>
            <a:endParaRPr lang="de-DE"/>
          </a:p>
        </p:txBody>
      </p:sp>
      <p:sp>
        <p:nvSpPr>
          <p:cNvPr id="958" name="Google Shape;958;p46">
            <a:extLst>
              <a:ext uri="{FF2B5EF4-FFF2-40B4-BE49-F238E27FC236}">
                <a16:creationId xmlns:a16="http://schemas.microsoft.com/office/drawing/2014/main" id="{DA42C210-702C-471F-3B99-B31841B7EF6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505496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SzPts val="1100"/>
            </a:pPr>
            <a:endParaRPr lang="en">
              <a:solidFill>
                <a:srgbClr val="F7F9F7"/>
              </a:solidFill>
            </a:endParaRPr>
          </a:p>
          <a:p>
            <a:pPr marL="285750" indent="-285750">
              <a:buSzPts val="1100"/>
            </a:pPr>
            <a:r>
              <a:rPr lang="en">
                <a:solidFill>
                  <a:schemeClr val="tx1"/>
                </a:solidFill>
              </a:rPr>
              <a:t>Fun after failing</a:t>
            </a:r>
          </a:p>
          <a:p>
            <a:pPr marL="742950" lvl="1" algn="l">
              <a:buSzPts val="1100"/>
            </a:pPr>
            <a:r>
              <a:rPr lang="en">
                <a:solidFill>
                  <a:schemeClr val="tx1"/>
                </a:solidFill>
              </a:rPr>
              <a:t>Amount of games per session</a:t>
            </a:r>
          </a:p>
          <a:p>
            <a:pPr marL="742950" lvl="1" algn="l">
              <a:buSzPts val="1100"/>
            </a:pPr>
            <a:r>
              <a:rPr lang="en">
                <a:solidFill>
                  <a:schemeClr val="tx1"/>
                </a:solidFill>
              </a:rPr>
              <a:t>Duration between Tries</a:t>
            </a:r>
          </a:p>
          <a:p>
            <a:pPr marL="285750" indent="-285750">
              <a:buSzPts val="1100"/>
            </a:pPr>
            <a:r>
              <a:rPr lang="en">
                <a:solidFill>
                  <a:schemeClr val="tx1"/>
                </a:solidFill>
              </a:rPr>
              <a:t>Near Miss Events</a:t>
            </a:r>
          </a:p>
          <a:p>
            <a:pPr lvl="1" algn="l">
              <a:buSzPts val="1100"/>
            </a:pPr>
            <a:r>
              <a:rPr lang="en">
                <a:solidFill>
                  <a:schemeClr val="tx1"/>
                </a:solidFill>
              </a:rPr>
              <a:t>Divergence between normal rounds and "very good rounds"</a:t>
            </a:r>
          </a:p>
          <a:p>
            <a:pPr marL="285750" indent="-285750">
              <a:buSzPts val="1100"/>
            </a:pPr>
            <a:r>
              <a:rPr lang="en">
                <a:solidFill>
                  <a:schemeClr val="tx1"/>
                </a:solidFill>
              </a:rPr>
              <a:t>Quick Fail rounds</a:t>
            </a:r>
          </a:p>
          <a:p>
            <a:pPr marL="742950" lvl="1" algn="l">
              <a:buSzPts val="1100"/>
            </a:pPr>
            <a:r>
              <a:rPr lang="en">
                <a:solidFill>
                  <a:schemeClr val="tx1"/>
                </a:solidFill>
              </a:rPr>
              <a:t>Divergence between normal rounds and "very bad rounds"</a:t>
            </a:r>
          </a:p>
        </p:txBody>
      </p:sp>
      <p:pic>
        <p:nvPicPr>
          <p:cNvPr id="2" name="Grafik 1" descr="Ein Bild, das Schrift, Grafiken, Symbol, Logo enthält.&#10;&#10;KI-generierte Inhalte können fehlerhaft sein.">
            <a:extLst>
              <a:ext uri="{FF2B5EF4-FFF2-40B4-BE49-F238E27FC236}">
                <a16:creationId xmlns:a16="http://schemas.microsoft.com/office/drawing/2014/main" id="{0C6A1BB8-BB24-37BC-A3F4-81A766A04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73" y="592532"/>
            <a:ext cx="3261404" cy="320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58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2CA1FF90-1372-84E9-D340-D52477AB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6">
            <a:extLst>
              <a:ext uri="{FF2B5EF4-FFF2-40B4-BE49-F238E27FC236}">
                <a16:creationId xmlns:a16="http://schemas.microsoft.com/office/drawing/2014/main" id="{BDE46311-45EF-BCB9-6828-F9EC48F906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11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Challenges &amp; Goals</a:t>
            </a:r>
            <a:endParaRPr lang="de-DE"/>
          </a:p>
        </p:txBody>
      </p:sp>
      <p:sp>
        <p:nvSpPr>
          <p:cNvPr id="958" name="Google Shape;958;p46">
            <a:extLst>
              <a:ext uri="{FF2B5EF4-FFF2-40B4-BE49-F238E27FC236}">
                <a16:creationId xmlns:a16="http://schemas.microsoft.com/office/drawing/2014/main" id="{624FF30F-6373-C172-3640-BEDBF7337A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505496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SzPts val="1100"/>
            </a:pPr>
            <a:endParaRPr lang="en">
              <a:solidFill>
                <a:srgbClr val="F7F9F7"/>
              </a:solidFill>
            </a:endParaRPr>
          </a:p>
          <a:p>
            <a:pPr marL="285750" indent="-285750">
              <a:buSzPts val="1100"/>
            </a:pPr>
            <a:r>
              <a:rPr lang="en">
                <a:solidFill>
                  <a:schemeClr val="tx1"/>
                </a:solidFill>
              </a:rPr>
              <a:t>Achievements &amp; Duration</a:t>
            </a:r>
          </a:p>
          <a:p>
            <a:pPr marL="742950" lvl="1" algn="l">
              <a:buSzPts val="1100"/>
            </a:pPr>
            <a:r>
              <a:rPr lang="en">
                <a:solidFill>
                  <a:schemeClr val="tx1"/>
                </a:solidFill>
              </a:rPr>
              <a:t>Does a player play Long after they unlocked an achievement?</a:t>
            </a:r>
          </a:p>
          <a:p>
            <a:pPr marL="742950" lvl="1" algn="l">
              <a:buSzPts val="1100"/>
            </a:pPr>
            <a:r>
              <a:rPr lang="en">
                <a:solidFill>
                  <a:schemeClr val="tx1"/>
                </a:solidFill>
              </a:rPr>
              <a:t>Do players make active "achievement runs"?</a:t>
            </a:r>
          </a:p>
          <a:p>
            <a:pPr marL="742950" lvl="1" algn="l">
              <a:buSzPts val="1100"/>
            </a:pPr>
            <a:r>
              <a:rPr lang="en">
                <a:solidFill>
                  <a:schemeClr val="tx1"/>
                </a:solidFill>
              </a:rPr>
              <a:t>Do players keep playing after getting an achievement?</a:t>
            </a:r>
          </a:p>
          <a:p>
            <a:pPr marL="285750" indent="-285750">
              <a:buSzPts val="1100"/>
            </a:pPr>
            <a:r>
              <a:rPr lang="en">
                <a:solidFill>
                  <a:schemeClr val="tx1"/>
                </a:solidFill>
              </a:rPr>
              <a:t>Games after High score</a:t>
            </a:r>
          </a:p>
          <a:p>
            <a:pPr marL="742950" lvl="1" algn="l">
              <a:buSzPts val="1100"/>
            </a:pPr>
            <a:r>
              <a:rPr lang="en">
                <a:solidFill>
                  <a:schemeClr val="tx1"/>
                </a:solidFill>
              </a:rPr>
              <a:t>Do players keep playing after beating their </a:t>
            </a:r>
            <a:r>
              <a:rPr lang="en" err="1">
                <a:solidFill>
                  <a:schemeClr val="tx1"/>
                </a:solidFill>
              </a:rPr>
              <a:t>highscore</a:t>
            </a:r>
            <a:r>
              <a:rPr lang="en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2" name="Grafik 1" descr="Ein Bild, das Grafiken, Schrift, Logo, Symbol enthält.&#10;&#10;KI-generierte Inhalte können fehlerhaft sein.">
            <a:extLst>
              <a:ext uri="{FF2B5EF4-FFF2-40B4-BE49-F238E27FC236}">
                <a16:creationId xmlns:a16="http://schemas.microsoft.com/office/drawing/2014/main" id="{08CFCF19-B477-C520-B689-90B551C81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476" y="939396"/>
            <a:ext cx="3129265" cy="31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40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84664FBD-3A67-966A-4918-99C9E650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BEC25914-FBBF-79C6-99BB-BE44B69A9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245" y="444901"/>
            <a:ext cx="6235892" cy="402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227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48712C1D-02CC-B31A-4E88-A9F0F0FA7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9FCF81D5-C8F2-45A1-7A1A-B5A0A4EB2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197" y="444901"/>
            <a:ext cx="5759987" cy="402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485A6EF2-6E14-57C5-3952-A8D5F00B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614130CA-89D5-2061-ECB7-44B17661B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229" y="444901"/>
            <a:ext cx="6183924" cy="402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1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>
          <a:extLst>
            <a:ext uri="{FF2B5EF4-FFF2-40B4-BE49-F238E27FC236}">
              <a16:creationId xmlns:a16="http://schemas.microsoft.com/office/drawing/2014/main" id="{D583318B-7AC2-D520-4C33-03A3A8A03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3">
            <a:extLst>
              <a:ext uri="{FF2B5EF4-FFF2-40B4-BE49-F238E27FC236}">
                <a16:creationId xmlns:a16="http://schemas.microsoft.com/office/drawing/2014/main" id="{402EA871-F5DF-A369-6A57-A7D5F95FD9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97" y="1995553"/>
            <a:ext cx="4580400" cy="17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Features</a:t>
            </a:r>
            <a:endParaRPr lang="de-DE"/>
          </a:p>
        </p:txBody>
      </p:sp>
      <p:sp>
        <p:nvSpPr>
          <p:cNvPr id="676" name="Google Shape;676;p43">
            <a:extLst>
              <a:ext uri="{FF2B5EF4-FFF2-40B4-BE49-F238E27FC236}">
                <a16:creationId xmlns:a16="http://schemas.microsoft.com/office/drawing/2014/main" id="{7BE8DACB-07B6-68E5-216E-C7B7A8012BA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782438"/>
            <a:ext cx="1383300" cy="13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</a:p>
        </p:txBody>
      </p:sp>
      <p:sp>
        <p:nvSpPr>
          <p:cNvPr id="678" name="Google Shape;678;p43">
            <a:extLst>
              <a:ext uri="{FF2B5EF4-FFF2-40B4-BE49-F238E27FC236}">
                <a16:creationId xmlns:a16="http://schemas.microsoft.com/office/drawing/2014/main" id="{1EA7C5B3-59D3-703B-D86E-431D4A8DE43C}"/>
              </a:ext>
            </a:extLst>
          </p:cNvPr>
          <p:cNvSpPr/>
          <p:nvPr/>
        </p:nvSpPr>
        <p:spPr>
          <a:xfrm>
            <a:off x="5628375" y="4028649"/>
            <a:ext cx="278082" cy="575344"/>
          </a:xfrm>
          <a:custGeom>
            <a:avLst/>
            <a:gdLst/>
            <a:ahLst/>
            <a:cxnLst/>
            <a:rect l="l" t="t" r="r" b="b"/>
            <a:pathLst>
              <a:path w="11405" h="23599" extrusionOk="0">
                <a:moveTo>
                  <a:pt x="995" y="4529"/>
                </a:moveTo>
                <a:cubicBezTo>
                  <a:pt x="995" y="4529"/>
                  <a:pt x="995" y="4529"/>
                  <a:pt x="995" y="4529"/>
                </a:cubicBezTo>
                <a:cubicBezTo>
                  <a:pt x="995" y="4529"/>
                  <a:pt x="995" y="4529"/>
                  <a:pt x="995" y="4529"/>
                </a:cubicBezTo>
                <a:close/>
                <a:moveTo>
                  <a:pt x="7675" y="1"/>
                </a:moveTo>
                <a:cubicBezTo>
                  <a:pt x="7580" y="1"/>
                  <a:pt x="7479" y="16"/>
                  <a:pt x="7371" y="43"/>
                </a:cubicBezTo>
                <a:cubicBezTo>
                  <a:pt x="7269" y="68"/>
                  <a:pt x="7178" y="76"/>
                  <a:pt x="7095" y="76"/>
                </a:cubicBezTo>
                <a:cubicBezTo>
                  <a:pt x="6933" y="76"/>
                  <a:pt x="6803" y="45"/>
                  <a:pt x="6689" y="45"/>
                </a:cubicBezTo>
                <a:cubicBezTo>
                  <a:pt x="6595" y="45"/>
                  <a:pt x="6512" y="66"/>
                  <a:pt x="6431" y="142"/>
                </a:cubicBezTo>
                <a:cubicBezTo>
                  <a:pt x="6277" y="290"/>
                  <a:pt x="6345" y="383"/>
                  <a:pt x="6067" y="414"/>
                </a:cubicBezTo>
                <a:cubicBezTo>
                  <a:pt x="5715" y="451"/>
                  <a:pt x="5499" y="828"/>
                  <a:pt x="5659" y="1174"/>
                </a:cubicBezTo>
                <a:cubicBezTo>
                  <a:pt x="5696" y="1260"/>
                  <a:pt x="5832" y="1372"/>
                  <a:pt x="5715" y="1464"/>
                </a:cubicBezTo>
                <a:cubicBezTo>
                  <a:pt x="5344" y="1730"/>
                  <a:pt x="5906" y="2224"/>
                  <a:pt x="5579" y="2626"/>
                </a:cubicBezTo>
                <a:cubicBezTo>
                  <a:pt x="5326" y="2947"/>
                  <a:pt x="5604" y="2836"/>
                  <a:pt x="5641" y="2984"/>
                </a:cubicBezTo>
                <a:cubicBezTo>
                  <a:pt x="5746" y="3417"/>
                  <a:pt x="5715" y="3491"/>
                  <a:pt x="5783" y="3571"/>
                </a:cubicBezTo>
                <a:cubicBezTo>
                  <a:pt x="5823" y="3616"/>
                  <a:pt x="5877" y="3627"/>
                  <a:pt x="5937" y="3627"/>
                </a:cubicBezTo>
                <a:cubicBezTo>
                  <a:pt x="6004" y="3627"/>
                  <a:pt x="6078" y="3613"/>
                  <a:pt x="6147" y="3613"/>
                </a:cubicBezTo>
                <a:cubicBezTo>
                  <a:pt x="6196" y="3613"/>
                  <a:pt x="6243" y="3620"/>
                  <a:pt x="6283" y="3645"/>
                </a:cubicBezTo>
                <a:cubicBezTo>
                  <a:pt x="5661" y="3780"/>
                  <a:pt x="5090" y="4027"/>
                  <a:pt x="4472" y="4027"/>
                </a:cubicBezTo>
                <a:cubicBezTo>
                  <a:pt x="4323" y="4027"/>
                  <a:pt x="4171" y="4012"/>
                  <a:pt x="4016" y="3979"/>
                </a:cubicBezTo>
                <a:cubicBezTo>
                  <a:pt x="3417" y="3849"/>
                  <a:pt x="3417" y="3614"/>
                  <a:pt x="1767" y="2959"/>
                </a:cubicBezTo>
                <a:cubicBezTo>
                  <a:pt x="1683" y="2927"/>
                  <a:pt x="1629" y="2910"/>
                  <a:pt x="1573" y="2910"/>
                </a:cubicBezTo>
                <a:cubicBezTo>
                  <a:pt x="1522" y="2910"/>
                  <a:pt x="1469" y="2924"/>
                  <a:pt x="1390" y="2953"/>
                </a:cubicBezTo>
                <a:cubicBezTo>
                  <a:pt x="772" y="3176"/>
                  <a:pt x="161" y="3423"/>
                  <a:pt x="0" y="4102"/>
                </a:cubicBezTo>
                <a:cubicBezTo>
                  <a:pt x="74" y="4096"/>
                  <a:pt x="136" y="4034"/>
                  <a:pt x="154" y="3966"/>
                </a:cubicBezTo>
                <a:lnTo>
                  <a:pt x="155" y="3966"/>
                </a:lnTo>
                <a:cubicBezTo>
                  <a:pt x="124" y="4133"/>
                  <a:pt x="124" y="4306"/>
                  <a:pt x="161" y="4467"/>
                </a:cubicBezTo>
                <a:cubicBezTo>
                  <a:pt x="221" y="4401"/>
                  <a:pt x="263" y="4312"/>
                  <a:pt x="288" y="4222"/>
                </a:cubicBezTo>
                <a:lnTo>
                  <a:pt x="288" y="4222"/>
                </a:lnTo>
                <a:cubicBezTo>
                  <a:pt x="269" y="4301"/>
                  <a:pt x="318" y="4400"/>
                  <a:pt x="389" y="4442"/>
                </a:cubicBezTo>
                <a:cubicBezTo>
                  <a:pt x="450" y="4043"/>
                  <a:pt x="776" y="3645"/>
                  <a:pt x="964" y="3645"/>
                </a:cubicBezTo>
                <a:cubicBezTo>
                  <a:pt x="968" y="3645"/>
                  <a:pt x="972" y="3645"/>
                  <a:pt x="976" y="3645"/>
                </a:cubicBezTo>
                <a:cubicBezTo>
                  <a:pt x="1044" y="3658"/>
                  <a:pt x="1155" y="3670"/>
                  <a:pt x="1112" y="3732"/>
                </a:cubicBezTo>
                <a:cubicBezTo>
                  <a:pt x="1248" y="3911"/>
                  <a:pt x="692" y="4306"/>
                  <a:pt x="995" y="4529"/>
                </a:cubicBezTo>
                <a:lnTo>
                  <a:pt x="995" y="4529"/>
                </a:lnTo>
                <a:cubicBezTo>
                  <a:pt x="960" y="4501"/>
                  <a:pt x="1699" y="3552"/>
                  <a:pt x="1730" y="3522"/>
                </a:cubicBezTo>
                <a:cubicBezTo>
                  <a:pt x="1736" y="3531"/>
                  <a:pt x="1742" y="3531"/>
                  <a:pt x="1750" y="3531"/>
                </a:cubicBezTo>
                <a:cubicBezTo>
                  <a:pt x="1758" y="3531"/>
                  <a:pt x="1767" y="3531"/>
                  <a:pt x="1779" y="3540"/>
                </a:cubicBezTo>
                <a:cubicBezTo>
                  <a:pt x="2212" y="3966"/>
                  <a:pt x="2453" y="4214"/>
                  <a:pt x="2737" y="4405"/>
                </a:cubicBezTo>
                <a:cubicBezTo>
                  <a:pt x="3725" y="5060"/>
                  <a:pt x="5054" y="4838"/>
                  <a:pt x="5579" y="5128"/>
                </a:cubicBezTo>
                <a:cubicBezTo>
                  <a:pt x="5251" y="6104"/>
                  <a:pt x="5319" y="6271"/>
                  <a:pt x="5517" y="7006"/>
                </a:cubicBezTo>
                <a:cubicBezTo>
                  <a:pt x="6802" y="11609"/>
                  <a:pt x="4763" y="12276"/>
                  <a:pt x="4831" y="12591"/>
                </a:cubicBezTo>
                <a:cubicBezTo>
                  <a:pt x="4955" y="12511"/>
                  <a:pt x="5085" y="12430"/>
                  <a:pt x="5208" y="12350"/>
                </a:cubicBezTo>
                <a:lnTo>
                  <a:pt x="5208" y="12350"/>
                </a:lnTo>
                <a:cubicBezTo>
                  <a:pt x="5128" y="12585"/>
                  <a:pt x="4887" y="12770"/>
                  <a:pt x="4893" y="13017"/>
                </a:cubicBezTo>
                <a:cubicBezTo>
                  <a:pt x="5004" y="12875"/>
                  <a:pt x="5103" y="12752"/>
                  <a:pt x="5227" y="12634"/>
                </a:cubicBezTo>
                <a:lnTo>
                  <a:pt x="5227" y="12634"/>
                </a:lnTo>
                <a:cubicBezTo>
                  <a:pt x="4918" y="13456"/>
                  <a:pt x="4881" y="14302"/>
                  <a:pt x="4671" y="15136"/>
                </a:cubicBezTo>
                <a:cubicBezTo>
                  <a:pt x="4436" y="16082"/>
                  <a:pt x="4559" y="15804"/>
                  <a:pt x="4634" y="16477"/>
                </a:cubicBezTo>
                <a:cubicBezTo>
                  <a:pt x="4652" y="16724"/>
                  <a:pt x="4609" y="16984"/>
                  <a:pt x="4609" y="17237"/>
                </a:cubicBezTo>
                <a:cubicBezTo>
                  <a:pt x="4621" y="18565"/>
                  <a:pt x="5023" y="19690"/>
                  <a:pt x="4930" y="20530"/>
                </a:cubicBezTo>
                <a:cubicBezTo>
                  <a:pt x="4905" y="20777"/>
                  <a:pt x="4763" y="21914"/>
                  <a:pt x="4547" y="22087"/>
                </a:cubicBezTo>
                <a:cubicBezTo>
                  <a:pt x="4405" y="22198"/>
                  <a:pt x="4115" y="22149"/>
                  <a:pt x="4244" y="22791"/>
                </a:cubicBezTo>
                <a:cubicBezTo>
                  <a:pt x="4263" y="22884"/>
                  <a:pt x="4294" y="22921"/>
                  <a:pt x="4424" y="22933"/>
                </a:cubicBezTo>
                <a:cubicBezTo>
                  <a:pt x="4492" y="22938"/>
                  <a:pt x="4603" y="22943"/>
                  <a:pt x="4724" y="22943"/>
                </a:cubicBezTo>
                <a:cubicBezTo>
                  <a:pt x="4919" y="22943"/>
                  <a:pt x="5137" y="22929"/>
                  <a:pt x="5233" y="22871"/>
                </a:cubicBezTo>
                <a:cubicBezTo>
                  <a:pt x="5597" y="22655"/>
                  <a:pt x="5313" y="22081"/>
                  <a:pt x="5764" y="21667"/>
                </a:cubicBezTo>
                <a:cubicBezTo>
                  <a:pt x="5820" y="21932"/>
                  <a:pt x="5845" y="22210"/>
                  <a:pt x="5826" y="22488"/>
                </a:cubicBezTo>
                <a:cubicBezTo>
                  <a:pt x="6085" y="22482"/>
                  <a:pt x="5777" y="22532"/>
                  <a:pt x="6153" y="21395"/>
                </a:cubicBezTo>
                <a:cubicBezTo>
                  <a:pt x="6413" y="20604"/>
                  <a:pt x="6098" y="20678"/>
                  <a:pt x="5931" y="20375"/>
                </a:cubicBezTo>
                <a:cubicBezTo>
                  <a:pt x="5795" y="20141"/>
                  <a:pt x="5919" y="18701"/>
                  <a:pt x="5950" y="18491"/>
                </a:cubicBezTo>
                <a:cubicBezTo>
                  <a:pt x="6129" y="17262"/>
                  <a:pt x="5974" y="17163"/>
                  <a:pt x="5943" y="16545"/>
                </a:cubicBezTo>
                <a:cubicBezTo>
                  <a:pt x="5912" y="16014"/>
                  <a:pt x="6067" y="15476"/>
                  <a:pt x="6364" y="15031"/>
                </a:cubicBezTo>
                <a:cubicBezTo>
                  <a:pt x="6431" y="15087"/>
                  <a:pt x="6364" y="15600"/>
                  <a:pt x="6364" y="15711"/>
                </a:cubicBezTo>
                <a:cubicBezTo>
                  <a:pt x="6382" y="16496"/>
                  <a:pt x="6370" y="16075"/>
                  <a:pt x="7822" y="19541"/>
                </a:cubicBezTo>
                <a:cubicBezTo>
                  <a:pt x="8538" y="21271"/>
                  <a:pt x="8421" y="21327"/>
                  <a:pt x="8081" y="22266"/>
                </a:cubicBezTo>
                <a:cubicBezTo>
                  <a:pt x="7976" y="22575"/>
                  <a:pt x="8050" y="22519"/>
                  <a:pt x="7661" y="22661"/>
                </a:cubicBezTo>
                <a:cubicBezTo>
                  <a:pt x="7049" y="22878"/>
                  <a:pt x="7123" y="23285"/>
                  <a:pt x="7673" y="23508"/>
                </a:cubicBezTo>
                <a:cubicBezTo>
                  <a:pt x="7829" y="23572"/>
                  <a:pt x="7963" y="23598"/>
                  <a:pt x="8079" y="23598"/>
                </a:cubicBezTo>
                <a:cubicBezTo>
                  <a:pt x="8554" y="23598"/>
                  <a:pt x="8722" y="23147"/>
                  <a:pt x="8841" y="22983"/>
                </a:cubicBezTo>
                <a:cubicBezTo>
                  <a:pt x="9072" y="22677"/>
                  <a:pt x="9269" y="22506"/>
                  <a:pt x="9409" y="22506"/>
                </a:cubicBezTo>
                <a:cubicBezTo>
                  <a:pt x="9582" y="22506"/>
                  <a:pt x="9667" y="22770"/>
                  <a:pt x="9619" y="23366"/>
                </a:cubicBezTo>
                <a:cubicBezTo>
                  <a:pt x="9610" y="23481"/>
                  <a:pt x="9656" y="23513"/>
                  <a:pt x="9693" y="23513"/>
                </a:cubicBezTo>
                <a:cubicBezTo>
                  <a:pt x="9708" y="23513"/>
                  <a:pt x="9722" y="23508"/>
                  <a:pt x="9731" y="23502"/>
                </a:cubicBezTo>
                <a:cubicBezTo>
                  <a:pt x="9774" y="22569"/>
                  <a:pt x="10138" y="22179"/>
                  <a:pt x="9947" y="21710"/>
                </a:cubicBezTo>
                <a:cubicBezTo>
                  <a:pt x="9749" y="21253"/>
                  <a:pt x="9434" y="21401"/>
                  <a:pt x="9162" y="20412"/>
                </a:cubicBezTo>
                <a:cubicBezTo>
                  <a:pt x="8668" y="18596"/>
                  <a:pt x="8909" y="18195"/>
                  <a:pt x="8328" y="17101"/>
                </a:cubicBezTo>
                <a:cubicBezTo>
                  <a:pt x="8137" y="16737"/>
                  <a:pt x="7729" y="16094"/>
                  <a:pt x="8019" y="15217"/>
                </a:cubicBezTo>
                <a:cubicBezTo>
                  <a:pt x="8452" y="13926"/>
                  <a:pt x="8347" y="13499"/>
                  <a:pt x="8421" y="12986"/>
                </a:cubicBezTo>
                <a:lnTo>
                  <a:pt x="8421" y="12986"/>
                </a:lnTo>
                <a:cubicBezTo>
                  <a:pt x="8559" y="13042"/>
                  <a:pt x="8581" y="13206"/>
                  <a:pt x="8600" y="13206"/>
                </a:cubicBezTo>
                <a:cubicBezTo>
                  <a:pt x="8615" y="13206"/>
                  <a:pt x="8627" y="13105"/>
                  <a:pt x="8693" y="12770"/>
                </a:cubicBezTo>
                <a:cubicBezTo>
                  <a:pt x="8724" y="12900"/>
                  <a:pt x="8773" y="13024"/>
                  <a:pt x="8835" y="13147"/>
                </a:cubicBezTo>
                <a:cubicBezTo>
                  <a:pt x="8909" y="12880"/>
                  <a:pt x="8920" y="12773"/>
                  <a:pt x="8944" y="12773"/>
                </a:cubicBezTo>
                <a:cubicBezTo>
                  <a:pt x="8969" y="12773"/>
                  <a:pt x="9008" y="12899"/>
                  <a:pt x="9156" y="13085"/>
                </a:cubicBezTo>
                <a:cubicBezTo>
                  <a:pt x="9094" y="12560"/>
                  <a:pt x="9156" y="12035"/>
                  <a:pt x="9162" y="11510"/>
                </a:cubicBezTo>
                <a:cubicBezTo>
                  <a:pt x="9187" y="10064"/>
                  <a:pt x="8668" y="9990"/>
                  <a:pt x="8353" y="8909"/>
                </a:cubicBezTo>
                <a:cubicBezTo>
                  <a:pt x="8038" y="7828"/>
                  <a:pt x="8353" y="7247"/>
                  <a:pt x="8557" y="6839"/>
                </a:cubicBezTo>
                <a:cubicBezTo>
                  <a:pt x="8699" y="6543"/>
                  <a:pt x="8810" y="6228"/>
                  <a:pt x="8946" y="5943"/>
                </a:cubicBezTo>
                <a:cubicBezTo>
                  <a:pt x="9317" y="6320"/>
                  <a:pt x="9694" y="6697"/>
                  <a:pt x="10070" y="7074"/>
                </a:cubicBezTo>
                <a:cubicBezTo>
                  <a:pt x="10305" y="7315"/>
                  <a:pt x="10509" y="7272"/>
                  <a:pt x="10120" y="8724"/>
                </a:cubicBezTo>
                <a:cubicBezTo>
                  <a:pt x="9706" y="10287"/>
                  <a:pt x="9724" y="10256"/>
                  <a:pt x="9632" y="10398"/>
                </a:cubicBezTo>
                <a:cubicBezTo>
                  <a:pt x="9341" y="10867"/>
                  <a:pt x="9385" y="10904"/>
                  <a:pt x="9397" y="11751"/>
                </a:cubicBezTo>
                <a:cubicBezTo>
                  <a:pt x="9496" y="11701"/>
                  <a:pt x="9490" y="11584"/>
                  <a:pt x="9558" y="11022"/>
                </a:cubicBezTo>
                <a:cubicBezTo>
                  <a:pt x="9582" y="11028"/>
                  <a:pt x="9601" y="11071"/>
                  <a:pt x="9601" y="11090"/>
                </a:cubicBezTo>
                <a:cubicBezTo>
                  <a:pt x="9511" y="11658"/>
                  <a:pt x="9689" y="12274"/>
                  <a:pt x="9787" y="12274"/>
                </a:cubicBezTo>
                <a:cubicBezTo>
                  <a:pt x="9844" y="12274"/>
                  <a:pt x="9874" y="12070"/>
                  <a:pt x="9811" y="11535"/>
                </a:cubicBezTo>
                <a:cubicBezTo>
                  <a:pt x="9805" y="11473"/>
                  <a:pt x="9805" y="11399"/>
                  <a:pt x="9842" y="11362"/>
                </a:cubicBezTo>
                <a:cubicBezTo>
                  <a:pt x="9910" y="11516"/>
                  <a:pt x="9928" y="11695"/>
                  <a:pt x="9959" y="11862"/>
                </a:cubicBezTo>
                <a:cubicBezTo>
                  <a:pt x="10004" y="12092"/>
                  <a:pt x="10119" y="12304"/>
                  <a:pt x="10180" y="12304"/>
                </a:cubicBezTo>
                <a:cubicBezTo>
                  <a:pt x="10213" y="12304"/>
                  <a:pt x="10230" y="12244"/>
                  <a:pt x="10212" y="12097"/>
                </a:cubicBezTo>
                <a:cubicBezTo>
                  <a:pt x="10157" y="11615"/>
                  <a:pt x="10095" y="11349"/>
                  <a:pt x="10212" y="11349"/>
                </a:cubicBezTo>
                <a:cubicBezTo>
                  <a:pt x="10314" y="11944"/>
                  <a:pt x="10414" y="12191"/>
                  <a:pt x="10470" y="12191"/>
                </a:cubicBezTo>
                <a:cubicBezTo>
                  <a:pt x="10533" y="12191"/>
                  <a:pt x="10540" y="11875"/>
                  <a:pt x="10429" y="11386"/>
                </a:cubicBezTo>
                <a:cubicBezTo>
                  <a:pt x="10416" y="11325"/>
                  <a:pt x="10410" y="11238"/>
                  <a:pt x="10460" y="11207"/>
                </a:cubicBezTo>
                <a:cubicBezTo>
                  <a:pt x="10546" y="11355"/>
                  <a:pt x="10633" y="11510"/>
                  <a:pt x="10719" y="11658"/>
                </a:cubicBezTo>
                <a:cubicBezTo>
                  <a:pt x="10819" y="11826"/>
                  <a:pt x="10877" y="11871"/>
                  <a:pt x="10904" y="11871"/>
                </a:cubicBezTo>
                <a:cubicBezTo>
                  <a:pt x="10929" y="11871"/>
                  <a:pt x="10928" y="11834"/>
                  <a:pt x="10911" y="11819"/>
                </a:cubicBezTo>
                <a:cubicBezTo>
                  <a:pt x="10904" y="11516"/>
                  <a:pt x="10676" y="11269"/>
                  <a:pt x="10633" y="10979"/>
                </a:cubicBezTo>
                <a:cubicBezTo>
                  <a:pt x="10614" y="10855"/>
                  <a:pt x="10633" y="10719"/>
                  <a:pt x="10614" y="10596"/>
                </a:cubicBezTo>
                <a:cubicBezTo>
                  <a:pt x="10596" y="10342"/>
                  <a:pt x="10460" y="10089"/>
                  <a:pt x="10515" y="9842"/>
                </a:cubicBezTo>
                <a:cubicBezTo>
                  <a:pt x="10596" y="9483"/>
                  <a:pt x="10812" y="9131"/>
                  <a:pt x="10935" y="8792"/>
                </a:cubicBezTo>
                <a:cubicBezTo>
                  <a:pt x="11028" y="8538"/>
                  <a:pt x="11405" y="7395"/>
                  <a:pt x="11318" y="7136"/>
                </a:cubicBezTo>
                <a:cubicBezTo>
                  <a:pt x="11152" y="6635"/>
                  <a:pt x="10348" y="6147"/>
                  <a:pt x="9965" y="5480"/>
                </a:cubicBezTo>
                <a:cubicBezTo>
                  <a:pt x="9799" y="5184"/>
                  <a:pt x="9792" y="4868"/>
                  <a:pt x="9700" y="4566"/>
                </a:cubicBezTo>
                <a:cubicBezTo>
                  <a:pt x="9675" y="4473"/>
                  <a:pt x="9656" y="4356"/>
                  <a:pt x="9737" y="4294"/>
                </a:cubicBezTo>
                <a:cubicBezTo>
                  <a:pt x="9809" y="4344"/>
                  <a:pt x="9886" y="4366"/>
                  <a:pt x="9960" y="4366"/>
                </a:cubicBezTo>
                <a:cubicBezTo>
                  <a:pt x="10226" y="4366"/>
                  <a:pt x="10455" y="4083"/>
                  <a:pt x="10330" y="3793"/>
                </a:cubicBezTo>
                <a:lnTo>
                  <a:pt x="10330" y="3793"/>
                </a:lnTo>
                <a:cubicBezTo>
                  <a:pt x="10353" y="3967"/>
                  <a:pt x="10210" y="4100"/>
                  <a:pt x="10056" y="4100"/>
                </a:cubicBezTo>
                <a:cubicBezTo>
                  <a:pt x="10003" y="4100"/>
                  <a:pt x="9947" y="4084"/>
                  <a:pt x="9897" y="4047"/>
                </a:cubicBezTo>
                <a:cubicBezTo>
                  <a:pt x="9619" y="3843"/>
                  <a:pt x="10083" y="3639"/>
                  <a:pt x="10021" y="3447"/>
                </a:cubicBezTo>
                <a:cubicBezTo>
                  <a:pt x="10015" y="3417"/>
                  <a:pt x="9990" y="3392"/>
                  <a:pt x="9984" y="3361"/>
                </a:cubicBezTo>
                <a:cubicBezTo>
                  <a:pt x="9922" y="3207"/>
                  <a:pt x="10138" y="3058"/>
                  <a:pt x="10107" y="2898"/>
                </a:cubicBezTo>
                <a:cubicBezTo>
                  <a:pt x="10089" y="2793"/>
                  <a:pt x="9984" y="2731"/>
                  <a:pt x="9904" y="2650"/>
                </a:cubicBezTo>
                <a:cubicBezTo>
                  <a:pt x="9829" y="2576"/>
                  <a:pt x="9811" y="2410"/>
                  <a:pt x="9922" y="2391"/>
                </a:cubicBezTo>
                <a:cubicBezTo>
                  <a:pt x="9931" y="2388"/>
                  <a:pt x="9940" y="2387"/>
                  <a:pt x="9949" y="2387"/>
                </a:cubicBezTo>
                <a:cubicBezTo>
                  <a:pt x="9977" y="2387"/>
                  <a:pt x="10007" y="2399"/>
                  <a:pt x="10039" y="2403"/>
                </a:cubicBezTo>
                <a:cubicBezTo>
                  <a:pt x="10047" y="2404"/>
                  <a:pt x="10054" y="2405"/>
                  <a:pt x="10061" y="2405"/>
                </a:cubicBezTo>
                <a:cubicBezTo>
                  <a:pt x="10180" y="2405"/>
                  <a:pt x="10272" y="2261"/>
                  <a:pt x="10225" y="2150"/>
                </a:cubicBezTo>
                <a:lnTo>
                  <a:pt x="10225" y="2150"/>
                </a:lnTo>
                <a:cubicBezTo>
                  <a:pt x="10198" y="2177"/>
                  <a:pt x="10154" y="2195"/>
                  <a:pt x="10104" y="2195"/>
                </a:cubicBezTo>
                <a:cubicBezTo>
                  <a:pt x="9993" y="2195"/>
                  <a:pt x="9857" y="2103"/>
                  <a:pt x="9836" y="1804"/>
                </a:cubicBezTo>
                <a:cubicBezTo>
                  <a:pt x="9836" y="1693"/>
                  <a:pt x="9836" y="1576"/>
                  <a:pt x="9792" y="1477"/>
                </a:cubicBezTo>
                <a:cubicBezTo>
                  <a:pt x="9727" y="1327"/>
                  <a:pt x="9566" y="1238"/>
                  <a:pt x="9406" y="1238"/>
                </a:cubicBezTo>
                <a:cubicBezTo>
                  <a:pt x="9355" y="1238"/>
                  <a:pt x="9303" y="1247"/>
                  <a:pt x="9255" y="1267"/>
                </a:cubicBezTo>
                <a:cubicBezTo>
                  <a:pt x="9361" y="931"/>
                  <a:pt x="9072" y="594"/>
                  <a:pt x="8681" y="594"/>
                </a:cubicBezTo>
                <a:cubicBezTo>
                  <a:pt x="8640" y="594"/>
                  <a:pt x="8599" y="598"/>
                  <a:pt x="8557" y="606"/>
                </a:cubicBezTo>
                <a:cubicBezTo>
                  <a:pt x="8522" y="611"/>
                  <a:pt x="8493" y="614"/>
                  <a:pt x="8470" y="614"/>
                </a:cubicBezTo>
                <a:cubicBezTo>
                  <a:pt x="8394" y="614"/>
                  <a:pt x="8369" y="582"/>
                  <a:pt x="8340" y="507"/>
                </a:cubicBezTo>
                <a:cubicBezTo>
                  <a:pt x="8208" y="153"/>
                  <a:pt x="7979" y="1"/>
                  <a:pt x="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3">
            <a:extLst>
              <a:ext uri="{FF2B5EF4-FFF2-40B4-BE49-F238E27FC236}">
                <a16:creationId xmlns:a16="http://schemas.microsoft.com/office/drawing/2014/main" id="{CBFE8E51-265C-437F-FD7C-471FFA2977E3}"/>
              </a:ext>
            </a:extLst>
          </p:cNvPr>
          <p:cNvSpPr/>
          <p:nvPr/>
        </p:nvSpPr>
        <p:spPr>
          <a:xfrm>
            <a:off x="6007079" y="3742744"/>
            <a:ext cx="867325" cy="1386557"/>
          </a:xfrm>
          <a:custGeom>
            <a:avLst/>
            <a:gdLst/>
            <a:ahLst/>
            <a:cxnLst/>
            <a:rect l="l" t="t" r="r" b="b"/>
            <a:pathLst>
              <a:path w="14768" h="23609" extrusionOk="0">
                <a:moveTo>
                  <a:pt x="2606" y="9157"/>
                </a:moveTo>
                <a:cubicBezTo>
                  <a:pt x="2606" y="9158"/>
                  <a:pt x="2606" y="9158"/>
                  <a:pt x="2606" y="9158"/>
                </a:cubicBezTo>
                <a:cubicBezTo>
                  <a:pt x="2606" y="9158"/>
                  <a:pt x="2606" y="9158"/>
                  <a:pt x="2606" y="9157"/>
                </a:cubicBezTo>
                <a:close/>
                <a:moveTo>
                  <a:pt x="5599" y="0"/>
                </a:moveTo>
                <a:cubicBezTo>
                  <a:pt x="5364" y="0"/>
                  <a:pt x="5142" y="142"/>
                  <a:pt x="5043" y="352"/>
                </a:cubicBezTo>
                <a:cubicBezTo>
                  <a:pt x="4994" y="247"/>
                  <a:pt x="4926" y="161"/>
                  <a:pt x="4839" y="93"/>
                </a:cubicBezTo>
                <a:cubicBezTo>
                  <a:pt x="4672" y="314"/>
                  <a:pt x="4629" y="395"/>
                  <a:pt x="4611" y="395"/>
                </a:cubicBezTo>
                <a:cubicBezTo>
                  <a:pt x="4592" y="395"/>
                  <a:pt x="4601" y="303"/>
                  <a:pt x="4518" y="192"/>
                </a:cubicBezTo>
                <a:cubicBezTo>
                  <a:pt x="4425" y="402"/>
                  <a:pt x="4364" y="624"/>
                  <a:pt x="4333" y="859"/>
                </a:cubicBezTo>
                <a:cubicBezTo>
                  <a:pt x="4277" y="834"/>
                  <a:pt x="4234" y="791"/>
                  <a:pt x="4203" y="735"/>
                </a:cubicBezTo>
                <a:lnTo>
                  <a:pt x="4203" y="735"/>
                </a:lnTo>
                <a:cubicBezTo>
                  <a:pt x="4177" y="944"/>
                  <a:pt x="4238" y="1057"/>
                  <a:pt x="4217" y="1057"/>
                </a:cubicBezTo>
                <a:cubicBezTo>
                  <a:pt x="4202" y="1057"/>
                  <a:pt x="4148" y="1003"/>
                  <a:pt x="3999" y="890"/>
                </a:cubicBezTo>
                <a:lnTo>
                  <a:pt x="3999" y="890"/>
                </a:lnTo>
                <a:cubicBezTo>
                  <a:pt x="4005" y="1100"/>
                  <a:pt x="4092" y="1310"/>
                  <a:pt x="4240" y="1452"/>
                </a:cubicBezTo>
                <a:cubicBezTo>
                  <a:pt x="4160" y="1452"/>
                  <a:pt x="4086" y="1440"/>
                  <a:pt x="4005" y="1415"/>
                </a:cubicBezTo>
                <a:lnTo>
                  <a:pt x="4005" y="1415"/>
                </a:lnTo>
                <a:cubicBezTo>
                  <a:pt x="4265" y="1730"/>
                  <a:pt x="4518" y="2039"/>
                  <a:pt x="4771" y="2360"/>
                </a:cubicBezTo>
                <a:cubicBezTo>
                  <a:pt x="5439" y="3170"/>
                  <a:pt x="5599" y="2984"/>
                  <a:pt x="5760" y="3299"/>
                </a:cubicBezTo>
                <a:cubicBezTo>
                  <a:pt x="5803" y="3386"/>
                  <a:pt x="5754" y="3411"/>
                  <a:pt x="5661" y="3441"/>
                </a:cubicBezTo>
                <a:cubicBezTo>
                  <a:pt x="5482" y="3491"/>
                  <a:pt x="5358" y="3651"/>
                  <a:pt x="5204" y="3763"/>
                </a:cubicBezTo>
                <a:cubicBezTo>
                  <a:pt x="5037" y="3886"/>
                  <a:pt x="4833" y="3942"/>
                  <a:pt x="4648" y="4034"/>
                </a:cubicBezTo>
                <a:cubicBezTo>
                  <a:pt x="3727" y="4479"/>
                  <a:pt x="3752" y="5350"/>
                  <a:pt x="3598" y="5653"/>
                </a:cubicBezTo>
                <a:cubicBezTo>
                  <a:pt x="3560" y="5733"/>
                  <a:pt x="3536" y="5758"/>
                  <a:pt x="3109" y="6265"/>
                </a:cubicBezTo>
                <a:cubicBezTo>
                  <a:pt x="3094" y="6283"/>
                  <a:pt x="3082" y="6293"/>
                  <a:pt x="3069" y="6293"/>
                </a:cubicBezTo>
                <a:cubicBezTo>
                  <a:pt x="3055" y="6293"/>
                  <a:pt x="3042" y="6283"/>
                  <a:pt x="3023" y="6265"/>
                </a:cubicBezTo>
                <a:cubicBezTo>
                  <a:pt x="2164" y="5282"/>
                  <a:pt x="2257" y="5004"/>
                  <a:pt x="1960" y="3608"/>
                </a:cubicBezTo>
                <a:cubicBezTo>
                  <a:pt x="1930" y="3471"/>
                  <a:pt x="1748" y="3115"/>
                  <a:pt x="1568" y="3115"/>
                </a:cubicBezTo>
                <a:cubicBezTo>
                  <a:pt x="1529" y="3115"/>
                  <a:pt x="1491" y="3131"/>
                  <a:pt x="1454" y="3170"/>
                </a:cubicBezTo>
                <a:cubicBezTo>
                  <a:pt x="1509" y="3250"/>
                  <a:pt x="1583" y="3330"/>
                  <a:pt x="1633" y="3417"/>
                </a:cubicBezTo>
                <a:cubicBezTo>
                  <a:pt x="1730" y="3592"/>
                  <a:pt x="1691" y="3649"/>
                  <a:pt x="1595" y="3649"/>
                </a:cubicBezTo>
                <a:cubicBezTo>
                  <a:pt x="1417" y="3649"/>
                  <a:pt x="1044" y="3454"/>
                  <a:pt x="984" y="3454"/>
                </a:cubicBezTo>
                <a:cubicBezTo>
                  <a:pt x="975" y="3454"/>
                  <a:pt x="967" y="3453"/>
                  <a:pt x="958" y="3453"/>
                </a:cubicBezTo>
                <a:cubicBezTo>
                  <a:pt x="708" y="3453"/>
                  <a:pt x="469" y="3537"/>
                  <a:pt x="230" y="3614"/>
                </a:cubicBezTo>
                <a:cubicBezTo>
                  <a:pt x="70" y="3676"/>
                  <a:pt x="163" y="3800"/>
                  <a:pt x="243" y="3818"/>
                </a:cubicBezTo>
                <a:cubicBezTo>
                  <a:pt x="248" y="3819"/>
                  <a:pt x="253" y="3819"/>
                  <a:pt x="258" y="3819"/>
                </a:cubicBezTo>
                <a:cubicBezTo>
                  <a:pt x="321" y="3819"/>
                  <a:pt x="383" y="3785"/>
                  <a:pt x="441" y="3756"/>
                </a:cubicBezTo>
                <a:lnTo>
                  <a:pt x="441" y="3756"/>
                </a:lnTo>
                <a:cubicBezTo>
                  <a:pt x="397" y="3831"/>
                  <a:pt x="311" y="3868"/>
                  <a:pt x="243" y="3923"/>
                </a:cubicBezTo>
                <a:cubicBezTo>
                  <a:pt x="0" y="4088"/>
                  <a:pt x="131" y="4238"/>
                  <a:pt x="228" y="4238"/>
                </a:cubicBezTo>
                <a:cubicBezTo>
                  <a:pt x="251" y="4238"/>
                  <a:pt x="273" y="4229"/>
                  <a:pt x="286" y="4211"/>
                </a:cubicBezTo>
                <a:lnTo>
                  <a:pt x="286" y="4211"/>
                </a:lnTo>
                <a:cubicBezTo>
                  <a:pt x="169" y="4402"/>
                  <a:pt x="275" y="4470"/>
                  <a:pt x="335" y="4470"/>
                </a:cubicBezTo>
                <a:cubicBezTo>
                  <a:pt x="342" y="4470"/>
                  <a:pt x="349" y="4469"/>
                  <a:pt x="354" y="4467"/>
                </a:cubicBezTo>
                <a:lnTo>
                  <a:pt x="354" y="4467"/>
                </a:lnTo>
                <a:cubicBezTo>
                  <a:pt x="335" y="4523"/>
                  <a:pt x="348" y="4578"/>
                  <a:pt x="385" y="4628"/>
                </a:cubicBezTo>
                <a:cubicBezTo>
                  <a:pt x="496" y="4535"/>
                  <a:pt x="558" y="4405"/>
                  <a:pt x="558" y="4263"/>
                </a:cubicBezTo>
                <a:cubicBezTo>
                  <a:pt x="1238" y="4671"/>
                  <a:pt x="1275" y="4689"/>
                  <a:pt x="1343" y="4764"/>
                </a:cubicBezTo>
                <a:cubicBezTo>
                  <a:pt x="1756" y="5208"/>
                  <a:pt x="1738" y="6858"/>
                  <a:pt x="2300" y="7760"/>
                </a:cubicBezTo>
                <a:cubicBezTo>
                  <a:pt x="1861" y="8236"/>
                  <a:pt x="2158" y="8773"/>
                  <a:pt x="2084" y="9304"/>
                </a:cubicBezTo>
                <a:cubicBezTo>
                  <a:pt x="2201" y="9082"/>
                  <a:pt x="2294" y="8841"/>
                  <a:pt x="2362" y="8594"/>
                </a:cubicBezTo>
                <a:cubicBezTo>
                  <a:pt x="2627" y="8927"/>
                  <a:pt x="2608" y="9145"/>
                  <a:pt x="2606" y="9157"/>
                </a:cubicBezTo>
                <a:lnTo>
                  <a:pt x="2606" y="9157"/>
                </a:lnTo>
                <a:cubicBezTo>
                  <a:pt x="2608" y="9147"/>
                  <a:pt x="2636" y="8983"/>
                  <a:pt x="2875" y="8612"/>
                </a:cubicBezTo>
                <a:cubicBezTo>
                  <a:pt x="3109" y="9008"/>
                  <a:pt x="2881" y="9626"/>
                  <a:pt x="3282" y="9910"/>
                </a:cubicBezTo>
                <a:cubicBezTo>
                  <a:pt x="2980" y="9193"/>
                  <a:pt x="3486" y="8396"/>
                  <a:pt x="3647" y="7741"/>
                </a:cubicBezTo>
                <a:cubicBezTo>
                  <a:pt x="3760" y="8072"/>
                  <a:pt x="3729" y="8423"/>
                  <a:pt x="3748" y="8423"/>
                </a:cubicBezTo>
                <a:cubicBezTo>
                  <a:pt x="3765" y="8423"/>
                  <a:pt x="3823" y="8135"/>
                  <a:pt x="4067" y="7284"/>
                </a:cubicBezTo>
                <a:lnTo>
                  <a:pt x="4067" y="7284"/>
                </a:lnTo>
                <a:cubicBezTo>
                  <a:pt x="4388" y="8557"/>
                  <a:pt x="3622" y="9607"/>
                  <a:pt x="3369" y="12888"/>
                </a:cubicBezTo>
                <a:cubicBezTo>
                  <a:pt x="3462" y="12715"/>
                  <a:pt x="3548" y="12536"/>
                  <a:pt x="3641" y="12356"/>
                </a:cubicBezTo>
                <a:lnTo>
                  <a:pt x="3641" y="12356"/>
                </a:lnTo>
                <a:cubicBezTo>
                  <a:pt x="3925" y="15452"/>
                  <a:pt x="3573" y="15544"/>
                  <a:pt x="3808" y="16310"/>
                </a:cubicBezTo>
                <a:cubicBezTo>
                  <a:pt x="3882" y="16576"/>
                  <a:pt x="4030" y="16829"/>
                  <a:pt x="3999" y="17101"/>
                </a:cubicBezTo>
                <a:cubicBezTo>
                  <a:pt x="3925" y="17058"/>
                  <a:pt x="3845" y="17027"/>
                  <a:pt x="3771" y="16990"/>
                </a:cubicBezTo>
                <a:lnTo>
                  <a:pt x="3771" y="16990"/>
                </a:lnTo>
                <a:cubicBezTo>
                  <a:pt x="3894" y="17565"/>
                  <a:pt x="4450" y="17948"/>
                  <a:pt x="4623" y="18504"/>
                </a:cubicBezTo>
                <a:cubicBezTo>
                  <a:pt x="4839" y="19158"/>
                  <a:pt x="4493" y="19962"/>
                  <a:pt x="4889" y="20536"/>
                </a:cubicBezTo>
                <a:cubicBezTo>
                  <a:pt x="4852" y="20165"/>
                  <a:pt x="4889" y="19789"/>
                  <a:pt x="5006" y="19436"/>
                </a:cubicBezTo>
                <a:cubicBezTo>
                  <a:pt x="5080" y="19714"/>
                  <a:pt x="5204" y="19974"/>
                  <a:pt x="5377" y="20203"/>
                </a:cubicBezTo>
                <a:cubicBezTo>
                  <a:pt x="5389" y="19955"/>
                  <a:pt x="5408" y="19702"/>
                  <a:pt x="5426" y="19455"/>
                </a:cubicBezTo>
                <a:cubicBezTo>
                  <a:pt x="5624" y="19727"/>
                  <a:pt x="5754" y="20048"/>
                  <a:pt x="5791" y="20388"/>
                </a:cubicBezTo>
                <a:cubicBezTo>
                  <a:pt x="5828" y="20697"/>
                  <a:pt x="5704" y="20808"/>
                  <a:pt x="5451" y="20907"/>
                </a:cubicBezTo>
                <a:cubicBezTo>
                  <a:pt x="5179" y="21012"/>
                  <a:pt x="4920" y="21160"/>
                  <a:pt x="4642" y="21247"/>
                </a:cubicBezTo>
                <a:cubicBezTo>
                  <a:pt x="4456" y="21302"/>
                  <a:pt x="4036" y="21580"/>
                  <a:pt x="4005" y="21654"/>
                </a:cubicBezTo>
                <a:cubicBezTo>
                  <a:pt x="3968" y="21741"/>
                  <a:pt x="4036" y="21840"/>
                  <a:pt x="4123" y="21877"/>
                </a:cubicBezTo>
                <a:cubicBezTo>
                  <a:pt x="4167" y="21896"/>
                  <a:pt x="4211" y="21903"/>
                  <a:pt x="4254" y="21903"/>
                </a:cubicBezTo>
                <a:cubicBezTo>
                  <a:pt x="4378" y="21903"/>
                  <a:pt x="4498" y="21843"/>
                  <a:pt x="4617" y="21834"/>
                </a:cubicBezTo>
                <a:cubicBezTo>
                  <a:pt x="4645" y="21831"/>
                  <a:pt x="4673" y="21830"/>
                  <a:pt x="4700" y="21830"/>
                </a:cubicBezTo>
                <a:cubicBezTo>
                  <a:pt x="4809" y="21830"/>
                  <a:pt x="4911" y="21844"/>
                  <a:pt x="5016" y="21844"/>
                </a:cubicBezTo>
                <a:cubicBezTo>
                  <a:pt x="5105" y="21844"/>
                  <a:pt x="5195" y="21834"/>
                  <a:pt x="5290" y="21796"/>
                </a:cubicBezTo>
                <a:cubicBezTo>
                  <a:pt x="5395" y="21753"/>
                  <a:pt x="5488" y="21685"/>
                  <a:pt x="5593" y="21642"/>
                </a:cubicBezTo>
                <a:cubicBezTo>
                  <a:pt x="5774" y="21566"/>
                  <a:pt x="5981" y="21553"/>
                  <a:pt x="6185" y="21553"/>
                </a:cubicBezTo>
                <a:cubicBezTo>
                  <a:pt x="6291" y="21553"/>
                  <a:pt x="6396" y="21556"/>
                  <a:pt x="6495" y="21556"/>
                </a:cubicBezTo>
                <a:cubicBezTo>
                  <a:pt x="6790" y="21556"/>
                  <a:pt x="7035" y="21525"/>
                  <a:pt x="7107" y="21271"/>
                </a:cubicBezTo>
                <a:cubicBezTo>
                  <a:pt x="7323" y="20474"/>
                  <a:pt x="6446" y="19832"/>
                  <a:pt x="6446" y="19047"/>
                </a:cubicBezTo>
                <a:lnTo>
                  <a:pt x="6446" y="19047"/>
                </a:lnTo>
                <a:cubicBezTo>
                  <a:pt x="6520" y="19090"/>
                  <a:pt x="6588" y="19128"/>
                  <a:pt x="6656" y="19177"/>
                </a:cubicBezTo>
                <a:cubicBezTo>
                  <a:pt x="5778" y="16032"/>
                  <a:pt x="6310" y="17750"/>
                  <a:pt x="6087" y="16681"/>
                </a:cubicBezTo>
                <a:cubicBezTo>
                  <a:pt x="6056" y="16520"/>
                  <a:pt x="5982" y="16360"/>
                  <a:pt x="5970" y="16187"/>
                </a:cubicBezTo>
                <a:cubicBezTo>
                  <a:pt x="5945" y="15835"/>
                  <a:pt x="6168" y="15507"/>
                  <a:pt x="6199" y="15155"/>
                </a:cubicBezTo>
                <a:cubicBezTo>
                  <a:pt x="7399" y="17075"/>
                  <a:pt x="7474" y="18101"/>
                  <a:pt x="7538" y="18101"/>
                </a:cubicBezTo>
                <a:cubicBezTo>
                  <a:pt x="7561" y="18101"/>
                  <a:pt x="7584" y="17958"/>
                  <a:pt x="7663" y="17663"/>
                </a:cubicBezTo>
                <a:cubicBezTo>
                  <a:pt x="7941" y="18615"/>
                  <a:pt x="8281" y="19541"/>
                  <a:pt x="8664" y="20443"/>
                </a:cubicBezTo>
                <a:cubicBezTo>
                  <a:pt x="8739" y="20132"/>
                  <a:pt x="8753" y="19997"/>
                  <a:pt x="8768" y="19997"/>
                </a:cubicBezTo>
                <a:cubicBezTo>
                  <a:pt x="8795" y="19997"/>
                  <a:pt x="8824" y="20432"/>
                  <a:pt x="9213" y="21055"/>
                </a:cubicBezTo>
                <a:lnTo>
                  <a:pt x="9422" y="20521"/>
                </a:lnTo>
                <a:lnTo>
                  <a:pt x="9422" y="20521"/>
                </a:lnTo>
                <a:cubicBezTo>
                  <a:pt x="9379" y="20641"/>
                  <a:pt x="9615" y="20913"/>
                  <a:pt x="9627" y="21549"/>
                </a:cubicBezTo>
                <a:cubicBezTo>
                  <a:pt x="9646" y="22371"/>
                  <a:pt x="9522" y="22309"/>
                  <a:pt x="8540" y="23075"/>
                </a:cubicBezTo>
                <a:cubicBezTo>
                  <a:pt x="8466" y="23137"/>
                  <a:pt x="8250" y="23187"/>
                  <a:pt x="8194" y="23353"/>
                </a:cubicBezTo>
                <a:cubicBezTo>
                  <a:pt x="8176" y="23409"/>
                  <a:pt x="8188" y="23471"/>
                  <a:pt x="8231" y="23502"/>
                </a:cubicBezTo>
                <a:cubicBezTo>
                  <a:pt x="8252" y="23517"/>
                  <a:pt x="8275" y="23523"/>
                  <a:pt x="8300" y="23523"/>
                </a:cubicBezTo>
                <a:cubicBezTo>
                  <a:pt x="8377" y="23523"/>
                  <a:pt x="8469" y="23464"/>
                  <a:pt x="8558" y="23464"/>
                </a:cubicBezTo>
                <a:cubicBezTo>
                  <a:pt x="8565" y="23464"/>
                  <a:pt x="8571" y="23464"/>
                  <a:pt x="8577" y="23465"/>
                </a:cubicBezTo>
                <a:cubicBezTo>
                  <a:pt x="8557" y="23509"/>
                  <a:pt x="8589" y="23592"/>
                  <a:pt x="8677" y="23592"/>
                </a:cubicBezTo>
                <a:cubicBezTo>
                  <a:pt x="8725" y="23592"/>
                  <a:pt x="8788" y="23568"/>
                  <a:pt x="8867" y="23502"/>
                </a:cubicBezTo>
                <a:cubicBezTo>
                  <a:pt x="8898" y="23574"/>
                  <a:pt x="8978" y="23609"/>
                  <a:pt x="9061" y="23609"/>
                </a:cubicBezTo>
                <a:cubicBezTo>
                  <a:pt x="9112" y="23609"/>
                  <a:pt x="9165" y="23596"/>
                  <a:pt x="9207" y="23570"/>
                </a:cubicBezTo>
                <a:cubicBezTo>
                  <a:pt x="9244" y="23547"/>
                  <a:pt x="9270" y="23540"/>
                  <a:pt x="9292" y="23540"/>
                </a:cubicBezTo>
                <a:cubicBezTo>
                  <a:pt x="9337" y="23540"/>
                  <a:pt x="9361" y="23571"/>
                  <a:pt x="9402" y="23571"/>
                </a:cubicBezTo>
                <a:cubicBezTo>
                  <a:pt x="9430" y="23571"/>
                  <a:pt x="9466" y="23556"/>
                  <a:pt x="9522" y="23508"/>
                </a:cubicBezTo>
                <a:cubicBezTo>
                  <a:pt x="9611" y="23425"/>
                  <a:pt x="9649" y="23401"/>
                  <a:pt x="9672" y="23401"/>
                </a:cubicBezTo>
                <a:cubicBezTo>
                  <a:pt x="9705" y="23401"/>
                  <a:pt x="9705" y="23451"/>
                  <a:pt x="9773" y="23451"/>
                </a:cubicBezTo>
                <a:cubicBezTo>
                  <a:pt x="9813" y="23451"/>
                  <a:pt x="9877" y="23434"/>
                  <a:pt x="9986" y="23378"/>
                </a:cubicBezTo>
                <a:cubicBezTo>
                  <a:pt x="10851" y="22921"/>
                  <a:pt x="10919" y="22909"/>
                  <a:pt x="10980" y="22797"/>
                </a:cubicBezTo>
                <a:cubicBezTo>
                  <a:pt x="11320" y="22266"/>
                  <a:pt x="10239" y="21321"/>
                  <a:pt x="10295" y="19263"/>
                </a:cubicBezTo>
                <a:lnTo>
                  <a:pt x="10295" y="19263"/>
                </a:lnTo>
                <a:cubicBezTo>
                  <a:pt x="10338" y="19276"/>
                  <a:pt x="10356" y="19356"/>
                  <a:pt x="10369" y="19393"/>
                </a:cubicBezTo>
                <a:cubicBezTo>
                  <a:pt x="10134" y="17941"/>
                  <a:pt x="9936" y="17880"/>
                  <a:pt x="9559" y="17268"/>
                </a:cubicBezTo>
                <a:cubicBezTo>
                  <a:pt x="9318" y="16891"/>
                  <a:pt x="9164" y="16459"/>
                  <a:pt x="9096" y="16008"/>
                </a:cubicBezTo>
                <a:lnTo>
                  <a:pt x="9096" y="16008"/>
                </a:lnTo>
                <a:lnTo>
                  <a:pt x="9257" y="16032"/>
                </a:lnTo>
                <a:cubicBezTo>
                  <a:pt x="8935" y="15248"/>
                  <a:pt x="8818" y="14370"/>
                  <a:pt x="8929" y="13530"/>
                </a:cubicBezTo>
                <a:lnTo>
                  <a:pt x="8929" y="13530"/>
                </a:lnTo>
                <a:cubicBezTo>
                  <a:pt x="8976" y="13577"/>
                  <a:pt x="9003" y="13625"/>
                  <a:pt x="9019" y="13625"/>
                </a:cubicBezTo>
                <a:cubicBezTo>
                  <a:pt x="9052" y="13625"/>
                  <a:pt x="9036" y="13422"/>
                  <a:pt x="9040" y="12579"/>
                </a:cubicBezTo>
                <a:cubicBezTo>
                  <a:pt x="9043" y="12579"/>
                  <a:pt x="9046" y="12578"/>
                  <a:pt x="9049" y="12578"/>
                </a:cubicBezTo>
                <a:cubicBezTo>
                  <a:pt x="9105" y="12578"/>
                  <a:pt x="9134" y="12637"/>
                  <a:pt x="9152" y="12690"/>
                </a:cubicBezTo>
                <a:cubicBezTo>
                  <a:pt x="9059" y="11547"/>
                  <a:pt x="9102" y="10398"/>
                  <a:pt x="9306" y="9267"/>
                </a:cubicBezTo>
                <a:cubicBezTo>
                  <a:pt x="9405" y="9916"/>
                  <a:pt x="9473" y="10565"/>
                  <a:pt x="9529" y="11213"/>
                </a:cubicBezTo>
                <a:cubicBezTo>
                  <a:pt x="9807" y="10818"/>
                  <a:pt x="9800" y="10305"/>
                  <a:pt x="9782" y="9817"/>
                </a:cubicBezTo>
                <a:lnTo>
                  <a:pt x="9782" y="9817"/>
                </a:lnTo>
                <a:cubicBezTo>
                  <a:pt x="10029" y="10157"/>
                  <a:pt x="10196" y="10565"/>
                  <a:pt x="10245" y="10985"/>
                </a:cubicBezTo>
                <a:cubicBezTo>
                  <a:pt x="10307" y="10571"/>
                  <a:pt x="10307" y="10157"/>
                  <a:pt x="10239" y="9749"/>
                </a:cubicBezTo>
                <a:lnTo>
                  <a:pt x="10239" y="9749"/>
                </a:lnTo>
                <a:cubicBezTo>
                  <a:pt x="10326" y="9842"/>
                  <a:pt x="10400" y="9941"/>
                  <a:pt x="10461" y="10058"/>
                </a:cubicBezTo>
                <a:cubicBezTo>
                  <a:pt x="10486" y="9799"/>
                  <a:pt x="10474" y="9539"/>
                  <a:pt x="10418" y="9292"/>
                </a:cubicBezTo>
                <a:lnTo>
                  <a:pt x="10418" y="9292"/>
                </a:lnTo>
                <a:cubicBezTo>
                  <a:pt x="10863" y="9502"/>
                  <a:pt x="11351" y="9731"/>
                  <a:pt x="11592" y="10163"/>
                </a:cubicBezTo>
                <a:cubicBezTo>
                  <a:pt x="11623" y="9922"/>
                  <a:pt x="11598" y="9675"/>
                  <a:pt x="11512" y="9447"/>
                </a:cubicBezTo>
                <a:cubicBezTo>
                  <a:pt x="12171" y="9372"/>
                  <a:pt x="12500" y="9276"/>
                  <a:pt x="12671" y="9276"/>
                </a:cubicBezTo>
                <a:cubicBezTo>
                  <a:pt x="12799" y="9276"/>
                  <a:pt x="12837" y="9331"/>
                  <a:pt x="12859" y="9490"/>
                </a:cubicBezTo>
                <a:cubicBezTo>
                  <a:pt x="12896" y="9786"/>
                  <a:pt x="13106" y="9848"/>
                  <a:pt x="13198" y="10009"/>
                </a:cubicBezTo>
                <a:cubicBezTo>
                  <a:pt x="13266" y="10126"/>
                  <a:pt x="13223" y="10528"/>
                  <a:pt x="13347" y="10589"/>
                </a:cubicBezTo>
                <a:cubicBezTo>
                  <a:pt x="13368" y="10600"/>
                  <a:pt x="13387" y="10604"/>
                  <a:pt x="13405" y="10604"/>
                </a:cubicBezTo>
                <a:cubicBezTo>
                  <a:pt x="13553" y="10604"/>
                  <a:pt x="13609" y="10299"/>
                  <a:pt x="13581" y="10194"/>
                </a:cubicBezTo>
                <a:cubicBezTo>
                  <a:pt x="13544" y="10040"/>
                  <a:pt x="13445" y="9910"/>
                  <a:pt x="13390" y="9762"/>
                </a:cubicBezTo>
                <a:lnTo>
                  <a:pt x="13390" y="9762"/>
                </a:lnTo>
                <a:cubicBezTo>
                  <a:pt x="14520" y="10342"/>
                  <a:pt x="13612" y="10806"/>
                  <a:pt x="13952" y="11176"/>
                </a:cubicBezTo>
                <a:cubicBezTo>
                  <a:pt x="14047" y="10944"/>
                  <a:pt x="14075" y="10845"/>
                  <a:pt x="14091" y="10845"/>
                </a:cubicBezTo>
                <a:cubicBezTo>
                  <a:pt x="14104" y="10845"/>
                  <a:pt x="14109" y="10913"/>
                  <a:pt x="14137" y="11028"/>
                </a:cubicBezTo>
                <a:cubicBezTo>
                  <a:pt x="14768" y="10386"/>
                  <a:pt x="13612" y="8890"/>
                  <a:pt x="12834" y="8619"/>
                </a:cubicBezTo>
                <a:cubicBezTo>
                  <a:pt x="12358" y="8458"/>
                  <a:pt x="11790" y="8551"/>
                  <a:pt x="11382" y="8266"/>
                </a:cubicBezTo>
                <a:lnTo>
                  <a:pt x="11382" y="8266"/>
                </a:lnTo>
                <a:cubicBezTo>
                  <a:pt x="11483" y="8287"/>
                  <a:pt x="11589" y="8298"/>
                  <a:pt x="11694" y="8298"/>
                </a:cubicBezTo>
                <a:cubicBezTo>
                  <a:pt x="11814" y="8298"/>
                  <a:pt x="11934" y="8284"/>
                  <a:pt x="12049" y="8254"/>
                </a:cubicBezTo>
                <a:cubicBezTo>
                  <a:pt x="11419" y="8192"/>
                  <a:pt x="11122" y="8192"/>
                  <a:pt x="10875" y="8032"/>
                </a:cubicBezTo>
                <a:cubicBezTo>
                  <a:pt x="10671" y="7908"/>
                  <a:pt x="10542" y="7649"/>
                  <a:pt x="10634" y="7432"/>
                </a:cubicBezTo>
                <a:lnTo>
                  <a:pt x="10634" y="7432"/>
                </a:lnTo>
                <a:cubicBezTo>
                  <a:pt x="10737" y="7537"/>
                  <a:pt x="10815" y="7647"/>
                  <a:pt x="10831" y="7647"/>
                </a:cubicBezTo>
                <a:cubicBezTo>
                  <a:pt x="10857" y="7647"/>
                  <a:pt x="10701" y="7326"/>
                  <a:pt x="10171" y="6110"/>
                </a:cubicBezTo>
                <a:lnTo>
                  <a:pt x="10171" y="6110"/>
                </a:lnTo>
                <a:cubicBezTo>
                  <a:pt x="10319" y="6154"/>
                  <a:pt x="10449" y="6259"/>
                  <a:pt x="10523" y="6388"/>
                </a:cubicBezTo>
                <a:cubicBezTo>
                  <a:pt x="9949" y="4603"/>
                  <a:pt x="9825" y="4356"/>
                  <a:pt x="9393" y="4072"/>
                </a:cubicBezTo>
                <a:cubicBezTo>
                  <a:pt x="9139" y="3911"/>
                  <a:pt x="8738" y="3874"/>
                  <a:pt x="8478" y="3627"/>
                </a:cubicBezTo>
                <a:cubicBezTo>
                  <a:pt x="8387" y="3536"/>
                  <a:pt x="8278" y="3339"/>
                  <a:pt x="7911" y="3339"/>
                </a:cubicBezTo>
                <a:cubicBezTo>
                  <a:pt x="7854" y="3339"/>
                  <a:pt x="7790" y="3344"/>
                  <a:pt x="7718" y="3355"/>
                </a:cubicBezTo>
                <a:cubicBezTo>
                  <a:pt x="7701" y="3358"/>
                  <a:pt x="7686" y="3359"/>
                  <a:pt x="7673" y="3359"/>
                </a:cubicBezTo>
                <a:cubicBezTo>
                  <a:pt x="7626" y="3359"/>
                  <a:pt x="7604" y="3340"/>
                  <a:pt x="7570" y="3287"/>
                </a:cubicBezTo>
                <a:cubicBezTo>
                  <a:pt x="7286" y="2805"/>
                  <a:pt x="7206" y="2953"/>
                  <a:pt x="6773" y="1977"/>
                </a:cubicBezTo>
                <a:cubicBezTo>
                  <a:pt x="6625" y="1644"/>
                  <a:pt x="6730" y="1631"/>
                  <a:pt x="6748" y="1446"/>
                </a:cubicBezTo>
                <a:cubicBezTo>
                  <a:pt x="6798" y="1057"/>
                  <a:pt x="6186" y="859"/>
                  <a:pt x="6186" y="464"/>
                </a:cubicBezTo>
                <a:cubicBezTo>
                  <a:pt x="6118" y="464"/>
                  <a:pt x="6044" y="457"/>
                  <a:pt x="5970" y="457"/>
                </a:cubicBezTo>
                <a:cubicBezTo>
                  <a:pt x="5995" y="371"/>
                  <a:pt x="6032" y="297"/>
                  <a:pt x="6093" y="241"/>
                </a:cubicBezTo>
                <a:cubicBezTo>
                  <a:pt x="6067" y="236"/>
                  <a:pt x="6040" y="234"/>
                  <a:pt x="6012" y="234"/>
                </a:cubicBezTo>
                <a:cubicBezTo>
                  <a:pt x="5936" y="234"/>
                  <a:pt x="5859" y="251"/>
                  <a:pt x="5791" y="278"/>
                </a:cubicBezTo>
                <a:cubicBezTo>
                  <a:pt x="5828" y="210"/>
                  <a:pt x="5877" y="148"/>
                  <a:pt x="5939" y="99"/>
                </a:cubicBezTo>
                <a:cubicBezTo>
                  <a:pt x="5930" y="99"/>
                  <a:pt x="5922" y="99"/>
                  <a:pt x="5913" y="99"/>
                </a:cubicBezTo>
                <a:cubicBezTo>
                  <a:pt x="5767" y="99"/>
                  <a:pt x="5624" y="147"/>
                  <a:pt x="5513" y="235"/>
                </a:cubicBezTo>
                <a:cubicBezTo>
                  <a:pt x="5513" y="148"/>
                  <a:pt x="5544" y="74"/>
                  <a:pt x="55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0" name="Google Shape;680;p43">
            <a:extLst>
              <a:ext uri="{FF2B5EF4-FFF2-40B4-BE49-F238E27FC236}">
                <a16:creationId xmlns:a16="http://schemas.microsoft.com/office/drawing/2014/main" id="{67C131A5-AF0B-972C-15E6-790CA43CEEDA}"/>
              </a:ext>
            </a:extLst>
          </p:cNvPr>
          <p:cNvGrpSpPr/>
          <p:nvPr/>
        </p:nvGrpSpPr>
        <p:grpSpPr>
          <a:xfrm>
            <a:off x="30" y="-141878"/>
            <a:ext cx="9332419" cy="5674254"/>
            <a:chOff x="30" y="-384403"/>
            <a:chExt cx="9332419" cy="5674254"/>
          </a:xfrm>
        </p:grpSpPr>
        <p:sp>
          <p:nvSpPr>
            <p:cNvPr id="681" name="Google Shape;681;p43">
              <a:extLst>
                <a:ext uri="{FF2B5EF4-FFF2-40B4-BE49-F238E27FC236}">
                  <a16:creationId xmlns:a16="http://schemas.microsoft.com/office/drawing/2014/main" id="{4C6E4AAD-96C1-8724-72A8-EA2AC9A5EC24}"/>
                </a:ext>
              </a:extLst>
            </p:cNvPr>
            <p:cNvSpPr/>
            <p:nvPr/>
          </p:nvSpPr>
          <p:spPr>
            <a:xfrm flipH="1">
              <a:off x="8106068" y="935664"/>
              <a:ext cx="1134600" cy="369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3">
              <a:extLst>
                <a:ext uri="{FF2B5EF4-FFF2-40B4-BE49-F238E27FC236}">
                  <a16:creationId xmlns:a16="http://schemas.microsoft.com/office/drawing/2014/main" id="{E6A81FB2-84A0-A10D-129E-76A5AE1155F0}"/>
                </a:ext>
              </a:extLst>
            </p:cNvPr>
            <p:cNvSpPr/>
            <p:nvPr/>
          </p:nvSpPr>
          <p:spPr>
            <a:xfrm flipH="1">
              <a:off x="9056612" y="4979047"/>
              <a:ext cx="169277" cy="290258"/>
            </a:xfrm>
            <a:custGeom>
              <a:avLst/>
              <a:gdLst/>
              <a:ahLst/>
              <a:cxnLst/>
              <a:rect l="l" t="t" r="r" b="b"/>
              <a:pathLst>
                <a:path w="2447" h="4196" extrusionOk="0">
                  <a:moveTo>
                    <a:pt x="2076" y="4196"/>
                  </a:moveTo>
                  <a:lnTo>
                    <a:pt x="2447" y="1"/>
                  </a:lnTo>
                  <a:lnTo>
                    <a:pt x="0" y="4146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3">
              <a:extLst>
                <a:ext uri="{FF2B5EF4-FFF2-40B4-BE49-F238E27FC236}">
                  <a16:creationId xmlns:a16="http://schemas.microsoft.com/office/drawing/2014/main" id="{4276E525-E977-6B2E-9020-0AFB12E1D018}"/>
                </a:ext>
              </a:extLst>
            </p:cNvPr>
            <p:cNvSpPr/>
            <p:nvPr/>
          </p:nvSpPr>
          <p:spPr>
            <a:xfrm flipH="1">
              <a:off x="5427087" y="-384403"/>
              <a:ext cx="1725392" cy="3470231"/>
            </a:xfrm>
            <a:custGeom>
              <a:avLst/>
              <a:gdLst/>
              <a:ahLst/>
              <a:cxnLst/>
              <a:rect l="l" t="t" r="r" b="b"/>
              <a:pathLst>
                <a:path w="18016" h="36236" extrusionOk="0">
                  <a:moveTo>
                    <a:pt x="9842" y="34604"/>
                  </a:moveTo>
                  <a:cubicBezTo>
                    <a:pt x="10565" y="33962"/>
                    <a:pt x="10985" y="32985"/>
                    <a:pt x="10954" y="32016"/>
                  </a:cubicBezTo>
                  <a:cubicBezTo>
                    <a:pt x="10503" y="31941"/>
                    <a:pt x="10219" y="31379"/>
                    <a:pt x="10417" y="30978"/>
                  </a:cubicBezTo>
                  <a:cubicBezTo>
                    <a:pt x="10522" y="30768"/>
                    <a:pt x="10713" y="30625"/>
                    <a:pt x="10849" y="30440"/>
                  </a:cubicBezTo>
                  <a:cubicBezTo>
                    <a:pt x="11337" y="29816"/>
                    <a:pt x="11152" y="28914"/>
                    <a:pt x="10942" y="28142"/>
                  </a:cubicBezTo>
                  <a:cubicBezTo>
                    <a:pt x="10843" y="27753"/>
                    <a:pt x="10713" y="27345"/>
                    <a:pt x="10386" y="27116"/>
                  </a:cubicBezTo>
                  <a:cubicBezTo>
                    <a:pt x="10157" y="26949"/>
                    <a:pt x="9848" y="26906"/>
                    <a:pt x="9626" y="26733"/>
                  </a:cubicBezTo>
                  <a:cubicBezTo>
                    <a:pt x="9397" y="26560"/>
                    <a:pt x="9336" y="26134"/>
                    <a:pt x="9608" y="26035"/>
                  </a:cubicBezTo>
                  <a:cubicBezTo>
                    <a:pt x="9614" y="25646"/>
                    <a:pt x="9626" y="25269"/>
                    <a:pt x="9626" y="24880"/>
                  </a:cubicBezTo>
                  <a:cubicBezTo>
                    <a:pt x="9947" y="24596"/>
                    <a:pt x="10472" y="24194"/>
                    <a:pt x="10874" y="24033"/>
                  </a:cubicBezTo>
                  <a:cubicBezTo>
                    <a:pt x="11412" y="23823"/>
                    <a:pt x="11961" y="23613"/>
                    <a:pt x="12505" y="23409"/>
                  </a:cubicBezTo>
                  <a:cubicBezTo>
                    <a:pt x="12789" y="23298"/>
                    <a:pt x="13092" y="23175"/>
                    <a:pt x="13253" y="22921"/>
                  </a:cubicBezTo>
                  <a:cubicBezTo>
                    <a:pt x="13401" y="22680"/>
                    <a:pt x="13401" y="22390"/>
                    <a:pt x="13389" y="22112"/>
                  </a:cubicBezTo>
                  <a:lnTo>
                    <a:pt x="13370" y="21371"/>
                  </a:lnTo>
                  <a:cubicBezTo>
                    <a:pt x="13351" y="20741"/>
                    <a:pt x="13222" y="19962"/>
                    <a:pt x="12616" y="19795"/>
                  </a:cubicBezTo>
                  <a:cubicBezTo>
                    <a:pt x="12443" y="19740"/>
                    <a:pt x="12246" y="19764"/>
                    <a:pt x="12073" y="19721"/>
                  </a:cubicBezTo>
                  <a:cubicBezTo>
                    <a:pt x="11893" y="19684"/>
                    <a:pt x="11702" y="19561"/>
                    <a:pt x="11683" y="19375"/>
                  </a:cubicBezTo>
                  <a:cubicBezTo>
                    <a:pt x="11659" y="19097"/>
                    <a:pt x="12011" y="18961"/>
                    <a:pt x="12289" y="18899"/>
                  </a:cubicBezTo>
                  <a:cubicBezTo>
                    <a:pt x="12561" y="18825"/>
                    <a:pt x="12900" y="18621"/>
                    <a:pt x="12795" y="18356"/>
                  </a:cubicBezTo>
                  <a:cubicBezTo>
                    <a:pt x="12950" y="18035"/>
                    <a:pt x="13092" y="17478"/>
                    <a:pt x="13246" y="17151"/>
                  </a:cubicBezTo>
                  <a:cubicBezTo>
                    <a:pt x="12610" y="16410"/>
                    <a:pt x="11819" y="15817"/>
                    <a:pt x="10936" y="15409"/>
                  </a:cubicBezTo>
                  <a:cubicBezTo>
                    <a:pt x="11492" y="14464"/>
                    <a:pt x="11764" y="13352"/>
                    <a:pt x="11702" y="12258"/>
                  </a:cubicBezTo>
                  <a:cubicBezTo>
                    <a:pt x="11665" y="11615"/>
                    <a:pt x="11399" y="10849"/>
                    <a:pt x="10769" y="10720"/>
                  </a:cubicBezTo>
                  <a:cubicBezTo>
                    <a:pt x="10571" y="10683"/>
                    <a:pt x="10380" y="10701"/>
                    <a:pt x="10188" y="10664"/>
                  </a:cubicBezTo>
                  <a:cubicBezTo>
                    <a:pt x="9997" y="10627"/>
                    <a:pt x="9799" y="10485"/>
                    <a:pt x="9793" y="10293"/>
                  </a:cubicBezTo>
                  <a:cubicBezTo>
                    <a:pt x="9608" y="10015"/>
                    <a:pt x="9144" y="10034"/>
                    <a:pt x="8823" y="10114"/>
                  </a:cubicBezTo>
                  <a:cubicBezTo>
                    <a:pt x="8495" y="10201"/>
                    <a:pt x="8038" y="10170"/>
                    <a:pt x="7970" y="9849"/>
                  </a:cubicBezTo>
                  <a:cubicBezTo>
                    <a:pt x="7939" y="9700"/>
                    <a:pt x="8007" y="9552"/>
                    <a:pt x="8038" y="9404"/>
                  </a:cubicBezTo>
                  <a:cubicBezTo>
                    <a:pt x="8100" y="9058"/>
                    <a:pt x="7909" y="8706"/>
                    <a:pt x="7637" y="8477"/>
                  </a:cubicBezTo>
                  <a:cubicBezTo>
                    <a:pt x="7371" y="8255"/>
                    <a:pt x="7019" y="8137"/>
                    <a:pt x="6679" y="8038"/>
                  </a:cubicBezTo>
                  <a:cubicBezTo>
                    <a:pt x="6172" y="7890"/>
                    <a:pt x="5660" y="7767"/>
                    <a:pt x="5147" y="7686"/>
                  </a:cubicBezTo>
                  <a:cubicBezTo>
                    <a:pt x="4807" y="7624"/>
                    <a:pt x="4449" y="7575"/>
                    <a:pt x="4134" y="7427"/>
                  </a:cubicBezTo>
                  <a:cubicBezTo>
                    <a:pt x="3819" y="7285"/>
                    <a:pt x="3528" y="7025"/>
                    <a:pt x="3454" y="6685"/>
                  </a:cubicBezTo>
                  <a:cubicBezTo>
                    <a:pt x="3374" y="6346"/>
                    <a:pt x="3559" y="5944"/>
                    <a:pt x="3899" y="5864"/>
                  </a:cubicBezTo>
                  <a:cubicBezTo>
                    <a:pt x="4097" y="5814"/>
                    <a:pt x="4047" y="5128"/>
                    <a:pt x="3911" y="4986"/>
                  </a:cubicBezTo>
                  <a:cubicBezTo>
                    <a:pt x="3763" y="4850"/>
                    <a:pt x="3547" y="4826"/>
                    <a:pt x="3343" y="4820"/>
                  </a:cubicBezTo>
                  <a:cubicBezTo>
                    <a:pt x="2744" y="4783"/>
                    <a:pt x="2132" y="4752"/>
                    <a:pt x="1533" y="4708"/>
                  </a:cubicBezTo>
                  <a:cubicBezTo>
                    <a:pt x="1143" y="4690"/>
                    <a:pt x="705" y="4640"/>
                    <a:pt x="482" y="4325"/>
                  </a:cubicBezTo>
                  <a:cubicBezTo>
                    <a:pt x="124" y="3843"/>
                    <a:pt x="544" y="3158"/>
                    <a:pt x="421" y="2571"/>
                  </a:cubicBezTo>
                  <a:cubicBezTo>
                    <a:pt x="359" y="2262"/>
                    <a:pt x="143" y="1990"/>
                    <a:pt x="69" y="1681"/>
                  </a:cubicBezTo>
                  <a:cubicBezTo>
                    <a:pt x="1" y="1372"/>
                    <a:pt x="192" y="958"/>
                    <a:pt x="513" y="1002"/>
                  </a:cubicBezTo>
                  <a:cubicBezTo>
                    <a:pt x="4325" y="1539"/>
                    <a:pt x="8557" y="1"/>
                    <a:pt x="12406" y="161"/>
                  </a:cubicBezTo>
                  <a:cubicBezTo>
                    <a:pt x="12641" y="1107"/>
                    <a:pt x="12845" y="1947"/>
                    <a:pt x="13086" y="2880"/>
                  </a:cubicBezTo>
                  <a:cubicBezTo>
                    <a:pt x="13407" y="4171"/>
                    <a:pt x="13716" y="5623"/>
                    <a:pt x="13036" y="6766"/>
                  </a:cubicBezTo>
                  <a:cubicBezTo>
                    <a:pt x="12789" y="7173"/>
                    <a:pt x="12425" y="7532"/>
                    <a:pt x="12289" y="7983"/>
                  </a:cubicBezTo>
                  <a:cubicBezTo>
                    <a:pt x="12066" y="8724"/>
                    <a:pt x="12487" y="9484"/>
                    <a:pt x="12777" y="10201"/>
                  </a:cubicBezTo>
                  <a:cubicBezTo>
                    <a:pt x="13351" y="11671"/>
                    <a:pt x="13376" y="13345"/>
                    <a:pt x="12826" y="14828"/>
                  </a:cubicBezTo>
                  <a:cubicBezTo>
                    <a:pt x="12727" y="15088"/>
                    <a:pt x="12981" y="15199"/>
                    <a:pt x="13222" y="15335"/>
                  </a:cubicBezTo>
                  <a:cubicBezTo>
                    <a:pt x="13469" y="15477"/>
                    <a:pt x="13753" y="15520"/>
                    <a:pt x="14025" y="15582"/>
                  </a:cubicBezTo>
                  <a:cubicBezTo>
                    <a:pt x="14859" y="15780"/>
                    <a:pt x="15650" y="16212"/>
                    <a:pt x="16255" y="16811"/>
                  </a:cubicBezTo>
                  <a:cubicBezTo>
                    <a:pt x="16410" y="16960"/>
                    <a:pt x="16558" y="17151"/>
                    <a:pt x="16527" y="17361"/>
                  </a:cubicBezTo>
                  <a:cubicBezTo>
                    <a:pt x="16484" y="17621"/>
                    <a:pt x="16187" y="17738"/>
                    <a:pt x="15996" y="17917"/>
                  </a:cubicBezTo>
                  <a:cubicBezTo>
                    <a:pt x="15477" y="18368"/>
                    <a:pt x="15662" y="19245"/>
                    <a:pt x="16095" y="19783"/>
                  </a:cubicBezTo>
                  <a:cubicBezTo>
                    <a:pt x="16527" y="20314"/>
                    <a:pt x="17145" y="20685"/>
                    <a:pt x="17546" y="21253"/>
                  </a:cubicBezTo>
                  <a:cubicBezTo>
                    <a:pt x="17948" y="21816"/>
                    <a:pt x="18016" y="22730"/>
                    <a:pt x="17429" y="23082"/>
                  </a:cubicBezTo>
                  <a:cubicBezTo>
                    <a:pt x="17139" y="23261"/>
                    <a:pt x="16731" y="23274"/>
                    <a:pt x="16552" y="23570"/>
                  </a:cubicBezTo>
                  <a:cubicBezTo>
                    <a:pt x="16410" y="23792"/>
                    <a:pt x="16471" y="24101"/>
                    <a:pt x="16342" y="24324"/>
                  </a:cubicBezTo>
                  <a:cubicBezTo>
                    <a:pt x="16156" y="24633"/>
                    <a:pt x="15724" y="24651"/>
                    <a:pt x="15372" y="24651"/>
                  </a:cubicBezTo>
                  <a:cubicBezTo>
                    <a:pt x="13988" y="24651"/>
                    <a:pt x="12610" y="25003"/>
                    <a:pt x="11399" y="25671"/>
                  </a:cubicBezTo>
                  <a:cubicBezTo>
                    <a:pt x="11510" y="26134"/>
                    <a:pt x="11893" y="26542"/>
                    <a:pt x="12314" y="26777"/>
                  </a:cubicBezTo>
                  <a:cubicBezTo>
                    <a:pt x="12727" y="26999"/>
                    <a:pt x="13178" y="27376"/>
                    <a:pt x="13098" y="27845"/>
                  </a:cubicBezTo>
                  <a:cubicBezTo>
                    <a:pt x="13043" y="28204"/>
                    <a:pt x="12697" y="28457"/>
                    <a:pt x="12672" y="28815"/>
                  </a:cubicBezTo>
                  <a:cubicBezTo>
                    <a:pt x="12635" y="29297"/>
                    <a:pt x="13185" y="29828"/>
                    <a:pt x="12857" y="30205"/>
                  </a:cubicBezTo>
                  <a:cubicBezTo>
                    <a:pt x="12690" y="30403"/>
                    <a:pt x="12344" y="30397"/>
                    <a:pt x="12202" y="30613"/>
                  </a:cubicBezTo>
                  <a:cubicBezTo>
                    <a:pt x="12073" y="30829"/>
                    <a:pt x="12208" y="31107"/>
                    <a:pt x="12388" y="31287"/>
                  </a:cubicBezTo>
                  <a:cubicBezTo>
                    <a:pt x="12567" y="31460"/>
                    <a:pt x="12789" y="31614"/>
                    <a:pt x="12870" y="31855"/>
                  </a:cubicBezTo>
                  <a:cubicBezTo>
                    <a:pt x="12950" y="32145"/>
                    <a:pt x="12789" y="32454"/>
                    <a:pt x="12567" y="32664"/>
                  </a:cubicBezTo>
                  <a:cubicBezTo>
                    <a:pt x="12351" y="32874"/>
                    <a:pt x="12079" y="33035"/>
                    <a:pt x="11887" y="33270"/>
                  </a:cubicBezTo>
                  <a:cubicBezTo>
                    <a:pt x="11492" y="33739"/>
                    <a:pt x="11479" y="34400"/>
                    <a:pt x="11337" y="35000"/>
                  </a:cubicBezTo>
                  <a:cubicBezTo>
                    <a:pt x="11189" y="35593"/>
                    <a:pt x="10750" y="36235"/>
                    <a:pt x="10151" y="36180"/>
                  </a:cubicBezTo>
                  <a:cubicBezTo>
                    <a:pt x="9842" y="36149"/>
                    <a:pt x="9570" y="35914"/>
                    <a:pt x="9484" y="35617"/>
                  </a:cubicBezTo>
                  <a:cubicBezTo>
                    <a:pt x="9379" y="35321"/>
                    <a:pt x="9614" y="34808"/>
                    <a:pt x="9842" y="34604"/>
                  </a:cubicBez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3">
              <a:extLst>
                <a:ext uri="{FF2B5EF4-FFF2-40B4-BE49-F238E27FC236}">
                  <a16:creationId xmlns:a16="http://schemas.microsoft.com/office/drawing/2014/main" id="{781D3E7D-40E4-46D4-419B-8444E8AC03DC}"/>
                </a:ext>
              </a:extLst>
            </p:cNvPr>
            <p:cNvSpPr/>
            <p:nvPr/>
          </p:nvSpPr>
          <p:spPr>
            <a:xfrm flipH="1">
              <a:off x="7619673" y="2878526"/>
              <a:ext cx="230914" cy="1280913"/>
            </a:xfrm>
            <a:custGeom>
              <a:avLst/>
              <a:gdLst/>
              <a:ahLst/>
              <a:cxnLst/>
              <a:rect l="l" t="t" r="r" b="b"/>
              <a:pathLst>
                <a:path w="3338" h="18517" extrusionOk="0">
                  <a:moveTo>
                    <a:pt x="1" y="18393"/>
                  </a:moveTo>
                  <a:cubicBezTo>
                    <a:pt x="180" y="18084"/>
                    <a:pt x="489" y="124"/>
                    <a:pt x="489" y="124"/>
                  </a:cubicBezTo>
                  <a:lnTo>
                    <a:pt x="3275" y="1"/>
                  </a:lnTo>
                  <a:lnTo>
                    <a:pt x="3337" y="1851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3">
              <a:extLst>
                <a:ext uri="{FF2B5EF4-FFF2-40B4-BE49-F238E27FC236}">
                  <a16:creationId xmlns:a16="http://schemas.microsoft.com/office/drawing/2014/main" id="{28E006A2-AF16-2558-9633-93F3694150C9}"/>
                </a:ext>
              </a:extLst>
            </p:cNvPr>
            <p:cNvSpPr/>
            <p:nvPr/>
          </p:nvSpPr>
          <p:spPr>
            <a:xfrm flipH="1">
              <a:off x="5036224" y="2529811"/>
              <a:ext cx="562067" cy="1567644"/>
            </a:xfrm>
            <a:custGeom>
              <a:avLst/>
              <a:gdLst/>
              <a:ahLst/>
              <a:cxnLst/>
              <a:rect l="l" t="t" r="r" b="b"/>
              <a:pathLst>
                <a:path w="8125" h="22662" extrusionOk="0">
                  <a:moveTo>
                    <a:pt x="1" y="22661"/>
                  </a:moveTo>
                  <a:lnTo>
                    <a:pt x="1" y="0"/>
                  </a:lnTo>
                  <a:lnTo>
                    <a:pt x="1539" y="0"/>
                  </a:lnTo>
                  <a:cubicBezTo>
                    <a:pt x="1539" y="0"/>
                    <a:pt x="1768" y="278"/>
                    <a:pt x="1768" y="507"/>
                  </a:cubicBezTo>
                  <a:cubicBezTo>
                    <a:pt x="1768" y="742"/>
                    <a:pt x="2002" y="1020"/>
                    <a:pt x="2002" y="1020"/>
                  </a:cubicBezTo>
                  <a:cubicBezTo>
                    <a:pt x="2002" y="1020"/>
                    <a:pt x="2280" y="1112"/>
                    <a:pt x="2509" y="1020"/>
                  </a:cubicBezTo>
                  <a:cubicBezTo>
                    <a:pt x="2744" y="927"/>
                    <a:pt x="2929" y="970"/>
                    <a:pt x="2929" y="970"/>
                  </a:cubicBezTo>
                  <a:lnTo>
                    <a:pt x="3436" y="1341"/>
                  </a:lnTo>
                  <a:lnTo>
                    <a:pt x="3300" y="2224"/>
                  </a:lnTo>
                  <a:lnTo>
                    <a:pt x="3392" y="3151"/>
                  </a:lnTo>
                  <a:lnTo>
                    <a:pt x="4319" y="3429"/>
                  </a:lnTo>
                  <a:lnTo>
                    <a:pt x="4782" y="3522"/>
                  </a:lnTo>
                  <a:lnTo>
                    <a:pt x="5752" y="3522"/>
                  </a:lnTo>
                  <a:lnTo>
                    <a:pt x="5987" y="3565"/>
                  </a:lnTo>
                  <a:lnTo>
                    <a:pt x="5987" y="8724"/>
                  </a:lnTo>
                  <a:lnTo>
                    <a:pt x="8125" y="8724"/>
                  </a:lnTo>
                  <a:lnTo>
                    <a:pt x="8125" y="2256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3">
              <a:extLst>
                <a:ext uri="{FF2B5EF4-FFF2-40B4-BE49-F238E27FC236}">
                  <a16:creationId xmlns:a16="http://schemas.microsoft.com/office/drawing/2014/main" id="{93ECF751-2FAD-13E5-10DD-F69AF90827CD}"/>
                </a:ext>
              </a:extLst>
            </p:cNvPr>
            <p:cNvSpPr/>
            <p:nvPr/>
          </p:nvSpPr>
          <p:spPr>
            <a:xfrm flipH="1">
              <a:off x="5623883" y="2860126"/>
              <a:ext cx="128670" cy="871052"/>
            </a:xfrm>
            <a:custGeom>
              <a:avLst/>
              <a:gdLst/>
              <a:ahLst/>
              <a:cxnLst/>
              <a:rect l="l" t="t" r="r" b="b"/>
              <a:pathLst>
                <a:path w="1860" h="12592" extrusionOk="0">
                  <a:moveTo>
                    <a:pt x="1539" y="1"/>
                  </a:moveTo>
                  <a:lnTo>
                    <a:pt x="0" y="2651"/>
                  </a:lnTo>
                  <a:cubicBezTo>
                    <a:pt x="0" y="2651"/>
                    <a:pt x="186" y="12357"/>
                    <a:pt x="186" y="12542"/>
                  </a:cubicBezTo>
                  <a:lnTo>
                    <a:pt x="1860" y="1259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3">
              <a:extLst>
                <a:ext uri="{FF2B5EF4-FFF2-40B4-BE49-F238E27FC236}">
                  <a16:creationId xmlns:a16="http://schemas.microsoft.com/office/drawing/2014/main" id="{4E7F00C0-DA19-4E1F-8A98-209E96EC04D8}"/>
                </a:ext>
              </a:extLst>
            </p:cNvPr>
            <p:cNvSpPr/>
            <p:nvPr/>
          </p:nvSpPr>
          <p:spPr>
            <a:xfrm flipH="1">
              <a:off x="6778222" y="2375072"/>
              <a:ext cx="440661" cy="1624506"/>
            </a:xfrm>
            <a:custGeom>
              <a:avLst/>
              <a:gdLst/>
              <a:ahLst/>
              <a:cxnLst/>
              <a:rect l="l" t="t" r="r" b="b"/>
              <a:pathLst>
                <a:path w="6370" h="23484" extrusionOk="0">
                  <a:moveTo>
                    <a:pt x="0" y="22736"/>
                  </a:moveTo>
                  <a:lnTo>
                    <a:pt x="0" y="1"/>
                  </a:lnTo>
                  <a:cubicBezTo>
                    <a:pt x="0" y="1"/>
                    <a:pt x="989" y="62"/>
                    <a:pt x="1421" y="62"/>
                  </a:cubicBezTo>
                  <a:cubicBezTo>
                    <a:pt x="1854" y="62"/>
                    <a:pt x="2101" y="124"/>
                    <a:pt x="2101" y="124"/>
                  </a:cubicBezTo>
                  <a:lnTo>
                    <a:pt x="2904" y="433"/>
                  </a:lnTo>
                  <a:lnTo>
                    <a:pt x="3769" y="186"/>
                  </a:lnTo>
                  <a:lnTo>
                    <a:pt x="4757" y="371"/>
                  </a:lnTo>
                  <a:lnTo>
                    <a:pt x="4634" y="2052"/>
                  </a:lnTo>
                  <a:lnTo>
                    <a:pt x="6370" y="1372"/>
                  </a:lnTo>
                  <a:lnTo>
                    <a:pt x="6370" y="2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3">
              <a:extLst>
                <a:ext uri="{FF2B5EF4-FFF2-40B4-BE49-F238E27FC236}">
                  <a16:creationId xmlns:a16="http://schemas.microsoft.com/office/drawing/2014/main" id="{1C44F1FA-7E96-3D66-C206-FFAFD42D8DF0}"/>
                </a:ext>
              </a:extLst>
            </p:cNvPr>
            <p:cNvSpPr/>
            <p:nvPr/>
          </p:nvSpPr>
          <p:spPr>
            <a:xfrm flipH="1">
              <a:off x="4995626" y="3679850"/>
              <a:ext cx="368024" cy="604404"/>
            </a:xfrm>
            <a:custGeom>
              <a:avLst/>
              <a:gdLst/>
              <a:ahLst/>
              <a:cxnLst/>
              <a:rect l="l" t="t" r="r" b="b"/>
              <a:pathLst>
                <a:path w="4690" h="8737" extrusionOk="0">
                  <a:moveTo>
                    <a:pt x="0" y="8736"/>
                  </a:moveTo>
                  <a:cubicBezTo>
                    <a:pt x="93" y="8594"/>
                    <a:pt x="1248" y="0"/>
                    <a:pt x="1248" y="0"/>
                  </a:cubicBezTo>
                  <a:lnTo>
                    <a:pt x="2743" y="0"/>
                  </a:lnTo>
                  <a:lnTo>
                    <a:pt x="2972" y="692"/>
                  </a:lnTo>
                  <a:lnTo>
                    <a:pt x="3343" y="927"/>
                  </a:lnTo>
                  <a:lnTo>
                    <a:pt x="3713" y="1248"/>
                  </a:lnTo>
                  <a:lnTo>
                    <a:pt x="4412" y="878"/>
                  </a:lnTo>
                  <a:lnTo>
                    <a:pt x="4690" y="827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3">
              <a:extLst>
                <a:ext uri="{FF2B5EF4-FFF2-40B4-BE49-F238E27FC236}">
                  <a16:creationId xmlns:a16="http://schemas.microsoft.com/office/drawing/2014/main" id="{BD8DBC68-2177-BBE9-AAD0-D65246B9218A}"/>
                </a:ext>
              </a:extLst>
            </p:cNvPr>
            <p:cNvSpPr/>
            <p:nvPr/>
          </p:nvSpPr>
          <p:spPr>
            <a:xfrm flipH="1">
              <a:off x="5095586" y="3831145"/>
              <a:ext cx="171076" cy="227032"/>
            </a:xfrm>
            <a:custGeom>
              <a:avLst/>
              <a:gdLst/>
              <a:ahLst/>
              <a:cxnLst/>
              <a:rect l="l" t="t" r="r" b="b"/>
              <a:pathLst>
                <a:path w="2473" h="3282" extrusionOk="0">
                  <a:moveTo>
                    <a:pt x="1477" y="99"/>
                  </a:moveTo>
                  <a:lnTo>
                    <a:pt x="458" y="0"/>
                  </a:lnTo>
                  <a:lnTo>
                    <a:pt x="421" y="390"/>
                  </a:lnTo>
                  <a:lnTo>
                    <a:pt x="1440" y="495"/>
                  </a:lnTo>
                  <a:close/>
                  <a:moveTo>
                    <a:pt x="1" y="3034"/>
                  </a:moveTo>
                  <a:lnTo>
                    <a:pt x="1020" y="3133"/>
                  </a:lnTo>
                  <a:lnTo>
                    <a:pt x="1057" y="2737"/>
                  </a:lnTo>
                  <a:lnTo>
                    <a:pt x="44" y="2638"/>
                  </a:lnTo>
                  <a:close/>
                  <a:moveTo>
                    <a:pt x="1453" y="2787"/>
                  </a:moveTo>
                  <a:lnTo>
                    <a:pt x="1416" y="3182"/>
                  </a:lnTo>
                  <a:lnTo>
                    <a:pt x="2435" y="3281"/>
                  </a:lnTo>
                  <a:lnTo>
                    <a:pt x="2472" y="2886"/>
                  </a:lnTo>
                  <a:close/>
                  <a:moveTo>
                    <a:pt x="211" y="1619"/>
                  </a:moveTo>
                  <a:lnTo>
                    <a:pt x="1230" y="1718"/>
                  </a:lnTo>
                  <a:lnTo>
                    <a:pt x="1267" y="1323"/>
                  </a:lnTo>
                  <a:lnTo>
                    <a:pt x="248" y="122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3">
              <a:extLst>
                <a:ext uri="{FF2B5EF4-FFF2-40B4-BE49-F238E27FC236}">
                  <a16:creationId xmlns:a16="http://schemas.microsoft.com/office/drawing/2014/main" id="{D5363322-9FB3-3B33-8ED6-4BB8E68F9260}"/>
                </a:ext>
              </a:extLst>
            </p:cNvPr>
            <p:cNvSpPr/>
            <p:nvPr/>
          </p:nvSpPr>
          <p:spPr>
            <a:xfrm flipH="1">
              <a:off x="7163477" y="149825"/>
              <a:ext cx="1577089" cy="3507408"/>
            </a:xfrm>
            <a:custGeom>
              <a:avLst/>
              <a:gdLst/>
              <a:ahLst/>
              <a:cxnLst/>
              <a:rect l="l" t="t" r="r" b="b"/>
              <a:pathLst>
                <a:path w="11912" h="26493" extrusionOk="0">
                  <a:moveTo>
                    <a:pt x="10929" y="23064"/>
                  </a:moveTo>
                  <a:cubicBezTo>
                    <a:pt x="10972" y="21680"/>
                    <a:pt x="10169" y="20426"/>
                    <a:pt x="9379" y="19295"/>
                  </a:cubicBezTo>
                  <a:cubicBezTo>
                    <a:pt x="8767" y="18418"/>
                    <a:pt x="7865" y="17448"/>
                    <a:pt x="6833" y="17720"/>
                  </a:cubicBezTo>
                  <a:cubicBezTo>
                    <a:pt x="7500" y="17071"/>
                    <a:pt x="7278" y="15946"/>
                    <a:pt x="6876" y="15112"/>
                  </a:cubicBezTo>
                  <a:cubicBezTo>
                    <a:pt x="6506" y="14328"/>
                    <a:pt x="6018" y="13599"/>
                    <a:pt x="5443" y="12944"/>
                  </a:cubicBezTo>
                  <a:cubicBezTo>
                    <a:pt x="5184" y="12641"/>
                    <a:pt x="4881" y="12332"/>
                    <a:pt x="4819" y="11937"/>
                  </a:cubicBezTo>
                  <a:cubicBezTo>
                    <a:pt x="4757" y="11585"/>
                    <a:pt x="4899" y="11239"/>
                    <a:pt x="4974" y="10880"/>
                  </a:cubicBezTo>
                  <a:cubicBezTo>
                    <a:pt x="5369" y="9181"/>
                    <a:pt x="4232" y="7285"/>
                    <a:pt x="2552" y="6828"/>
                  </a:cubicBezTo>
                  <a:cubicBezTo>
                    <a:pt x="2027" y="6679"/>
                    <a:pt x="1378" y="6605"/>
                    <a:pt x="1149" y="6111"/>
                  </a:cubicBezTo>
                  <a:cubicBezTo>
                    <a:pt x="995" y="5771"/>
                    <a:pt x="1112" y="5370"/>
                    <a:pt x="1013" y="5011"/>
                  </a:cubicBezTo>
                  <a:cubicBezTo>
                    <a:pt x="871" y="4511"/>
                    <a:pt x="334" y="4196"/>
                    <a:pt x="210" y="3695"/>
                  </a:cubicBezTo>
                  <a:cubicBezTo>
                    <a:pt x="0" y="2849"/>
                    <a:pt x="989" y="2250"/>
                    <a:pt x="1810" y="1947"/>
                  </a:cubicBezTo>
                  <a:cubicBezTo>
                    <a:pt x="3231" y="1422"/>
                    <a:pt x="4652" y="903"/>
                    <a:pt x="6079" y="378"/>
                  </a:cubicBezTo>
                  <a:cubicBezTo>
                    <a:pt x="6586" y="192"/>
                    <a:pt x="7105" y="1"/>
                    <a:pt x="7649" y="26"/>
                  </a:cubicBezTo>
                  <a:cubicBezTo>
                    <a:pt x="8186" y="50"/>
                    <a:pt x="8748" y="334"/>
                    <a:pt x="8934" y="841"/>
                  </a:cubicBezTo>
                  <a:cubicBezTo>
                    <a:pt x="9212" y="1613"/>
                    <a:pt x="8532" y="2441"/>
                    <a:pt x="8674" y="3251"/>
                  </a:cubicBezTo>
                  <a:cubicBezTo>
                    <a:pt x="8804" y="4017"/>
                    <a:pt x="9638" y="4579"/>
                    <a:pt x="9582" y="5351"/>
                  </a:cubicBezTo>
                  <a:cubicBezTo>
                    <a:pt x="9521" y="6179"/>
                    <a:pt x="8483" y="6686"/>
                    <a:pt x="8483" y="7513"/>
                  </a:cubicBezTo>
                  <a:cubicBezTo>
                    <a:pt x="8483" y="8706"/>
                    <a:pt x="10509" y="8965"/>
                    <a:pt x="10676" y="10139"/>
                  </a:cubicBezTo>
                  <a:cubicBezTo>
                    <a:pt x="10744" y="10689"/>
                    <a:pt x="10373" y="11177"/>
                    <a:pt x="10070" y="11628"/>
                  </a:cubicBezTo>
                  <a:cubicBezTo>
                    <a:pt x="9768" y="12091"/>
                    <a:pt x="9533" y="12722"/>
                    <a:pt x="9854" y="13160"/>
                  </a:cubicBezTo>
                  <a:cubicBezTo>
                    <a:pt x="10404" y="13599"/>
                    <a:pt x="10497" y="14495"/>
                    <a:pt x="10046" y="15038"/>
                  </a:cubicBezTo>
                  <a:cubicBezTo>
                    <a:pt x="10528" y="14791"/>
                    <a:pt x="10960" y="15545"/>
                    <a:pt x="10775" y="16058"/>
                  </a:cubicBezTo>
                  <a:cubicBezTo>
                    <a:pt x="10589" y="16558"/>
                    <a:pt x="10132" y="16935"/>
                    <a:pt x="9984" y="17454"/>
                  </a:cubicBezTo>
                  <a:cubicBezTo>
                    <a:pt x="9718" y="18436"/>
                    <a:pt x="10664" y="19276"/>
                    <a:pt x="11510" y="19851"/>
                  </a:cubicBezTo>
                  <a:cubicBezTo>
                    <a:pt x="11115" y="20506"/>
                    <a:pt x="11189" y="21346"/>
                    <a:pt x="11386" y="22088"/>
                  </a:cubicBezTo>
                  <a:cubicBezTo>
                    <a:pt x="11578" y="22829"/>
                    <a:pt x="11887" y="23558"/>
                    <a:pt x="11899" y="24330"/>
                  </a:cubicBezTo>
                  <a:cubicBezTo>
                    <a:pt x="11912" y="24781"/>
                    <a:pt x="11436" y="26492"/>
                    <a:pt x="10682" y="25770"/>
                  </a:cubicBezTo>
                  <a:cubicBezTo>
                    <a:pt x="10262" y="25368"/>
                    <a:pt x="10911" y="23589"/>
                    <a:pt x="10929" y="23064"/>
                  </a:cubicBez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3">
              <a:extLst>
                <a:ext uri="{FF2B5EF4-FFF2-40B4-BE49-F238E27FC236}">
                  <a16:creationId xmlns:a16="http://schemas.microsoft.com/office/drawing/2014/main" id="{27124BD0-70C9-F1F8-912B-5BCEEDF1CCE4}"/>
                </a:ext>
              </a:extLst>
            </p:cNvPr>
            <p:cNvSpPr/>
            <p:nvPr/>
          </p:nvSpPr>
          <p:spPr>
            <a:xfrm flipH="1">
              <a:off x="7129556" y="3159311"/>
              <a:ext cx="812490" cy="845388"/>
            </a:xfrm>
            <a:custGeom>
              <a:avLst/>
              <a:gdLst/>
              <a:ahLst/>
              <a:cxnLst/>
              <a:rect l="l" t="t" r="r" b="b"/>
              <a:pathLst>
                <a:path w="11745" h="12221" extrusionOk="0">
                  <a:moveTo>
                    <a:pt x="0" y="1205"/>
                  </a:moveTo>
                  <a:lnTo>
                    <a:pt x="5758" y="1205"/>
                  </a:lnTo>
                  <a:lnTo>
                    <a:pt x="5758" y="3256"/>
                  </a:lnTo>
                  <a:cubicBezTo>
                    <a:pt x="5758" y="3256"/>
                    <a:pt x="6500" y="3164"/>
                    <a:pt x="6734" y="3256"/>
                  </a:cubicBezTo>
                  <a:cubicBezTo>
                    <a:pt x="6963" y="3349"/>
                    <a:pt x="7383" y="3627"/>
                    <a:pt x="7383" y="3627"/>
                  </a:cubicBezTo>
                  <a:lnTo>
                    <a:pt x="7797" y="3992"/>
                  </a:lnTo>
                  <a:lnTo>
                    <a:pt x="8260" y="3528"/>
                  </a:lnTo>
                  <a:cubicBezTo>
                    <a:pt x="8260" y="3528"/>
                    <a:pt x="8680" y="3349"/>
                    <a:pt x="8816" y="3392"/>
                  </a:cubicBezTo>
                  <a:cubicBezTo>
                    <a:pt x="8958" y="3442"/>
                    <a:pt x="9372" y="3442"/>
                    <a:pt x="9372" y="3442"/>
                  </a:cubicBezTo>
                  <a:lnTo>
                    <a:pt x="9372" y="1"/>
                  </a:lnTo>
                  <a:lnTo>
                    <a:pt x="11745" y="1"/>
                  </a:lnTo>
                  <a:lnTo>
                    <a:pt x="11745" y="4418"/>
                  </a:lnTo>
                  <a:lnTo>
                    <a:pt x="11695" y="4745"/>
                  </a:lnTo>
                  <a:lnTo>
                    <a:pt x="11745" y="5023"/>
                  </a:lnTo>
                  <a:lnTo>
                    <a:pt x="11603" y="5530"/>
                  </a:lnTo>
                  <a:lnTo>
                    <a:pt x="11281" y="5857"/>
                  </a:lnTo>
                  <a:lnTo>
                    <a:pt x="11559" y="6135"/>
                  </a:lnTo>
                  <a:lnTo>
                    <a:pt x="11603" y="6642"/>
                  </a:lnTo>
                  <a:lnTo>
                    <a:pt x="11603" y="12221"/>
                  </a:lnTo>
                  <a:lnTo>
                    <a:pt x="223" y="12221"/>
                  </a:lnTo>
                  <a:close/>
                </a:path>
              </a:pathLst>
            </a:custGeom>
            <a:solidFill>
              <a:srgbClr val="C94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3">
              <a:extLst>
                <a:ext uri="{FF2B5EF4-FFF2-40B4-BE49-F238E27FC236}">
                  <a16:creationId xmlns:a16="http://schemas.microsoft.com/office/drawing/2014/main" id="{497BE53F-1ED3-CC6E-B555-6FEFFF532463}"/>
                </a:ext>
              </a:extLst>
            </p:cNvPr>
            <p:cNvSpPr/>
            <p:nvPr/>
          </p:nvSpPr>
          <p:spPr>
            <a:xfrm flipH="1">
              <a:off x="7128666" y="3159311"/>
              <a:ext cx="414650" cy="845388"/>
            </a:xfrm>
            <a:custGeom>
              <a:avLst/>
              <a:gdLst/>
              <a:ahLst/>
              <a:cxnLst/>
              <a:rect l="l" t="t" r="r" b="b"/>
              <a:pathLst>
                <a:path w="5994" h="12221" extrusionOk="0">
                  <a:moveTo>
                    <a:pt x="3615" y="3442"/>
                  </a:moveTo>
                  <a:cubicBezTo>
                    <a:pt x="3615" y="3442"/>
                    <a:pt x="3201" y="3442"/>
                    <a:pt x="3059" y="3392"/>
                  </a:cubicBezTo>
                  <a:cubicBezTo>
                    <a:pt x="2923" y="3349"/>
                    <a:pt x="2503" y="3528"/>
                    <a:pt x="2503" y="3528"/>
                  </a:cubicBezTo>
                  <a:lnTo>
                    <a:pt x="2039" y="3992"/>
                  </a:lnTo>
                  <a:lnTo>
                    <a:pt x="1625" y="3627"/>
                  </a:lnTo>
                  <a:cubicBezTo>
                    <a:pt x="1625" y="3627"/>
                    <a:pt x="1205" y="3349"/>
                    <a:pt x="977" y="3256"/>
                  </a:cubicBezTo>
                  <a:cubicBezTo>
                    <a:pt x="742" y="3164"/>
                    <a:pt x="0" y="3256"/>
                    <a:pt x="0" y="3256"/>
                  </a:cubicBezTo>
                  <a:lnTo>
                    <a:pt x="0" y="12221"/>
                  </a:lnTo>
                  <a:lnTo>
                    <a:pt x="5857" y="12221"/>
                  </a:lnTo>
                  <a:lnTo>
                    <a:pt x="5857" y="6642"/>
                  </a:lnTo>
                  <a:lnTo>
                    <a:pt x="5808" y="6135"/>
                  </a:lnTo>
                  <a:lnTo>
                    <a:pt x="5530" y="5857"/>
                  </a:lnTo>
                  <a:lnTo>
                    <a:pt x="5857" y="5530"/>
                  </a:lnTo>
                  <a:lnTo>
                    <a:pt x="5993" y="5023"/>
                  </a:lnTo>
                  <a:lnTo>
                    <a:pt x="5950" y="4745"/>
                  </a:lnTo>
                  <a:lnTo>
                    <a:pt x="5993" y="4418"/>
                  </a:lnTo>
                  <a:lnTo>
                    <a:pt x="5993" y="1"/>
                  </a:lnTo>
                  <a:lnTo>
                    <a:pt x="3627" y="1"/>
                  </a:lnTo>
                  <a:lnTo>
                    <a:pt x="3627" y="3442"/>
                  </a:lnTo>
                  <a:close/>
                </a:path>
              </a:pathLst>
            </a:custGeom>
            <a:solidFill>
              <a:srgbClr val="C94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3">
              <a:extLst>
                <a:ext uri="{FF2B5EF4-FFF2-40B4-BE49-F238E27FC236}">
                  <a16:creationId xmlns:a16="http://schemas.microsoft.com/office/drawing/2014/main" id="{280AEA7C-6D8A-ECE3-47B0-59BEB2AB5A9D}"/>
                </a:ext>
              </a:extLst>
            </p:cNvPr>
            <p:cNvSpPr/>
            <p:nvPr/>
          </p:nvSpPr>
          <p:spPr>
            <a:xfrm flipH="1">
              <a:off x="5815280" y="3140080"/>
              <a:ext cx="679669" cy="385097"/>
            </a:xfrm>
            <a:custGeom>
              <a:avLst/>
              <a:gdLst/>
              <a:ahLst/>
              <a:cxnLst/>
              <a:rect l="l" t="t" r="r" b="b"/>
              <a:pathLst>
                <a:path w="9825" h="5567" extrusionOk="0">
                  <a:moveTo>
                    <a:pt x="1" y="5110"/>
                  </a:moveTo>
                  <a:lnTo>
                    <a:pt x="742" y="2274"/>
                  </a:lnTo>
                  <a:lnTo>
                    <a:pt x="1255" y="1903"/>
                  </a:lnTo>
                  <a:cubicBezTo>
                    <a:pt x="1255" y="1903"/>
                    <a:pt x="2089" y="2039"/>
                    <a:pt x="2460" y="1854"/>
                  </a:cubicBezTo>
                  <a:cubicBezTo>
                    <a:pt x="2830" y="1669"/>
                    <a:pt x="2830" y="1113"/>
                    <a:pt x="3059" y="977"/>
                  </a:cubicBezTo>
                  <a:cubicBezTo>
                    <a:pt x="3294" y="835"/>
                    <a:pt x="4035" y="927"/>
                    <a:pt x="4035" y="927"/>
                  </a:cubicBezTo>
                  <a:lnTo>
                    <a:pt x="4684" y="279"/>
                  </a:lnTo>
                  <a:lnTo>
                    <a:pt x="5703" y="371"/>
                  </a:lnTo>
                  <a:lnTo>
                    <a:pt x="6908" y="513"/>
                  </a:lnTo>
                  <a:lnTo>
                    <a:pt x="7507" y="0"/>
                  </a:lnTo>
                  <a:lnTo>
                    <a:pt x="8020" y="421"/>
                  </a:lnTo>
                  <a:lnTo>
                    <a:pt x="9132" y="328"/>
                  </a:lnTo>
                  <a:cubicBezTo>
                    <a:pt x="9132" y="328"/>
                    <a:pt x="9225" y="1440"/>
                    <a:pt x="9361" y="1483"/>
                  </a:cubicBezTo>
                  <a:cubicBezTo>
                    <a:pt x="9503" y="1533"/>
                    <a:pt x="9824" y="2132"/>
                    <a:pt x="9824" y="2132"/>
                  </a:cubicBezTo>
                  <a:lnTo>
                    <a:pt x="9731" y="4134"/>
                  </a:lnTo>
                  <a:lnTo>
                    <a:pt x="9503" y="556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3">
              <a:extLst>
                <a:ext uri="{FF2B5EF4-FFF2-40B4-BE49-F238E27FC236}">
                  <a16:creationId xmlns:a16="http://schemas.microsoft.com/office/drawing/2014/main" id="{510ABF81-9A69-F8AF-F097-9290182ECE1C}"/>
                </a:ext>
              </a:extLst>
            </p:cNvPr>
            <p:cNvSpPr/>
            <p:nvPr/>
          </p:nvSpPr>
          <p:spPr>
            <a:xfrm flipH="1">
              <a:off x="5193043" y="3008438"/>
              <a:ext cx="649300" cy="1238578"/>
            </a:xfrm>
            <a:custGeom>
              <a:avLst/>
              <a:gdLst/>
              <a:ahLst/>
              <a:cxnLst/>
              <a:rect l="l" t="t" r="r" b="b"/>
              <a:pathLst>
                <a:path w="9386" h="17905" extrusionOk="0">
                  <a:moveTo>
                    <a:pt x="3899" y="2694"/>
                  </a:moveTo>
                  <a:lnTo>
                    <a:pt x="4604" y="2602"/>
                  </a:lnTo>
                  <a:lnTo>
                    <a:pt x="5110" y="2416"/>
                  </a:lnTo>
                  <a:lnTo>
                    <a:pt x="5296" y="1903"/>
                  </a:lnTo>
                  <a:lnTo>
                    <a:pt x="5716" y="1527"/>
                  </a:lnTo>
                  <a:lnTo>
                    <a:pt x="5852" y="600"/>
                  </a:lnTo>
                  <a:lnTo>
                    <a:pt x="6179" y="1"/>
                  </a:lnTo>
                  <a:lnTo>
                    <a:pt x="9385" y="1113"/>
                  </a:lnTo>
                  <a:lnTo>
                    <a:pt x="5549" y="17905"/>
                  </a:lnTo>
                  <a:lnTo>
                    <a:pt x="1" y="1788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3">
              <a:extLst>
                <a:ext uri="{FF2B5EF4-FFF2-40B4-BE49-F238E27FC236}">
                  <a16:creationId xmlns:a16="http://schemas.microsoft.com/office/drawing/2014/main" id="{B5096718-0BA7-BDA6-4C9A-511F548A8E1F}"/>
                </a:ext>
              </a:extLst>
            </p:cNvPr>
            <p:cNvSpPr/>
            <p:nvPr/>
          </p:nvSpPr>
          <p:spPr>
            <a:xfrm flipH="1">
              <a:off x="5721775" y="3056308"/>
              <a:ext cx="125280" cy="838539"/>
            </a:xfrm>
            <a:custGeom>
              <a:avLst/>
              <a:gdLst/>
              <a:ahLst/>
              <a:cxnLst/>
              <a:rect l="l" t="t" r="r" b="b"/>
              <a:pathLst>
                <a:path w="1811" h="12122" extrusionOk="0">
                  <a:moveTo>
                    <a:pt x="0" y="12122"/>
                  </a:moveTo>
                  <a:lnTo>
                    <a:pt x="278" y="1"/>
                  </a:lnTo>
                  <a:lnTo>
                    <a:pt x="698" y="1"/>
                  </a:lnTo>
                  <a:cubicBezTo>
                    <a:pt x="698" y="1"/>
                    <a:pt x="1020" y="279"/>
                    <a:pt x="1205" y="229"/>
                  </a:cubicBezTo>
                  <a:cubicBezTo>
                    <a:pt x="1390" y="186"/>
                    <a:pt x="1811" y="279"/>
                    <a:pt x="1811" y="279"/>
                  </a:cubicBezTo>
                  <a:lnTo>
                    <a:pt x="1811" y="1212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3">
              <a:extLst>
                <a:ext uri="{FF2B5EF4-FFF2-40B4-BE49-F238E27FC236}">
                  <a16:creationId xmlns:a16="http://schemas.microsoft.com/office/drawing/2014/main" id="{C97CBB32-8113-092F-07BE-FD9FC08FFEB8}"/>
                </a:ext>
              </a:extLst>
            </p:cNvPr>
            <p:cNvSpPr/>
            <p:nvPr/>
          </p:nvSpPr>
          <p:spPr>
            <a:xfrm flipH="1">
              <a:off x="6618428" y="2982774"/>
              <a:ext cx="320984" cy="874095"/>
            </a:xfrm>
            <a:custGeom>
              <a:avLst/>
              <a:gdLst/>
              <a:ahLst/>
              <a:cxnLst/>
              <a:rect l="l" t="t" r="r" b="b"/>
              <a:pathLst>
                <a:path w="4640" h="12636" extrusionOk="0">
                  <a:moveTo>
                    <a:pt x="927" y="12635"/>
                  </a:moveTo>
                  <a:lnTo>
                    <a:pt x="0" y="742"/>
                  </a:lnTo>
                  <a:lnTo>
                    <a:pt x="3299" y="1"/>
                  </a:lnTo>
                  <a:lnTo>
                    <a:pt x="3991" y="4363"/>
                  </a:lnTo>
                  <a:lnTo>
                    <a:pt x="3806" y="4777"/>
                  </a:lnTo>
                  <a:lnTo>
                    <a:pt x="4084" y="5296"/>
                  </a:lnTo>
                  <a:lnTo>
                    <a:pt x="4146" y="5926"/>
                  </a:lnTo>
                  <a:lnTo>
                    <a:pt x="4640" y="126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3">
              <a:extLst>
                <a:ext uri="{FF2B5EF4-FFF2-40B4-BE49-F238E27FC236}">
                  <a16:creationId xmlns:a16="http://schemas.microsoft.com/office/drawing/2014/main" id="{2B57063D-A3D8-454B-B5AD-8D766133A402}"/>
                </a:ext>
              </a:extLst>
            </p:cNvPr>
            <p:cNvSpPr/>
            <p:nvPr/>
          </p:nvSpPr>
          <p:spPr>
            <a:xfrm flipH="1">
              <a:off x="5870081" y="2889664"/>
              <a:ext cx="433397" cy="1009056"/>
            </a:xfrm>
            <a:custGeom>
              <a:avLst/>
              <a:gdLst/>
              <a:ahLst/>
              <a:cxnLst/>
              <a:rect l="l" t="t" r="r" b="b"/>
              <a:pathLst>
                <a:path w="6265" h="14587" extrusionOk="0">
                  <a:moveTo>
                    <a:pt x="142" y="14259"/>
                  </a:moveTo>
                  <a:lnTo>
                    <a:pt x="142" y="14117"/>
                  </a:lnTo>
                  <a:lnTo>
                    <a:pt x="142" y="4967"/>
                  </a:lnTo>
                  <a:lnTo>
                    <a:pt x="50" y="3948"/>
                  </a:lnTo>
                  <a:lnTo>
                    <a:pt x="2094" y="3899"/>
                  </a:lnTo>
                  <a:lnTo>
                    <a:pt x="2144" y="3342"/>
                  </a:lnTo>
                  <a:lnTo>
                    <a:pt x="0" y="3250"/>
                  </a:lnTo>
                  <a:lnTo>
                    <a:pt x="420" y="884"/>
                  </a:lnTo>
                  <a:lnTo>
                    <a:pt x="1162" y="513"/>
                  </a:lnTo>
                  <a:lnTo>
                    <a:pt x="1946" y="420"/>
                  </a:lnTo>
                  <a:cubicBezTo>
                    <a:pt x="1946" y="420"/>
                    <a:pt x="2138" y="0"/>
                    <a:pt x="2366" y="50"/>
                  </a:cubicBezTo>
                  <a:cubicBezTo>
                    <a:pt x="2601" y="93"/>
                    <a:pt x="3015" y="328"/>
                    <a:pt x="3015" y="328"/>
                  </a:cubicBezTo>
                  <a:lnTo>
                    <a:pt x="3942" y="371"/>
                  </a:lnTo>
                  <a:lnTo>
                    <a:pt x="4547" y="142"/>
                  </a:lnTo>
                  <a:lnTo>
                    <a:pt x="6079" y="0"/>
                  </a:lnTo>
                  <a:lnTo>
                    <a:pt x="6265" y="2045"/>
                  </a:lnTo>
                  <a:lnTo>
                    <a:pt x="6265" y="145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3">
              <a:extLst>
                <a:ext uri="{FF2B5EF4-FFF2-40B4-BE49-F238E27FC236}">
                  <a16:creationId xmlns:a16="http://schemas.microsoft.com/office/drawing/2014/main" id="{DBB42A6B-BAC8-66F9-5B1F-3ABCDF0FE673}"/>
                </a:ext>
              </a:extLst>
            </p:cNvPr>
            <p:cNvSpPr/>
            <p:nvPr/>
          </p:nvSpPr>
          <p:spPr>
            <a:xfrm flipH="1">
              <a:off x="6570459" y="2610125"/>
              <a:ext cx="1230114" cy="1677079"/>
            </a:xfrm>
            <a:custGeom>
              <a:avLst/>
              <a:gdLst/>
              <a:ahLst/>
              <a:cxnLst/>
              <a:rect l="l" t="t" r="r" b="b"/>
              <a:pathLst>
                <a:path w="17782" h="24244" extrusionOk="0">
                  <a:moveTo>
                    <a:pt x="17621" y="6265"/>
                  </a:moveTo>
                  <a:lnTo>
                    <a:pt x="16972" y="6173"/>
                  </a:lnTo>
                  <a:cubicBezTo>
                    <a:pt x="16972" y="6173"/>
                    <a:pt x="16416" y="5987"/>
                    <a:pt x="16274" y="5895"/>
                  </a:cubicBezTo>
                  <a:cubicBezTo>
                    <a:pt x="16138" y="5802"/>
                    <a:pt x="15625" y="5666"/>
                    <a:pt x="15625" y="5666"/>
                  </a:cubicBezTo>
                  <a:lnTo>
                    <a:pt x="15625" y="4437"/>
                  </a:lnTo>
                  <a:lnTo>
                    <a:pt x="14977" y="4437"/>
                  </a:lnTo>
                  <a:lnTo>
                    <a:pt x="14977" y="3510"/>
                  </a:lnTo>
                  <a:lnTo>
                    <a:pt x="15625" y="3510"/>
                  </a:lnTo>
                  <a:lnTo>
                    <a:pt x="15625" y="3300"/>
                  </a:lnTo>
                  <a:cubicBezTo>
                    <a:pt x="15625" y="3300"/>
                    <a:pt x="15347" y="791"/>
                    <a:pt x="15162" y="791"/>
                  </a:cubicBezTo>
                  <a:cubicBezTo>
                    <a:pt x="14977" y="791"/>
                    <a:pt x="14142" y="513"/>
                    <a:pt x="14142" y="513"/>
                  </a:cubicBezTo>
                  <a:lnTo>
                    <a:pt x="12654" y="699"/>
                  </a:lnTo>
                  <a:cubicBezTo>
                    <a:pt x="12654" y="699"/>
                    <a:pt x="11869" y="557"/>
                    <a:pt x="11634" y="513"/>
                  </a:cubicBezTo>
                  <a:cubicBezTo>
                    <a:pt x="11406" y="464"/>
                    <a:pt x="10942" y="421"/>
                    <a:pt x="10942" y="421"/>
                  </a:cubicBezTo>
                  <a:lnTo>
                    <a:pt x="9873" y="927"/>
                  </a:lnTo>
                  <a:lnTo>
                    <a:pt x="8292" y="1"/>
                  </a:lnTo>
                  <a:lnTo>
                    <a:pt x="7594" y="977"/>
                  </a:lnTo>
                  <a:lnTo>
                    <a:pt x="6945" y="1533"/>
                  </a:lnTo>
                  <a:lnTo>
                    <a:pt x="6389" y="1947"/>
                  </a:lnTo>
                  <a:cubicBezTo>
                    <a:pt x="6389" y="1947"/>
                    <a:pt x="6204" y="2460"/>
                    <a:pt x="6296" y="2688"/>
                  </a:cubicBezTo>
                  <a:cubicBezTo>
                    <a:pt x="6389" y="2923"/>
                    <a:pt x="6346" y="3942"/>
                    <a:pt x="6346" y="3942"/>
                  </a:cubicBezTo>
                  <a:cubicBezTo>
                    <a:pt x="6346" y="3942"/>
                    <a:pt x="6018" y="4591"/>
                    <a:pt x="5833" y="4776"/>
                  </a:cubicBezTo>
                  <a:cubicBezTo>
                    <a:pt x="5648" y="4962"/>
                    <a:pt x="4999" y="5147"/>
                    <a:pt x="4678" y="5190"/>
                  </a:cubicBezTo>
                  <a:cubicBezTo>
                    <a:pt x="4350" y="5240"/>
                    <a:pt x="3751" y="5746"/>
                    <a:pt x="3751" y="5746"/>
                  </a:cubicBezTo>
                  <a:lnTo>
                    <a:pt x="3609" y="6908"/>
                  </a:lnTo>
                  <a:cubicBezTo>
                    <a:pt x="3609" y="6908"/>
                    <a:pt x="3102" y="7278"/>
                    <a:pt x="2824" y="7371"/>
                  </a:cubicBezTo>
                  <a:cubicBezTo>
                    <a:pt x="2546" y="7464"/>
                    <a:pt x="2404" y="6815"/>
                    <a:pt x="2404" y="6815"/>
                  </a:cubicBezTo>
                  <a:lnTo>
                    <a:pt x="1755" y="6352"/>
                  </a:lnTo>
                  <a:cubicBezTo>
                    <a:pt x="1755" y="6352"/>
                    <a:pt x="1341" y="6259"/>
                    <a:pt x="921" y="6117"/>
                  </a:cubicBezTo>
                  <a:cubicBezTo>
                    <a:pt x="507" y="5981"/>
                    <a:pt x="1" y="5796"/>
                    <a:pt x="1" y="5796"/>
                  </a:cubicBezTo>
                  <a:lnTo>
                    <a:pt x="1" y="23984"/>
                  </a:lnTo>
                  <a:lnTo>
                    <a:pt x="17732" y="24243"/>
                  </a:lnTo>
                  <a:cubicBezTo>
                    <a:pt x="17732" y="24243"/>
                    <a:pt x="17689" y="8403"/>
                    <a:pt x="17732" y="8069"/>
                  </a:cubicBezTo>
                  <a:cubicBezTo>
                    <a:pt x="17781" y="7742"/>
                    <a:pt x="17621" y="6265"/>
                    <a:pt x="17621" y="62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3">
              <a:extLst>
                <a:ext uri="{FF2B5EF4-FFF2-40B4-BE49-F238E27FC236}">
                  <a16:creationId xmlns:a16="http://schemas.microsoft.com/office/drawing/2014/main" id="{2688EDA5-25D7-6B88-4F8B-302C4FB44ED4}"/>
                </a:ext>
              </a:extLst>
            </p:cNvPr>
            <p:cNvSpPr/>
            <p:nvPr/>
          </p:nvSpPr>
          <p:spPr>
            <a:xfrm flipH="1">
              <a:off x="7226539" y="2609709"/>
              <a:ext cx="574450" cy="1666841"/>
            </a:xfrm>
            <a:custGeom>
              <a:avLst/>
              <a:gdLst/>
              <a:ahLst/>
              <a:cxnLst/>
              <a:rect l="l" t="t" r="r" b="b"/>
              <a:pathLst>
                <a:path w="8304" h="24096" extrusionOk="0">
                  <a:moveTo>
                    <a:pt x="6945" y="1533"/>
                  </a:moveTo>
                  <a:lnTo>
                    <a:pt x="6389" y="1947"/>
                  </a:lnTo>
                  <a:cubicBezTo>
                    <a:pt x="6389" y="1947"/>
                    <a:pt x="6203" y="2459"/>
                    <a:pt x="6296" y="2688"/>
                  </a:cubicBezTo>
                  <a:cubicBezTo>
                    <a:pt x="6389" y="2923"/>
                    <a:pt x="6339" y="3942"/>
                    <a:pt x="6339" y="3942"/>
                  </a:cubicBezTo>
                  <a:cubicBezTo>
                    <a:pt x="6339" y="3942"/>
                    <a:pt x="6018" y="4591"/>
                    <a:pt x="5833" y="4776"/>
                  </a:cubicBezTo>
                  <a:cubicBezTo>
                    <a:pt x="5647" y="4961"/>
                    <a:pt x="4999" y="5147"/>
                    <a:pt x="4671" y="5190"/>
                  </a:cubicBezTo>
                  <a:cubicBezTo>
                    <a:pt x="4350" y="5240"/>
                    <a:pt x="3745" y="5746"/>
                    <a:pt x="3745" y="5746"/>
                  </a:cubicBezTo>
                  <a:lnTo>
                    <a:pt x="3609" y="6908"/>
                  </a:lnTo>
                  <a:cubicBezTo>
                    <a:pt x="3609" y="6908"/>
                    <a:pt x="3102" y="7278"/>
                    <a:pt x="2818" y="7371"/>
                  </a:cubicBezTo>
                  <a:cubicBezTo>
                    <a:pt x="2540" y="7457"/>
                    <a:pt x="2404" y="6815"/>
                    <a:pt x="2404" y="6815"/>
                  </a:cubicBezTo>
                  <a:lnTo>
                    <a:pt x="1755" y="6352"/>
                  </a:lnTo>
                  <a:cubicBezTo>
                    <a:pt x="1755" y="6352"/>
                    <a:pt x="1335" y="6259"/>
                    <a:pt x="921" y="6117"/>
                  </a:cubicBezTo>
                  <a:cubicBezTo>
                    <a:pt x="501" y="5981"/>
                    <a:pt x="1" y="5796"/>
                    <a:pt x="1" y="5796"/>
                  </a:cubicBezTo>
                  <a:lnTo>
                    <a:pt x="1" y="23978"/>
                  </a:lnTo>
                  <a:lnTo>
                    <a:pt x="8119" y="24095"/>
                  </a:lnTo>
                  <a:lnTo>
                    <a:pt x="8119" y="7340"/>
                  </a:lnTo>
                  <a:cubicBezTo>
                    <a:pt x="8119" y="7340"/>
                    <a:pt x="8211" y="6877"/>
                    <a:pt x="8162" y="6735"/>
                  </a:cubicBezTo>
                  <a:cubicBezTo>
                    <a:pt x="8119" y="6599"/>
                    <a:pt x="7841" y="6457"/>
                    <a:pt x="7841" y="6457"/>
                  </a:cubicBezTo>
                  <a:lnTo>
                    <a:pt x="8304" y="5579"/>
                  </a:lnTo>
                  <a:lnTo>
                    <a:pt x="8304" y="0"/>
                  </a:lnTo>
                  <a:lnTo>
                    <a:pt x="7606" y="97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3">
              <a:extLst>
                <a:ext uri="{FF2B5EF4-FFF2-40B4-BE49-F238E27FC236}">
                  <a16:creationId xmlns:a16="http://schemas.microsoft.com/office/drawing/2014/main" id="{868C800A-7F31-880D-FD88-25BE2360F9CA}"/>
                </a:ext>
              </a:extLst>
            </p:cNvPr>
            <p:cNvSpPr/>
            <p:nvPr/>
          </p:nvSpPr>
          <p:spPr>
            <a:xfrm flipH="1">
              <a:off x="7337642" y="3120434"/>
              <a:ext cx="272283" cy="654326"/>
            </a:xfrm>
            <a:custGeom>
              <a:avLst/>
              <a:gdLst/>
              <a:ahLst/>
              <a:cxnLst/>
              <a:rect l="l" t="t" r="r" b="b"/>
              <a:pathLst>
                <a:path w="3936" h="9459" extrusionOk="0">
                  <a:moveTo>
                    <a:pt x="507" y="1563"/>
                  </a:moveTo>
                  <a:lnTo>
                    <a:pt x="1854" y="2002"/>
                  </a:lnTo>
                  <a:lnTo>
                    <a:pt x="2317" y="2119"/>
                  </a:lnTo>
                  <a:lnTo>
                    <a:pt x="2478" y="3046"/>
                  </a:lnTo>
                  <a:lnTo>
                    <a:pt x="2966" y="4177"/>
                  </a:lnTo>
                  <a:lnTo>
                    <a:pt x="3244" y="4875"/>
                  </a:lnTo>
                  <a:lnTo>
                    <a:pt x="3262" y="5153"/>
                  </a:lnTo>
                  <a:lnTo>
                    <a:pt x="3126" y="5869"/>
                  </a:lnTo>
                  <a:lnTo>
                    <a:pt x="2824" y="6450"/>
                  </a:lnTo>
                  <a:lnTo>
                    <a:pt x="3102" y="6889"/>
                  </a:lnTo>
                  <a:cubicBezTo>
                    <a:pt x="3102" y="6889"/>
                    <a:pt x="3423" y="7630"/>
                    <a:pt x="3423" y="7723"/>
                  </a:cubicBezTo>
                  <a:cubicBezTo>
                    <a:pt x="3423" y="7816"/>
                    <a:pt x="3448" y="8532"/>
                    <a:pt x="3448" y="8532"/>
                  </a:cubicBezTo>
                  <a:lnTo>
                    <a:pt x="3219" y="9459"/>
                  </a:lnTo>
                  <a:lnTo>
                    <a:pt x="3565" y="8582"/>
                  </a:lnTo>
                  <a:lnTo>
                    <a:pt x="3565" y="7748"/>
                  </a:lnTo>
                  <a:lnTo>
                    <a:pt x="3287" y="7049"/>
                  </a:lnTo>
                  <a:lnTo>
                    <a:pt x="3009" y="6518"/>
                  </a:lnTo>
                  <a:cubicBezTo>
                    <a:pt x="3009" y="6518"/>
                    <a:pt x="3126" y="6197"/>
                    <a:pt x="3244" y="5987"/>
                  </a:cubicBezTo>
                  <a:cubicBezTo>
                    <a:pt x="3355" y="5777"/>
                    <a:pt x="3380" y="5245"/>
                    <a:pt x="3380" y="5245"/>
                  </a:cubicBezTo>
                  <a:lnTo>
                    <a:pt x="3608" y="5524"/>
                  </a:lnTo>
                  <a:lnTo>
                    <a:pt x="3936" y="6308"/>
                  </a:lnTo>
                  <a:lnTo>
                    <a:pt x="3682" y="5406"/>
                  </a:lnTo>
                  <a:lnTo>
                    <a:pt x="3448" y="5060"/>
                  </a:lnTo>
                  <a:cubicBezTo>
                    <a:pt x="3448" y="5060"/>
                    <a:pt x="3244" y="4319"/>
                    <a:pt x="3034" y="3991"/>
                  </a:cubicBezTo>
                  <a:cubicBezTo>
                    <a:pt x="2824" y="3670"/>
                    <a:pt x="2589" y="2879"/>
                    <a:pt x="2589" y="2879"/>
                  </a:cubicBezTo>
                  <a:lnTo>
                    <a:pt x="2496" y="1977"/>
                  </a:lnTo>
                  <a:lnTo>
                    <a:pt x="1897" y="1885"/>
                  </a:lnTo>
                  <a:cubicBezTo>
                    <a:pt x="1897" y="1885"/>
                    <a:pt x="810" y="1582"/>
                    <a:pt x="624" y="1471"/>
                  </a:cubicBezTo>
                  <a:cubicBezTo>
                    <a:pt x="488" y="1384"/>
                    <a:pt x="204" y="501"/>
                    <a:pt x="50" y="0"/>
                  </a:cubicBezTo>
                  <a:lnTo>
                    <a:pt x="43" y="0"/>
                  </a:lnTo>
                  <a:cubicBezTo>
                    <a:pt x="25" y="6"/>
                    <a:pt x="13" y="6"/>
                    <a:pt x="0" y="6"/>
                  </a:cubicBez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3">
              <a:extLst>
                <a:ext uri="{FF2B5EF4-FFF2-40B4-BE49-F238E27FC236}">
                  <a16:creationId xmlns:a16="http://schemas.microsoft.com/office/drawing/2014/main" id="{A7648F1B-0631-9A2B-BF44-288FAF86FE0C}"/>
                </a:ext>
              </a:extLst>
            </p:cNvPr>
            <p:cNvSpPr/>
            <p:nvPr/>
          </p:nvSpPr>
          <p:spPr>
            <a:xfrm flipH="1">
              <a:off x="7604736" y="3155022"/>
              <a:ext cx="42821" cy="247992"/>
            </a:xfrm>
            <a:custGeom>
              <a:avLst/>
              <a:gdLst/>
              <a:ahLst/>
              <a:cxnLst/>
              <a:rect l="l" t="t" r="r" b="b"/>
              <a:pathLst>
                <a:path w="619" h="3585" extrusionOk="0">
                  <a:moveTo>
                    <a:pt x="93" y="1"/>
                  </a:moveTo>
                  <a:cubicBezTo>
                    <a:pt x="93" y="1"/>
                    <a:pt x="402" y="557"/>
                    <a:pt x="445" y="773"/>
                  </a:cubicBezTo>
                  <a:cubicBezTo>
                    <a:pt x="495" y="989"/>
                    <a:pt x="464" y="1193"/>
                    <a:pt x="464" y="1193"/>
                  </a:cubicBezTo>
                  <a:lnTo>
                    <a:pt x="19" y="1564"/>
                  </a:lnTo>
                  <a:cubicBezTo>
                    <a:pt x="19" y="1564"/>
                    <a:pt x="1" y="1916"/>
                    <a:pt x="62" y="2058"/>
                  </a:cubicBezTo>
                  <a:cubicBezTo>
                    <a:pt x="124" y="2194"/>
                    <a:pt x="217" y="2287"/>
                    <a:pt x="217" y="2503"/>
                  </a:cubicBezTo>
                  <a:cubicBezTo>
                    <a:pt x="217" y="2719"/>
                    <a:pt x="155" y="3584"/>
                    <a:pt x="155" y="3584"/>
                  </a:cubicBezTo>
                  <a:lnTo>
                    <a:pt x="291" y="2534"/>
                  </a:lnTo>
                  <a:lnTo>
                    <a:pt x="260" y="2194"/>
                  </a:lnTo>
                  <a:lnTo>
                    <a:pt x="124" y="1996"/>
                  </a:lnTo>
                  <a:lnTo>
                    <a:pt x="124" y="1564"/>
                  </a:lnTo>
                  <a:lnTo>
                    <a:pt x="618" y="1162"/>
                  </a:lnTo>
                  <a:lnTo>
                    <a:pt x="575" y="761"/>
                  </a:ln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3">
              <a:extLst>
                <a:ext uri="{FF2B5EF4-FFF2-40B4-BE49-F238E27FC236}">
                  <a16:creationId xmlns:a16="http://schemas.microsoft.com/office/drawing/2014/main" id="{97128A30-A4BD-ECE8-D7E5-93FA588C2950}"/>
                </a:ext>
              </a:extLst>
            </p:cNvPr>
            <p:cNvSpPr/>
            <p:nvPr/>
          </p:nvSpPr>
          <p:spPr>
            <a:xfrm flipH="1">
              <a:off x="6695694" y="3002489"/>
              <a:ext cx="100930" cy="379978"/>
            </a:xfrm>
            <a:custGeom>
              <a:avLst/>
              <a:gdLst/>
              <a:ahLst/>
              <a:cxnLst/>
              <a:rect l="l" t="t" r="r" b="b"/>
              <a:pathLst>
                <a:path w="1459" h="5493" extrusionOk="0">
                  <a:moveTo>
                    <a:pt x="272" y="4263"/>
                  </a:moveTo>
                  <a:lnTo>
                    <a:pt x="111" y="3701"/>
                  </a:lnTo>
                  <a:lnTo>
                    <a:pt x="111" y="3750"/>
                  </a:lnTo>
                  <a:close/>
                  <a:moveTo>
                    <a:pt x="927" y="4356"/>
                  </a:moveTo>
                  <a:lnTo>
                    <a:pt x="859" y="3775"/>
                  </a:lnTo>
                  <a:lnTo>
                    <a:pt x="556" y="3244"/>
                  </a:lnTo>
                  <a:lnTo>
                    <a:pt x="420" y="2570"/>
                  </a:lnTo>
                  <a:lnTo>
                    <a:pt x="513" y="2082"/>
                  </a:lnTo>
                  <a:lnTo>
                    <a:pt x="809" y="1458"/>
                  </a:lnTo>
                  <a:lnTo>
                    <a:pt x="674" y="649"/>
                  </a:lnTo>
                  <a:lnTo>
                    <a:pt x="513" y="396"/>
                  </a:lnTo>
                  <a:lnTo>
                    <a:pt x="1458" y="105"/>
                  </a:lnTo>
                  <a:cubicBezTo>
                    <a:pt x="1291" y="43"/>
                    <a:pt x="1112" y="0"/>
                    <a:pt x="1112" y="0"/>
                  </a:cubicBezTo>
                  <a:lnTo>
                    <a:pt x="210" y="321"/>
                  </a:lnTo>
                  <a:lnTo>
                    <a:pt x="513" y="649"/>
                  </a:lnTo>
                  <a:lnTo>
                    <a:pt x="698" y="1390"/>
                  </a:lnTo>
                  <a:lnTo>
                    <a:pt x="680" y="1421"/>
                  </a:lnTo>
                  <a:lnTo>
                    <a:pt x="328" y="2064"/>
                  </a:lnTo>
                  <a:lnTo>
                    <a:pt x="260" y="2688"/>
                  </a:lnTo>
                  <a:lnTo>
                    <a:pt x="0" y="3312"/>
                  </a:lnTo>
                  <a:lnTo>
                    <a:pt x="118" y="3701"/>
                  </a:lnTo>
                  <a:lnTo>
                    <a:pt x="93" y="3312"/>
                  </a:lnTo>
                  <a:lnTo>
                    <a:pt x="346" y="2848"/>
                  </a:lnTo>
                  <a:lnTo>
                    <a:pt x="439" y="3268"/>
                  </a:lnTo>
                  <a:lnTo>
                    <a:pt x="742" y="3868"/>
                  </a:lnTo>
                  <a:lnTo>
                    <a:pt x="809" y="4306"/>
                  </a:lnTo>
                  <a:lnTo>
                    <a:pt x="606" y="4751"/>
                  </a:lnTo>
                  <a:cubicBezTo>
                    <a:pt x="606" y="4751"/>
                    <a:pt x="908" y="5418"/>
                    <a:pt x="952" y="5492"/>
                  </a:cubicBezTo>
                  <a:lnTo>
                    <a:pt x="723" y="475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3">
              <a:extLst>
                <a:ext uri="{FF2B5EF4-FFF2-40B4-BE49-F238E27FC236}">
                  <a16:creationId xmlns:a16="http://schemas.microsoft.com/office/drawing/2014/main" id="{8FF97DBC-6D15-814B-E5AB-C46FC001B548}"/>
                </a:ext>
              </a:extLst>
            </p:cNvPr>
            <p:cNvSpPr/>
            <p:nvPr/>
          </p:nvSpPr>
          <p:spPr>
            <a:xfrm flipH="1">
              <a:off x="6985057" y="3006709"/>
              <a:ext cx="94496" cy="64194"/>
            </a:xfrm>
            <a:custGeom>
              <a:avLst/>
              <a:gdLst/>
              <a:ahLst/>
              <a:cxnLst/>
              <a:rect l="l" t="t" r="r" b="b"/>
              <a:pathLst>
                <a:path w="1366" h="928" extrusionOk="0">
                  <a:moveTo>
                    <a:pt x="0" y="1"/>
                  </a:moveTo>
                  <a:lnTo>
                    <a:pt x="1366" y="1"/>
                  </a:lnTo>
                  <a:lnTo>
                    <a:pt x="1366" y="928"/>
                  </a:lnTo>
                  <a:lnTo>
                    <a:pt x="0" y="9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3">
              <a:extLst>
                <a:ext uri="{FF2B5EF4-FFF2-40B4-BE49-F238E27FC236}">
                  <a16:creationId xmlns:a16="http://schemas.microsoft.com/office/drawing/2014/main" id="{65BE54CE-2AA4-FC72-5774-E5B7CF29F1DB}"/>
                </a:ext>
              </a:extLst>
            </p:cNvPr>
            <p:cNvSpPr/>
            <p:nvPr/>
          </p:nvSpPr>
          <p:spPr>
            <a:xfrm flipH="1">
              <a:off x="6825607" y="3006709"/>
              <a:ext cx="94981" cy="64194"/>
            </a:xfrm>
            <a:custGeom>
              <a:avLst/>
              <a:gdLst/>
              <a:ahLst/>
              <a:cxnLst/>
              <a:rect l="l" t="t" r="r" b="b"/>
              <a:pathLst>
                <a:path w="1373" h="928" extrusionOk="0">
                  <a:moveTo>
                    <a:pt x="0" y="1"/>
                  </a:moveTo>
                  <a:lnTo>
                    <a:pt x="1372" y="1"/>
                  </a:lnTo>
                  <a:lnTo>
                    <a:pt x="1372" y="928"/>
                  </a:lnTo>
                  <a:lnTo>
                    <a:pt x="0" y="9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3">
              <a:extLst>
                <a:ext uri="{FF2B5EF4-FFF2-40B4-BE49-F238E27FC236}">
                  <a16:creationId xmlns:a16="http://schemas.microsoft.com/office/drawing/2014/main" id="{D5C2B643-F490-A25A-3E43-F469F113A939}"/>
                </a:ext>
              </a:extLst>
            </p:cNvPr>
            <p:cNvSpPr/>
            <p:nvPr/>
          </p:nvSpPr>
          <p:spPr>
            <a:xfrm flipH="1">
              <a:off x="6662352" y="3172108"/>
              <a:ext cx="94566" cy="64194"/>
            </a:xfrm>
            <a:custGeom>
              <a:avLst/>
              <a:gdLst/>
              <a:ahLst/>
              <a:cxnLst/>
              <a:rect l="l" t="t" r="r" b="b"/>
              <a:pathLst>
                <a:path w="1367" h="928" extrusionOk="0">
                  <a:moveTo>
                    <a:pt x="1" y="1"/>
                  </a:moveTo>
                  <a:lnTo>
                    <a:pt x="1366" y="1"/>
                  </a:lnTo>
                  <a:lnTo>
                    <a:pt x="1366" y="928"/>
                  </a:lnTo>
                  <a:lnTo>
                    <a:pt x="1" y="9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3">
              <a:extLst>
                <a:ext uri="{FF2B5EF4-FFF2-40B4-BE49-F238E27FC236}">
                  <a16:creationId xmlns:a16="http://schemas.microsoft.com/office/drawing/2014/main" id="{BB953FE5-482B-294F-1951-F1922BD52C9C}"/>
                </a:ext>
              </a:extLst>
            </p:cNvPr>
            <p:cNvSpPr/>
            <p:nvPr/>
          </p:nvSpPr>
          <p:spPr>
            <a:xfrm flipH="1">
              <a:off x="6808105" y="3325955"/>
              <a:ext cx="94566" cy="64194"/>
            </a:xfrm>
            <a:custGeom>
              <a:avLst/>
              <a:gdLst/>
              <a:ahLst/>
              <a:cxnLst/>
              <a:rect l="l" t="t" r="r" b="b"/>
              <a:pathLst>
                <a:path w="1367" h="928" extrusionOk="0">
                  <a:moveTo>
                    <a:pt x="1" y="1"/>
                  </a:moveTo>
                  <a:lnTo>
                    <a:pt x="1366" y="1"/>
                  </a:lnTo>
                  <a:lnTo>
                    <a:pt x="1366" y="928"/>
                  </a:lnTo>
                  <a:lnTo>
                    <a:pt x="1" y="9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3">
              <a:extLst>
                <a:ext uri="{FF2B5EF4-FFF2-40B4-BE49-F238E27FC236}">
                  <a16:creationId xmlns:a16="http://schemas.microsoft.com/office/drawing/2014/main" id="{5BD68E6B-526A-D4D3-0C60-933AEC4ECE76}"/>
                </a:ext>
              </a:extLst>
            </p:cNvPr>
            <p:cNvSpPr/>
            <p:nvPr/>
          </p:nvSpPr>
          <p:spPr>
            <a:xfrm flipH="1">
              <a:off x="6985057" y="2852447"/>
              <a:ext cx="94496" cy="64194"/>
            </a:xfrm>
            <a:custGeom>
              <a:avLst/>
              <a:gdLst/>
              <a:ahLst/>
              <a:cxnLst/>
              <a:rect l="l" t="t" r="r" b="b"/>
              <a:pathLst>
                <a:path w="1366" h="928" extrusionOk="0">
                  <a:moveTo>
                    <a:pt x="0" y="1"/>
                  </a:moveTo>
                  <a:lnTo>
                    <a:pt x="1366" y="1"/>
                  </a:lnTo>
                  <a:lnTo>
                    <a:pt x="1366" y="927"/>
                  </a:lnTo>
                  <a:lnTo>
                    <a:pt x="0" y="92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3">
              <a:extLst>
                <a:ext uri="{FF2B5EF4-FFF2-40B4-BE49-F238E27FC236}">
                  <a16:creationId xmlns:a16="http://schemas.microsoft.com/office/drawing/2014/main" id="{86A30DDE-1A44-9247-2296-F3CD81D87C02}"/>
                </a:ext>
              </a:extLst>
            </p:cNvPr>
            <p:cNvSpPr/>
            <p:nvPr/>
          </p:nvSpPr>
          <p:spPr>
            <a:xfrm flipH="1">
              <a:off x="6825607" y="2852447"/>
              <a:ext cx="94981" cy="64194"/>
            </a:xfrm>
            <a:custGeom>
              <a:avLst/>
              <a:gdLst/>
              <a:ahLst/>
              <a:cxnLst/>
              <a:rect l="l" t="t" r="r" b="b"/>
              <a:pathLst>
                <a:path w="1373" h="928" extrusionOk="0">
                  <a:moveTo>
                    <a:pt x="0" y="1"/>
                  </a:moveTo>
                  <a:lnTo>
                    <a:pt x="1372" y="1"/>
                  </a:lnTo>
                  <a:lnTo>
                    <a:pt x="1372" y="927"/>
                  </a:lnTo>
                  <a:lnTo>
                    <a:pt x="0" y="92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3">
              <a:extLst>
                <a:ext uri="{FF2B5EF4-FFF2-40B4-BE49-F238E27FC236}">
                  <a16:creationId xmlns:a16="http://schemas.microsoft.com/office/drawing/2014/main" id="{221A9AFD-CF23-DE49-DEDF-911BE02B9208}"/>
                </a:ext>
              </a:extLst>
            </p:cNvPr>
            <p:cNvSpPr/>
            <p:nvPr/>
          </p:nvSpPr>
          <p:spPr>
            <a:xfrm flipH="1">
              <a:off x="6749999" y="2663528"/>
              <a:ext cx="31683" cy="94147"/>
            </a:xfrm>
            <a:custGeom>
              <a:avLst/>
              <a:gdLst/>
              <a:ahLst/>
              <a:cxnLst/>
              <a:rect l="l" t="t" r="r" b="b"/>
              <a:pathLst>
                <a:path w="458" h="1361" extrusionOk="0">
                  <a:moveTo>
                    <a:pt x="93" y="884"/>
                  </a:moveTo>
                  <a:lnTo>
                    <a:pt x="248" y="569"/>
                  </a:lnTo>
                  <a:lnTo>
                    <a:pt x="285" y="335"/>
                  </a:lnTo>
                  <a:lnTo>
                    <a:pt x="458" y="19"/>
                  </a:lnTo>
                  <a:cubicBezTo>
                    <a:pt x="451" y="19"/>
                    <a:pt x="451" y="7"/>
                    <a:pt x="439" y="7"/>
                  </a:cubicBezTo>
                  <a:cubicBezTo>
                    <a:pt x="420" y="7"/>
                    <a:pt x="390" y="1"/>
                    <a:pt x="353" y="1"/>
                  </a:cubicBezTo>
                  <a:lnTo>
                    <a:pt x="186" y="347"/>
                  </a:lnTo>
                  <a:cubicBezTo>
                    <a:pt x="186" y="347"/>
                    <a:pt x="229" y="606"/>
                    <a:pt x="118" y="674"/>
                  </a:cubicBezTo>
                  <a:lnTo>
                    <a:pt x="0" y="903"/>
                  </a:lnTo>
                  <a:lnTo>
                    <a:pt x="130" y="136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3">
              <a:extLst>
                <a:ext uri="{FF2B5EF4-FFF2-40B4-BE49-F238E27FC236}">
                  <a16:creationId xmlns:a16="http://schemas.microsoft.com/office/drawing/2014/main" id="{FFAF5394-64AD-D1CF-602F-FF7123B02EF5}"/>
                </a:ext>
              </a:extLst>
            </p:cNvPr>
            <p:cNvSpPr/>
            <p:nvPr/>
          </p:nvSpPr>
          <p:spPr>
            <a:xfrm flipH="1">
              <a:off x="6861083" y="3926469"/>
              <a:ext cx="557847" cy="351755"/>
            </a:xfrm>
            <a:custGeom>
              <a:avLst/>
              <a:gdLst/>
              <a:ahLst/>
              <a:cxnLst/>
              <a:rect l="l" t="t" r="r" b="b"/>
              <a:pathLst>
                <a:path w="8064" h="5085" extrusionOk="0">
                  <a:moveTo>
                    <a:pt x="1" y="4683"/>
                  </a:moveTo>
                  <a:cubicBezTo>
                    <a:pt x="26" y="4615"/>
                    <a:pt x="372" y="4078"/>
                    <a:pt x="372" y="4078"/>
                  </a:cubicBezTo>
                  <a:lnTo>
                    <a:pt x="792" y="3756"/>
                  </a:lnTo>
                  <a:lnTo>
                    <a:pt x="928" y="3132"/>
                  </a:lnTo>
                  <a:lnTo>
                    <a:pt x="1737" y="2366"/>
                  </a:lnTo>
                  <a:lnTo>
                    <a:pt x="2552" y="1786"/>
                  </a:lnTo>
                  <a:lnTo>
                    <a:pt x="3386" y="1736"/>
                  </a:lnTo>
                  <a:lnTo>
                    <a:pt x="3868" y="1576"/>
                  </a:lnTo>
                  <a:lnTo>
                    <a:pt x="4078" y="581"/>
                  </a:lnTo>
                  <a:lnTo>
                    <a:pt x="4912" y="118"/>
                  </a:lnTo>
                  <a:lnTo>
                    <a:pt x="6235" y="0"/>
                  </a:lnTo>
                  <a:lnTo>
                    <a:pt x="7044" y="717"/>
                  </a:lnTo>
                  <a:lnTo>
                    <a:pt x="7297" y="3441"/>
                  </a:lnTo>
                  <a:lnTo>
                    <a:pt x="7835" y="4504"/>
                  </a:lnTo>
                  <a:lnTo>
                    <a:pt x="8063" y="5085"/>
                  </a:lnTo>
                  <a:lnTo>
                    <a:pt x="3485" y="4831"/>
                  </a:lnTo>
                  <a:close/>
                </a:path>
              </a:pathLst>
            </a:custGeom>
            <a:solidFill>
              <a:srgbClr val="E459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3">
              <a:extLst>
                <a:ext uri="{FF2B5EF4-FFF2-40B4-BE49-F238E27FC236}">
                  <a16:creationId xmlns:a16="http://schemas.microsoft.com/office/drawing/2014/main" id="{208B062E-F41D-63B0-E020-8D68C014D245}"/>
                </a:ext>
              </a:extLst>
            </p:cNvPr>
            <p:cNvSpPr/>
            <p:nvPr/>
          </p:nvSpPr>
          <p:spPr>
            <a:xfrm flipH="1">
              <a:off x="6859423" y="4073468"/>
              <a:ext cx="558608" cy="204343"/>
            </a:xfrm>
            <a:custGeom>
              <a:avLst/>
              <a:gdLst/>
              <a:ahLst/>
              <a:cxnLst/>
              <a:rect l="l" t="t" r="r" b="b"/>
              <a:pathLst>
                <a:path w="8075" h="2954" extrusionOk="0">
                  <a:moveTo>
                    <a:pt x="3497" y="2694"/>
                  </a:moveTo>
                  <a:lnTo>
                    <a:pt x="8075" y="2954"/>
                  </a:lnTo>
                  <a:lnTo>
                    <a:pt x="7840" y="2373"/>
                  </a:lnTo>
                  <a:lnTo>
                    <a:pt x="7309" y="1304"/>
                  </a:lnTo>
                  <a:lnTo>
                    <a:pt x="7191" y="68"/>
                  </a:lnTo>
                  <a:lnTo>
                    <a:pt x="5851" y="50"/>
                  </a:lnTo>
                  <a:lnTo>
                    <a:pt x="5202" y="649"/>
                  </a:lnTo>
                  <a:lnTo>
                    <a:pt x="5128" y="143"/>
                  </a:lnTo>
                  <a:lnTo>
                    <a:pt x="4665" y="0"/>
                  </a:lnTo>
                  <a:lnTo>
                    <a:pt x="3719" y="396"/>
                  </a:lnTo>
                  <a:lnTo>
                    <a:pt x="2997" y="1088"/>
                  </a:lnTo>
                  <a:lnTo>
                    <a:pt x="2422" y="1483"/>
                  </a:lnTo>
                  <a:lnTo>
                    <a:pt x="2861" y="2249"/>
                  </a:lnTo>
                  <a:lnTo>
                    <a:pt x="2305" y="1576"/>
                  </a:lnTo>
                  <a:lnTo>
                    <a:pt x="1403" y="1323"/>
                  </a:lnTo>
                  <a:cubicBezTo>
                    <a:pt x="1403" y="1323"/>
                    <a:pt x="1094" y="1360"/>
                    <a:pt x="834" y="1428"/>
                  </a:cubicBezTo>
                  <a:lnTo>
                    <a:pt x="791" y="1631"/>
                  </a:lnTo>
                  <a:lnTo>
                    <a:pt x="371" y="1953"/>
                  </a:lnTo>
                  <a:cubicBezTo>
                    <a:pt x="371" y="1953"/>
                    <a:pt x="25" y="2490"/>
                    <a:pt x="0" y="2558"/>
                  </a:cubicBezTo>
                  <a:close/>
                </a:path>
              </a:pathLst>
            </a:custGeom>
            <a:solidFill>
              <a:srgbClr val="E459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3">
              <a:extLst>
                <a:ext uri="{FF2B5EF4-FFF2-40B4-BE49-F238E27FC236}">
                  <a16:creationId xmlns:a16="http://schemas.microsoft.com/office/drawing/2014/main" id="{F5184FB4-396A-CFAE-1180-3B3190A37858}"/>
                </a:ext>
              </a:extLst>
            </p:cNvPr>
            <p:cNvSpPr/>
            <p:nvPr/>
          </p:nvSpPr>
          <p:spPr>
            <a:xfrm flipH="1">
              <a:off x="6972681" y="3279815"/>
              <a:ext cx="163812" cy="632605"/>
            </a:xfrm>
            <a:custGeom>
              <a:avLst/>
              <a:gdLst/>
              <a:ahLst/>
              <a:cxnLst/>
              <a:rect l="l" t="t" r="r" b="b"/>
              <a:pathLst>
                <a:path w="2368" h="9145" extrusionOk="0">
                  <a:moveTo>
                    <a:pt x="2349" y="7730"/>
                  </a:moveTo>
                  <a:cubicBezTo>
                    <a:pt x="2244" y="7699"/>
                    <a:pt x="2132" y="7730"/>
                    <a:pt x="2021" y="7742"/>
                  </a:cubicBezTo>
                  <a:lnTo>
                    <a:pt x="1811" y="7767"/>
                  </a:lnTo>
                  <a:cubicBezTo>
                    <a:pt x="1749" y="6549"/>
                    <a:pt x="1688" y="5326"/>
                    <a:pt x="1651" y="4097"/>
                  </a:cubicBezTo>
                  <a:cubicBezTo>
                    <a:pt x="1681" y="4091"/>
                    <a:pt x="1718" y="4084"/>
                    <a:pt x="1749" y="4078"/>
                  </a:cubicBezTo>
                  <a:cubicBezTo>
                    <a:pt x="1793" y="4066"/>
                    <a:pt x="1780" y="4004"/>
                    <a:pt x="1743" y="4004"/>
                  </a:cubicBezTo>
                  <a:cubicBezTo>
                    <a:pt x="1712" y="4004"/>
                    <a:pt x="1681" y="4004"/>
                    <a:pt x="1651" y="4016"/>
                  </a:cubicBezTo>
                  <a:cubicBezTo>
                    <a:pt x="1638" y="3442"/>
                    <a:pt x="1620" y="2861"/>
                    <a:pt x="1613" y="2287"/>
                  </a:cubicBezTo>
                  <a:cubicBezTo>
                    <a:pt x="1607" y="1656"/>
                    <a:pt x="1626" y="1032"/>
                    <a:pt x="1595" y="408"/>
                  </a:cubicBezTo>
                  <a:cubicBezTo>
                    <a:pt x="1595" y="371"/>
                    <a:pt x="1545" y="371"/>
                    <a:pt x="1533" y="408"/>
                  </a:cubicBezTo>
                  <a:cubicBezTo>
                    <a:pt x="1502" y="965"/>
                    <a:pt x="1521" y="1521"/>
                    <a:pt x="1527" y="2077"/>
                  </a:cubicBezTo>
                  <a:cubicBezTo>
                    <a:pt x="1533" y="2626"/>
                    <a:pt x="1545" y="3164"/>
                    <a:pt x="1552" y="3714"/>
                  </a:cubicBezTo>
                  <a:cubicBezTo>
                    <a:pt x="1552" y="3813"/>
                    <a:pt x="1558" y="3911"/>
                    <a:pt x="1558" y="4023"/>
                  </a:cubicBezTo>
                  <a:cubicBezTo>
                    <a:pt x="1484" y="4029"/>
                    <a:pt x="1397" y="4035"/>
                    <a:pt x="1317" y="4047"/>
                  </a:cubicBezTo>
                  <a:cubicBezTo>
                    <a:pt x="1255" y="4054"/>
                    <a:pt x="1187" y="4054"/>
                    <a:pt x="1125" y="4054"/>
                  </a:cubicBezTo>
                  <a:cubicBezTo>
                    <a:pt x="1082" y="3380"/>
                    <a:pt x="1039" y="2701"/>
                    <a:pt x="989" y="2027"/>
                  </a:cubicBezTo>
                  <a:cubicBezTo>
                    <a:pt x="940" y="1366"/>
                    <a:pt x="884" y="693"/>
                    <a:pt x="835" y="32"/>
                  </a:cubicBezTo>
                  <a:cubicBezTo>
                    <a:pt x="835" y="1"/>
                    <a:pt x="779" y="1"/>
                    <a:pt x="779" y="32"/>
                  </a:cubicBezTo>
                  <a:cubicBezTo>
                    <a:pt x="847" y="1372"/>
                    <a:pt x="934" y="2719"/>
                    <a:pt x="1027" y="4060"/>
                  </a:cubicBezTo>
                  <a:lnTo>
                    <a:pt x="897" y="4060"/>
                  </a:lnTo>
                  <a:lnTo>
                    <a:pt x="841" y="4060"/>
                  </a:lnTo>
                  <a:cubicBezTo>
                    <a:pt x="773" y="3596"/>
                    <a:pt x="681" y="3139"/>
                    <a:pt x="569" y="2688"/>
                  </a:cubicBezTo>
                  <a:cubicBezTo>
                    <a:pt x="440" y="2120"/>
                    <a:pt x="291" y="1558"/>
                    <a:pt x="94" y="1020"/>
                  </a:cubicBezTo>
                  <a:cubicBezTo>
                    <a:pt x="75" y="971"/>
                    <a:pt x="1" y="989"/>
                    <a:pt x="13" y="1039"/>
                  </a:cubicBezTo>
                  <a:cubicBezTo>
                    <a:pt x="310" y="2015"/>
                    <a:pt x="563" y="2979"/>
                    <a:pt x="718" y="3986"/>
                  </a:cubicBezTo>
                  <a:cubicBezTo>
                    <a:pt x="724" y="4004"/>
                    <a:pt x="724" y="4035"/>
                    <a:pt x="724" y="4060"/>
                  </a:cubicBezTo>
                  <a:cubicBezTo>
                    <a:pt x="501" y="4054"/>
                    <a:pt x="279" y="4035"/>
                    <a:pt x="50" y="4004"/>
                  </a:cubicBezTo>
                  <a:cubicBezTo>
                    <a:pt x="19" y="4004"/>
                    <a:pt x="13" y="4054"/>
                    <a:pt x="44" y="4060"/>
                  </a:cubicBezTo>
                  <a:cubicBezTo>
                    <a:pt x="279" y="4109"/>
                    <a:pt x="501" y="4128"/>
                    <a:pt x="742" y="4146"/>
                  </a:cubicBezTo>
                  <a:cubicBezTo>
                    <a:pt x="823" y="4702"/>
                    <a:pt x="878" y="5271"/>
                    <a:pt x="909" y="5839"/>
                  </a:cubicBezTo>
                  <a:cubicBezTo>
                    <a:pt x="711" y="5839"/>
                    <a:pt x="501" y="5827"/>
                    <a:pt x="298" y="5808"/>
                  </a:cubicBezTo>
                  <a:cubicBezTo>
                    <a:pt x="267" y="5808"/>
                    <a:pt x="260" y="5851"/>
                    <a:pt x="291" y="5851"/>
                  </a:cubicBezTo>
                  <a:cubicBezTo>
                    <a:pt x="501" y="5882"/>
                    <a:pt x="711" y="5901"/>
                    <a:pt x="909" y="5907"/>
                  </a:cubicBezTo>
                  <a:cubicBezTo>
                    <a:pt x="928" y="6278"/>
                    <a:pt x="940" y="6642"/>
                    <a:pt x="934" y="7013"/>
                  </a:cubicBezTo>
                  <a:cubicBezTo>
                    <a:pt x="928" y="7581"/>
                    <a:pt x="897" y="8156"/>
                    <a:pt x="872" y="8718"/>
                  </a:cubicBezTo>
                  <a:cubicBezTo>
                    <a:pt x="872" y="8749"/>
                    <a:pt x="928" y="8755"/>
                    <a:pt x="928" y="8724"/>
                  </a:cubicBezTo>
                  <a:cubicBezTo>
                    <a:pt x="965" y="8465"/>
                    <a:pt x="996" y="8199"/>
                    <a:pt x="1008" y="7927"/>
                  </a:cubicBezTo>
                  <a:cubicBezTo>
                    <a:pt x="1094" y="7940"/>
                    <a:pt x="1187" y="7927"/>
                    <a:pt x="1280" y="7921"/>
                  </a:cubicBezTo>
                  <a:cubicBezTo>
                    <a:pt x="1286" y="8001"/>
                    <a:pt x="1286" y="8069"/>
                    <a:pt x="1298" y="8143"/>
                  </a:cubicBezTo>
                  <a:cubicBezTo>
                    <a:pt x="1317" y="8465"/>
                    <a:pt x="1317" y="8792"/>
                    <a:pt x="1373" y="9113"/>
                  </a:cubicBezTo>
                  <a:cubicBezTo>
                    <a:pt x="1379" y="9144"/>
                    <a:pt x="1428" y="9132"/>
                    <a:pt x="1428" y="9101"/>
                  </a:cubicBezTo>
                  <a:cubicBezTo>
                    <a:pt x="1434" y="8811"/>
                    <a:pt x="1397" y="8502"/>
                    <a:pt x="1379" y="8205"/>
                  </a:cubicBezTo>
                  <a:cubicBezTo>
                    <a:pt x="1373" y="8113"/>
                    <a:pt x="1366" y="8014"/>
                    <a:pt x="1366" y="7921"/>
                  </a:cubicBezTo>
                  <a:cubicBezTo>
                    <a:pt x="1465" y="7915"/>
                    <a:pt x="1576" y="7896"/>
                    <a:pt x="1675" y="7884"/>
                  </a:cubicBezTo>
                  <a:cubicBezTo>
                    <a:pt x="1688" y="7884"/>
                    <a:pt x="1712" y="7878"/>
                    <a:pt x="1731" y="7878"/>
                  </a:cubicBezTo>
                  <a:cubicBezTo>
                    <a:pt x="1749" y="8224"/>
                    <a:pt x="1780" y="8570"/>
                    <a:pt x="1824" y="8916"/>
                  </a:cubicBezTo>
                  <a:cubicBezTo>
                    <a:pt x="1824" y="8940"/>
                    <a:pt x="1861" y="8940"/>
                    <a:pt x="1854" y="8916"/>
                  </a:cubicBezTo>
                  <a:cubicBezTo>
                    <a:pt x="1836" y="8570"/>
                    <a:pt x="1811" y="8218"/>
                    <a:pt x="1799" y="7865"/>
                  </a:cubicBezTo>
                  <a:cubicBezTo>
                    <a:pt x="1867" y="7859"/>
                    <a:pt x="1935" y="7853"/>
                    <a:pt x="2015" y="7847"/>
                  </a:cubicBezTo>
                  <a:cubicBezTo>
                    <a:pt x="2114" y="7828"/>
                    <a:pt x="2237" y="7835"/>
                    <a:pt x="2330" y="7785"/>
                  </a:cubicBezTo>
                  <a:cubicBezTo>
                    <a:pt x="2367" y="7760"/>
                    <a:pt x="2361" y="7730"/>
                    <a:pt x="2349" y="7730"/>
                  </a:cubicBezTo>
                  <a:close/>
                  <a:moveTo>
                    <a:pt x="1576" y="4115"/>
                  </a:moveTo>
                  <a:cubicBezTo>
                    <a:pt x="1589" y="4671"/>
                    <a:pt x="1613" y="5234"/>
                    <a:pt x="1638" y="5790"/>
                  </a:cubicBezTo>
                  <a:cubicBezTo>
                    <a:pt x="1515" y="5808"/>
                    <a:pt x="1379" y="5814"/>
                    <a:pt x="1255" y="5820"/>
                  </a:cubicBezTo>
                  <a:cubicBezTo>
                    <a:pt x="1249" y="5734"/>
                    <a:pt x="1249" y="5660"/>
                    <a:pt x="1243" y="5573"/>
                  </a:cubicBezTo>
                  <a:cubicBezTo>
                    <a:pt x="1212" y="5091"/>
                    <a:pt x="1181" y="4622"/>
                    <a:pt x="1150" y="4146"/>
                  </a:cubicBezTo>
                  <a:cubicBezTo>
                    <a:pt x="1286" y="4146"/>
                    <a:pt x="1434" y="4140"/>
                    <a:pt x="1576" y="4115"/>
                  </a:cubicBezTo>
                  <a:close/>
                  <a:moveTo>
                    <a:pt x="909" y="4146"/>
                  </a:moveTo>
                  <a:lnTo>
                    <a:pt x="1051" y="4146"/>
                  </a:lnTo>
                  <a:cubicBezTo>
                    <a:pt x="1088" y="4702"/>
                    <a:pt x="1125" y="5264"/>
                    <a:pt x="1162" y="5820"/>
                  </a:cubicBezTo>
                  <a:cubicBezTo>
                    <a:pt x="1125" y="5820"/>
                    <a:pt x="1088" y="5820"/>
                    <a:pt x="1051" y="5827"/>
                  </a:cubicBezTo>
                  <a:cubicBezTo>
                    <a:pt x="1051" y="5783"/>
                    <a:pt x="1039" y="5734"/>
                    <a:pt x="1039" y="5691"/>
                  </a:cubicBezTo>
                  <a:cubicBezTo>
                    <a:pt x="1008" y="5172"/>
                    <a:pt x="946" y="4653"/>
                    <a:pt x="872" y="4146"/>
                  </a:cubicBezTo>
                  <a:close/>
                  <a:moveTo>
                    <a:pt x="1039" y="7884"/>
                  </a:moveTo>
                  <a:cubicBezTo>
                    <a:pt x="1088" y="7229"/>
                    <a:pt x="1082" y="6562"/>
                    <a:pt x="1051" y="5907"/>
                  </a:cubicBezTo>
                  <a:lnTo>
                    <a:pt x="1169" y="5907"/>
                  </a:lnTo>
                  <a:cubicBezTo>
                    <a:pt x="1206" y="6315"/>
                    <a:pt x="1224" y="6722"/>
                    <a:pt x="1255" y="7136"/>
                  </a:cubicBezTo>
                  <a:cubicBezTo>
                    <a:pt x="1274" y="7365"/>
                    <a:pt x="1286" y="7606"/>
                    <a:pt x="1305" y="7835"/>
                  </a:cubicBezTo>
                  <a:cubicBezTo>
                    <a:pt x="1212" y="7847"/>
                    <a:pt x="1125" y="7859"/>
                    <a:pt x="1039" y="7884"/>
                  </a:cubicBezTo>
                  <a:close/>
                  <a:moveTo>
                    <a:pt x="1669" y="7785"/>
                  </a:moveTo>
                  <a:cubicBezTo>
                    <a:pt x="1576" y="7797"/>
                    <a:pt x="1471" y="7804"/>
                    <a:pt x="1379" y="7822"/>
                  </a:cubicBezTo>
                  <a:cubicBezTo>
                    <a:pt x="1373" y="7655"/>
                    <a:pt x="1360" y="7495"/>
                    <a:pt x="1348" y="7334"/>
                  </a:cubicBezTo>
                  <a:lnTo>
                    <a:pt x="1255" y="5901"/>
                  </a:lnTo>
                  <a:cubicBezTo>
                    <a:pt x="1379" y="5888"/>
                    <a:pt x="1508" y="5882"/>
                    <a:pt x="1632" y="5876"/>
                  </a:cubicBezTo>
                  <a:cubicBezTo>
                    <a:pt x="1651" y="6259"/>
                    <a:pt x="1675" y="6655"/>
                    <a:pt x="1694" y="7044"/>
                  </a:cubicBezTo>
                  <a:cubicBezTo>
                    <a:pt x="1712" y="7291"/>
                    <a:pt x="1731" y="7526"/>
                    <a:pt x="1743" y="7773"/>
                  </a:cubicBezTo>
                  <a:cubicBezTo>
                    <a:pt x="1718" y="7773"/>
                    <a:pt x="1700" y="7785"/>
                    <a:pt x="1669" y="77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3">
              <a:extLst>
                <a:ext uri="{FF2B5EF4-FFF2-40B4-BE49-F238E27FC236}">
                  <a16:creationId xmlns:a16="http://schemas.microsoft.com/office/drawing/2014/main" id="{570CF00A-847F-5496-8B49-69A7D63D5825}"/>
                </a:ext>
              </a:extLst>
            </p:cNvPr>
            <p:cNvSpPr/>
            <p:nvPr/>
          </p:nvSpPr>
          <p:spPr>
            <a:xfrm flipH="1">
              <a:off x="7000891" y="3602935"/>
              <a:ext cx="752305" cy="632536"/>
            </a:xfrm>
            <a:custGeom>
              <a:avLst/>
              <a:gdLst/>
              <a:ahLst/>
              <a:cxnLst/>
              <a:rect l="l" t="t" r="r" b="b"/>
              <a:pathLst>
                <a:path w="10875" h="9144" extrusionOk="0">
                  <a:moveTo>
                    <a:pt x="149" y="0"/>
                  </a:moveTo>
                  <a:cubicBezTo>
                    <a:pt x="149" y="0"/>
                    <a:pt x="6142" y="44"/>
                    <a:pt x="6278" y="136"/>
                  </a:cubicBezTo>
                  <a:cubicBezTo>
                    <a:pt x="6420" y="229"/>
                    <a:pt x="6741" y="414"/>
                    <a:pt x="6741" y="414"/>
                  </a:cubicBezTo>
                  <a:lnTo>
                    <a:pt x="7112" y="93"/>
                  </a:lnTo>
                  <a:lnTo>
                    <a:pt x="9070" y="322"/>
                  </a:lnTo>
                  <a:cubicBezTo>
                    <a:pt x="9070" y="322"/>
                    <a:pt x="8885" y="1156"/>
                    <a:pt x="8928" y="1434"/>
                  </a:cubicBezTo>
                  <a:cubicBezTo>
                    <a:pt x="8978" y="1712"/>
                    <a:pt x="8978" y="1946"/>
                    <a:pt x="8792" y="2224"/>
                  </a:cubicBezTo>
                  <a:cubicBezTo>
                    <a:pt x="8607" y="2502"/>
                    <a:pt x="8885" y="2731"/>
                    <a:pt x="8885" y="2731"/>
                  </a:cubicBezTo>
                  <a:lnTo>
                    <a:pt x="9670" y="2916"/>
                  </a:lnTo>
                  <a:lnTo>
                    <a:pt x="9904" y="3565"/>
                  </a:lnTo>
                  <a:lnTo>
                    <a:pt x="10874" y="3936"/>
                  </a:lnTo>
                  <a:lnTo>
                    <a:pt x="10874" y="9144"/>
                  </a:lnTo>
                  <a:lnTo>
                    <a:pt x="1" y="914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3">
              <a:extLst>
                <a:ext uri="{FF2B5EF4-FFF2-40B4-BE49-F238E27FC236}">
                  <a16:creationId xmlns:a16="http://schemas.microsoft.com/office/drawing/2014/main" id="{7BD3D1F4-A4C8-4985-A5D3-386C2AAF7024}"/>
                </a:ext>
              </a:extLst>
            </p:cNvPr>
            <p:cNvSpPr/>
            <p:nvPr/>
          </p:nvSpPr>
          <p:spPr>
            <a:xfrm flipH="1">
              <a:off x="7127006" y="3604664"/>
              <a:ext cx="434711" cy="163322"/>
            </a:xfrm>
            <a:custGeom>
              <a:avLst/>
              <a:gdLst/>
              <a:ahLst/>
              <a:cxnLst/>
              <a:rect l="l" t="t" r="r" b="b"/>
              <a:pathLst>
                <a:path w="6284" h="2361" extrusionOk="0">
                  <a:moveTo>
                    <a:pt x="446" y="439"/>
                  </a:moveTo>
                  <a:lnTo>
                    <a:pt x="1440" y="649"/>
                  </a:lnTo>
                  <a:lnTo>
                    <a:pt x="1811" y="1063"/>
                  </a:lnTo>
                  <a:lnTo>
                    <a:pt x="2231" y="2360"/>
                  </a:lnTo>
                  <a:lnTo>
                    <a:pt x="2206" y="927"/>
                  </a:lnTo>
                  <a:lnTo>
                    <a:pt x="2738" y="809"/>
                  </a:lnTo>
                  <a:lnTo>
                    <a:pt x="3108" y="643"/>
                  </a:lnTo>
                  <a:lnTo>
                    <a:pt x="3664" y="785"/>
                  </a:lnTo>
                  <a:lnTo>
                    <a:pt x="4220" y="970"/>
                  </a:lnTo>
                  <a:lnTo>
                    <a:pt x="4128" y="2107"/>
                  </a:lnTo>
                  <a:lnTo>
                    <a:pt x="4758" y="785"/>
                  </a:lnTo>
                  <a:lnTo>
                    <a:pt x="4776" y="1273"/>
                  </a:lnTo>
                  <a:lnTo>
                    <a:pt x="5425" y="717"/>
                  </a:lnTo>
                  <a:lnTo>
                    <a:pt x="5753" y="877"/>
                  </a:lnTo>
                  <a:lnTo>
                    <a:pt x="5963" y="1316"/>
                  </a:lnTo>
                  <a:lnTo>
                    <a:pt x="6148" y="1168"/>
                  </a:lnTo>
                  <a:cubicBezTo>
                    <a:pt x="6166" y="816"/>
                    <a:pt x="6284" y="290"/>
                    <a:pt x="6284" y="290"/>
                  </a:cubicBezTo>
                  <a:lnTo>
                    <a:pt x="4332" y="56"/>
                  </a:lnTo>
                  <a:lnTo>
                    <a:pt x="3961" y="383"/>
                  </a:lnTo>
                  <a:cubicBezTo>
                    <a:pt x="3961" y="383"/>
                    <a:pt x="3633" y="198"/>
                    <a:pt x="3498" y="105"/>
                  </a:cubicBezTo>
                  <a:cubicBezTo>
                    <a:pt x="3417" y="49"/>
                    <a:pt x="1626" y="19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3">
              <a:extLst>
                <a:ext uri="{FF2B5EF4-FFF2-40B4-BE49-F238E27FC236}">
                  <a16:creationId xmlns:a16="http://schemas.microsoft.com/office/drawing/2014/main" id="{C8CAC918-8E33-0DE1-4B75-C7BC21FE097F}"/>
                </a:ext>
              </a:extLst>
            </p:cNvPr>
            <p:cNvSpPr/>
            <p:nvPr/>
          </p:nvSpPr>
          <p:spPr>
            <a:xfrm flipH="1">
              <a:off x="6545728" y="3422178"/>
              <a:ext cx="156964" cy="149210"/>
            </a:xfrm>
            <a:custGeom>
              <a:avLst/>
              <a:gdLst/>
              <a:ahLst/>
              <a:cxnLst/>
              <a:rect l="l" t="t" r="r" b="b"/>
              <a:pathLst>
                <a:path w="2269" h="2157" extrusionOk="0">
                  <a:moveTo>
                    <a:pt x="1039" y="976"/>
                  </a:moveTo>
                  <a:cubicBezTo>
                    <a:pt x="1224" y="803"/>
                    <a:pt x="1409" y="643"/>
                    <a:pt x="1613" y="494"/>
                  </a:cubicBezTo>
                  <a:cubicBezTo>
                    <a:pt x="1811" y="346"/>
                    <a:pt x="2027" y="222"/>
                    <a:pt x="2231" y="87"/>
                  </a:cubicBezTo>
                  <a:cubicBezTo>
                    <a:pt x="2268" y="56"/>
                    <a:pt x="2237" y="0"/>
                    <a:pt x="2194" y="25"/>
                  </a:cubicBezTo>
                  <a:cubicBezTo>
                    <a:pt x="1959" y="136"/>
                    <a:pt x="1743" y="290"/>
                    <a:pt x="1533" y="445"/>
                  </a:cubicBezTo>
                  <a:cubicBezTo>
                    <a:pt x="1335" y="587"/>
                    <a:pt x="1150" y="754"/>
                    <a:pt x="971" y="914"/>
                  </a:cubicBezTo>
                  <a:cubicBezTo>
                    <a:pt x="600" y="1260"/>
                    <a:pt x="285" y="1656"/>
                    <a:pt x="19" y="2088"/>
                  </a:cubicBezTo>
                  <a:cubicBezTo>
                    <a:pt x="1" y="2125"/>
                    <a:pt x="50" y="2156"/>
                    <a:pt x="75" y="2119"/>
                  </a:cubicBezTo>
                  <a:cubicBezTo>
                    <a:pt x="359" y="1699"/>
                    <a:pt x="680" y="1316"/>
                    <a:pt x="1039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3">
              <a:extLst>
                <a:ext uri="{FF2B5EF4-FFF2-40B4-BE49-F238E27FC236}">
                  <a16:creationId xmlns:a16="http://schemas.microsoft.com/office/drawing/2014/main" id="{EFC542CA-91C1-9D2D-6AFC-BD61DFD19463}"/>
                </a:ext>
              </a:extLst>
            </p:cNvPr>
            <p:cNvSpPr/>
            <p:nvPr/>
          </p:nvSpPr>
          <p:spPr>
            <a:xfrm flipH="1">
              <a:off x="6523937" y="3458011"/>
              <a:ext cx="149700" cy="164221"/>
            </a:xfrm>
            <a:custGeom>
              <a:avLst/>
              <a:gdLst/>
              <a:ahLst/>
              <a:cxnLst/>
              <a:rect l="l" t="t" r="r" b="b"/>
              <a:pathLst>
                <a:path w="2164" h="2374" extrusionOk="0">
                  <a:moveTo>
                    <a:pt x="2071" y="248"/>
                  </a:moveTo>
                  <a:cubicBezTo>
                    <a:pt x="1904" y="341"/>
                    <a:pt x="1749" y="471"/>
                    <a:pt x="1601" y="594"/>
                  </a:cubicBezTo>
                  <a:cubicBezTo>
                    <a:pt x="1601" y="588"/>
                    <a:pt x="1595" y="582"/>
                    <a:pt x="1595" y="582"/>
                  </a:cubicBezTo>
                  <a:cubicBezTo>
                    <a:pt x="1558" y="526"/>
                    <a:pt x="1502" y="483"/>
                    <a:pt x="1447" y="440"/>
                  </a:cubicBezTo>
                  <a:cubicBezTo>
                    <a:pt x="1508" y="390"/>
                    <a:pt x="1564" y="335"/>
                    <a:pt x="1626" y="279"/>
                  </a:cubicBezTo>
                  <a:cubicBezTo>
                    <a:pt x="1712" y="211"/>
                    <a:pt x="1811" y="143"/>
                    <a:pt x="1873" y="50"/>
                  </a:cubicBezTo>
                  <a:cubicBezTo>
                    <a:pt x="1885" y="32"/>
                    <a:pt x="1867" y="1"/>
                    <a:pt x="1842" y="7"/>
                  </a:cubicBezTo>
                  <a:cubicBezTo>
                    <a:pt x="1743" y="50"/>
                    <a:pt x="1669" y="125"/>
                    <a:pt x="1595" y="193"/>
                  </a:cubicBezTo>
                  <a:cubicBezTo>
                    <a:pt x="1527" y="254"/>
                    <a:pt x="1447" y="328"/>
                    <a:pt x="1379" y="396"/>
                  </a:cubicBezTo>
                  <a:lnTo>
                    <a:pt x="1379" y="396"/>
                  </a:lnTo>
                  <a:cubicBezTo>
                    <a:pt x="1280" y="328"/>
                    <a:pt x="1187" y="248"/>
                    <a:pt x="1082" y="180"/>
                  </a:cubicBezTo>
                  <a:cubicBezTo>
                    <a:pt x="1063" y="162"/>
                    <a:pt x="1033" y="205"/>
                    <a:pt x="1051" y="217"/>
                  </a:cubicBezTo>
                  <a:cubicBezTo>
                    <a:pt x="1144" y="285"/>
                    <a:pt x="1230" y="365"/>
                    <a:pt x="1323" y="433"/>
                  </a:cubicBezTo>
                  <a:lnTo>
                    <a:pt x="1329" y="440"/>
                  </a:lnTo>
                  <a:lnTo>
                    <a:pt x="1323" y="452"/>
                  </a:lnTo>
                  <a:cubicBezTo>
                    <a:pt x="1138" y="625"/>
                    <a:pt x="971" y="810"/>
                    <a:pt x="804" y="1008"/>
                  </a:cubicBezTo>
                  <a:cubicBezTo>
                    <a:pt x="730" y="1101"/>
                    <a:pt x="650" y="1193"/>
                    <a:pt x="582" y="1292"/>
                  </a:cubicBezTo>
                  <a:cubicBezTo>
                    <a:pt x="489" y="1181"/>
                    <a:pt x="384" y="1082"/>
                    <a:pt x="273" y="989"/>
                  </a:cubicBezTo>
                  <a:cubicBezTo>
                    <a:pt x="254" y="977"/>
                    <a:pt x="236" y="996"/>
                    <a:pt x="248" y="1014"/>
                  </a:cubicBezTo>
                  <a:cubicBezTo>
                    <a:pt x="347" y="1119"/>
                    <a:pt x="452" y="1237"/>
                    <a:pt x="545" y="1354"/>
                  </a:cubicBezTo>
                  <a:cubicBezTo>
                    <a:pt x="341" y="1632"/>
                    <a:pt x="161" y="1922"/>
                    <a:pt x="7" y="2231"/>
                  </a:cubicBezTo>
                  <a:cubicBezTo>
                    <a:pt x="1" y="2256"/>
                    <a:pt x="32" y="2275"/>
                    <a:pt x="38" y="2256"/>
                  </a:cubicBezTo>
                  <a:cubicBezTo>
                    <a:pt x="205" y="1972"/>
                    <a:pt x="390" y="1688"/>
                    <a:pt x="588" y="1416"/>
                  </a:cubicBezTo>
                  <a:cubicBezTo>
                    <a:pt x="619" y="1459"/>
                    <a:pt x="656" y="1508"/>
                    <a:pt x="687" y="1552"/>
                  </a:cubicBezTo>
                  <a:cubicBezTo>
                    <a:pt x="501" y="1793"/>
                    <a:pt x="334" y="2046"/>
                    <a:pt x="180" y="2312"/>
                  </a:cubicBezTo>
                  <a:cubicBezTo>
                    <a:pt x="161" y="2342"/>
                    <a:pt x="211" y="2373"/>
                    <a:pt x="236" y="2342"/>
                  </a:cubicBezTo>
                  <a:cubicBezTo>
                    <a:pt x="390" y="2095"/>
                    <a:pt x="557" y="1854"/>
                    <a:pt x="742" y="1626"/>
                  </a:cubicBezTo>
                  <a:cubicBezTo>
                    <a:pt x="792" y="1700"/>
                    <a:pt x="841" y="1780"/>
                    <a:pt x="884" y="1861"/>
                  </a:cubicBezTo>
                  <a:cubicBezTo>
                    <a:pt x="915" y="1916"/>
                    <a:pt x="996" y="1873"/>
                    <a:pt x="965" y="1817"/>
                  </a:cubicBezTo>
                  <a:cubicBezTo>
                    <a:pt x="915" y="1725"/>
                    <a:pt x="860" y="1638"/>
                    <a:pt x="798" y="1552"/>
                  </a:cubicBezTo>
                  <a:cubicBezTo>
                    <a:pt x="891" y="1447"/>
                    <a:pt x="983" y="1335"/>
                    <a:pt x="1082" y="1230"/>
                  </a:cubicBezTo>
                  <a:cubicBezTo>
                    <a:pt x="1236" y="1064"/>
                    <a:pt x="1397" y="909"/>
                    <a:pt x="1570" y="767"/>
                  </a:cubicBezTo>
                  <a:lnTo>
                    <a:pt x="1576" y="755"/>
                  </a:lnTo>
                  <a:cubicBezTo>
                    <a:pt x="1613" y="897"/>
                    <a:pt x="1607" y="1045"/>
                    <a:pt x="1694" y="1169"/>
                  </a:cubicBezTo>
                  <a:cubicBezTo>
                    <a:pt x="1718" y="1206"/>
                    <a:pt x="1786" y="1169"/>
                    <a:pt x="1755" y="1125"/>
                  </a:cubicBezTo>
                  <a:cubicBezTo>
                    <a:pt x="1669" y="1002"/>
                    <a:pt x="1675" y="841"/>
                    <a:pt x="1638" y="705"/>
                  </a:cubicBezTo>
                  <a:cubicBezTo>
                    <a:pt x="1799" y="569"/>
                    <a:pt x="1965" y="458"/>
                    <a:pt x="2126" y="322"/>
                  </a:cubicBezTo>
                  <a:cubicBezTo>
                    <a:pt x="2163" y="285"/>
                    <a:pt x="2120" y="223"/>
                    <a:pt x="2071" y="248"/>
                  </a:cubicBezTo>
                  <a:close/>
                  <a:moveTo>
                    <a:pt x="1527" y="668"/>
                  </a:moveTo>
                  <a:cubicBezTo>
                    <a:pt x="1342" y="823"/>
                    <a:pt x="1169" y="989"/>
                    <a:pt x="1002" y="1169"/>
                  </a:cubicBezTo>
                  <a:cubicBezTo>
                    <a:pt x="909" y="1267"/>
                    <a:pt x="823" y="1366"/>
                    <a:pt x="736" y="1478"/>
                  </a:cubicBezTo>
                  <a:cubicBezTo>
                    <a:pt x="705" y="1440"/>
                    <a:pt x="680" y="1397"/>
                    <a:pt x="650" y="1366"/>
                  </a:cubicBezTo>
                  <a:lnTo>
                    <a:pt x="631" y="1348"/>
                  </a:lnTo>
                  <a:cubicBezTo>
                    <a:pt x="705" y="1243"/>
                    <a:pt x="785" y="1144"/>
                    <a:pt x="866" y="1045"/>
                  </a:cubicBezTo>
                  <a:cubicBezTo>
                    <a:pt x="1020" y="866"/>
                    <a:pt x="1175" y="699"/>
                    <a:pt x="1348" y="526"/>
                  </a:cubicBezTo>
                  <a:cubicBezTo>
                    <a:pt x="1360" y="514"/>
                    <a:pt x="1379" y="501"/>
                    <a:pt x="1385" y="489"/>
                  </a:cubicBezTo>
                  <a:cubicBezTo>
                    <a:pt x="1440" y="532"/>
                    <a:pt x="1496" y="582"/>
                    <a:pt x="1533" y="644"/>
                  </a:cubicBezTo>
                  <a:cubicBezTo>
                    <a:pt x="1533" y="644"/>
                    <a:pt x="1533" y="650"/>
                    <a:pt x="1539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3">
              <a:extLst>
                <a:ext uri="{FF2B5EF4-FFF2-40B4-BE49-F238E27FC236}">
                  <a16:creationId xmlns:a16="http://schemas.microsoft.com/office/drawing/2014/main" id="{E7808687-38BA-372A-7156-CA7E0AAE1949}"/>
                </a:ext>
              </a:extLst>
            </p:cNvPr>
            <p:cNvSpPr/>
            <p:nvPr/>
          </p:nvSpPr>
          <p:spPr>
            <a:xfrm flipH="1">
              <a:off x="6608124" y="3370020"/>
              <a:ext cx="150945" cy="151770"/>
            </a:xfrm>
            <a:custGeom>
              <a:avLst/>
              <a:gdLst/>
              <a:ahLst/>
              <a:cxnLst/>
              <a:rect l="l" t="t" r="r" b="b"/>
              <a:pathLst>
                <a:path w="2182" h="2194" extrusionOk="0">
                  <a:moveTo>
                    <a:pt x="1322" y="1421"/>
                  </a:moveTo>
                  <a:lnTo>
                    <a:pt x="1508" y="1279"/>
                  </a:lnTo>
                  <a:lnTo>
                    <a:pt x="1514" y="1279"/>
                  </a:lnTo>
                  <a:cubicBezTo>
                    <a:pt x="1619" y="1304"/>
                    <a:pt x="1718" y="1335"/>
                    <a:pt x="1817" y="1335"/>
                  </a:cubicBezTo>
                  <a:cubicBezTo>
                    <a:pt x="1854" y="1335"/>
                    <a:pt x="1866" y="1279"/>
                    <a:pt x="1823" y="1267"/>
                  </a:cubicBezTo>
                  <a:cubicBezTo>
                    <a:pt x="1755" y="1236"/>
                    <a:pt x="1681" y="1217"/>
                    <a:pt x="1600" y="1205"/>
                  </a:cubicBezTo>
                  <a:cubicBezTo>
                    <a:pt x="1644" y="1168"/>
                    <a:pt x="1699" y="1137"/>
                    <a:pt x="1749" y="1106"/>
                  </a:cubicBezTo>
                  <a:cubicBezTo>
                    <a:pt x="1817" y="1057"/>
                    <a:pt x="1897" y="1014"/>
                    <a:pt x="1965" y="964"/>
                  </a:cubicBezTo>
                  <a:cubicBezTo>
                    <a:pt x="2033" y="927"/>
                    <a:pt x="2126" y="896"/>
                    <a:pt x="2175" y="828"/>
                  </a:cubicBezTo>
                  <a:cubicBezTo>
                    <a:pt x="2181" y="810"/>
                    <a:pt x="2181" y="779"/>
                    <a:pt x="2156" y="785"/>
                  </a:cubicBezTo>
                  <a:cubicBezTo>
                    <a:pt x="2082" y="797"/>
                    <a:pt x="2008" y="841"/>
                    <a:pt x="1946" y="878"/>
                  </a:cubicBezTo>
                  <a:cubicBezTo>
                    <a:pt x="1872" y="927"/>
                    <a:pt x="1792" y="970"/>
                    <a:pt x="1718" y="1026"/>
                  </a:cubicBezTo>
                  <a:cubicBezTo>
                    <a:pt x="1637" y="1075"/>
                    <a:pt x="1569" y="1125"/>
                    <a:pt x="1489" y="1180"/>
                  </a:cubicBezTo>
                  <a:cubicBezTo>
                    <a:pt x="1440" y="1168"/>
                    <a:pt x="1390" y="1149"/>
                    <a:pt x="1335" y="1137"/>
                  </a:cubicBezTo>
                  <a:lnTo>
                    <a:pt x="1637" y="902"/>
                  </a:lnTo>
                  <a:lnTo>
                    <a:pt x="1872" y="742"/>
                  </a:lnTo>
                  <a:cubicBezTo>
                    <a:pt x="1946" y="686"/>
                    <a:pt x="2045" y="643"/>
                    <a:pt x="2107" y="569"/>
                  </a:cubicBezTo>
                  <a:cubicBezTo>
                    <a:pt x="2132" y="550"/>
                    <a:pt x="2107" y="507"/>
                    <a:pt x="2076" y="519"/>
                  </a:cubicBezTo>
                  <a:cubicBezTo>
                    <a:pt x="1996" y="550"/>
                    <a:pt x="1915" y="612"/>
                    <a:pt x="1841" y="661"/>
                  </a:cubicBezTo>
                  <a:cubicBezTo>
                    <a:pt x="1755" y="717"/>
                    <a:pt x="1681" y="779"/>
                    <a:pt x="1594" y="841"/>
                  </a:cubicBezTo>
                  <a:cubicBezTo>
                    <a:pt x="1477" y="927"/>
                    <a:pt x="1359" y="1020"/>
                    <a:pt x="1242" y="1112"/>
                  </a:cubicBezTo>
                  <a:lnTo>
                    <a:pt x="1236" y="1112"/>
                  </a:lnTo>
                  <a:cubicBezTo>
                    <a:pt x="1112" y="1075"/>
                    <a:pt x="1001" y="1026"/>
                    <a:pt x="884" y="970"/>
                  </a:cubicBezTo>
                  <a:cubicBezTo>
                    <a:pt x="927" y="927"/>
                    <a:pt x="976" y="878"/>
                    <a:pt x="1032" y="841"/>
                  </a:cubicBezTo>
                  <a:cubicBezTo>
                    <a:pt x="1205" y="686"/>
                    <a:pt x="1403" y="538"/>
                    <a:pt x="1594" y="402"/>
                  </a:cubicBezTo>
                  <a:cubicBezTo>
                    <a:pt x="1687" y="340"/>
                    <a:pt x="1786" y="272"/>
                    <a:pt x="1885" y="217"/>
                  </a:cubicBezTo>
                  <a:cubicBezTo>
                    <a:pt x="1971" y="167"/>
                    <a:pt x="2095" y="124"/>
                    <a:pt x="2144" y="44"/>
                  </a:cubicBezTo>
                  <a:cubicBezTo>
                    <a:pt x="2156" y="25"/>
                    <a:pt x="2144" y="0"/>
                    <a:pt x="2119" y="0"/>
                  </a:cubicBezTo>
                  <a:cubicBezTo>
                    <a:pt x="2020" y="0"/>
                    <a:pt x="1909" y="93"/>
                    <a:pt x="1823" y="149"/>
                  </a:cubicBezTo>
                  <a:cubicBezTo>
                    <a:pt x="1724" y="204"/>
                    <a:pt x="1631" y="272"/>
                    <a:pt x="1539" y="340"/>
                  </a:cubicBezTo>
                  <a:cubicBezTo>
                    <a:pt x="1347" y="476"/>
                    <a:pt x="1156" y="624"/>
                    <a:pt x="976" y="785"/>
                  </a:cubicBezTo>
                  <a:cubicBezTo>
                    <a:pt x="921" y="841"/>
                    <a:pt x="865" y="896"/>
                    <a:pt x="803" y="939"/>
                  </a:cubicBezTo>
                  <a:cubicBezTo>
                    <a:pt x="766" y="927"/>
                    <a:pt x="729" y="908"/>
                    <a:pt x="692" y="884"/>
                  </a:cubicBezTo>
                  <a:cubicBezTo>
                    <a:pt x="655" y="871"/>
                    <a:pt x="637" y="915"/>
                    <a:pt x="667" y="933"/>
                  </a:cubicBezTo>
                  <a:cubicBezTo>
                    <a:pt x="698" y="946"/>
                    <a:pt x="735" y="970"/>
                    <a:pt x="766" y="989"/>
                  </a:cubicBezTo>
                  <a:cubicBezTo>
                    <a:pt x="494" y="1254"/>
                    <a:pt x="241" y="1551"/>
                    <a:pt x="25" y="1866"/>
                  </a:cubicBezTo>
                  <a:cubicBezTo>
                    <a:pt x="0" y="1897"/>
                    <a:pt x="56" y="1928"/>
                    <a:pt x="81" y="1897"/>
                  </a:cubicBezTo>
                  <a:cubicBezTo>
                    <a:pt x="309" y="1582"/>
                    <a:pt x="569" y="1298"/>
                    <a:pt x="853" y="1032"/>
                  </a:cubicBezTo>
                  <a:cubicBezTo>
                    <a:pt x="970" y="1088"/>
                    <a:pt x="1075" y="1143"/>
                    <a:pt x="1199" y="1186"/>
                  </a:cubicBezTo>
                  <a:cubicBezTo>
                    <a:pt x="1186" y="1205"/>
                    <a:pt x="1162" y="1217"/>
                    <a:pt x="1143" y="1236"/>
                  </a:cubicBezTo>
                  <a:cubicBezTo>
                    <a:pt x="834" y="1495"/>
                    <a:pt x="544" y="1780"/>
                    <a:pt x="266" y="2088"/>
                  </a:cubicBezTo>
                  <a:cubicBezTo>
                    <a:pt x="235" y="2119"/>
                    <a:pt x="278" y="2169"/>
                    <a:pt x="309" y="2138"/>
                  </a:cubicBezTo>
                  <a:cubicBezTo>
                    <a:pt x="581" y="1848"/>
                    <a:pt x="865" y="1563"/>
                    <a:pt x="1168" y="1304"/>
                  </a:cubicBezTo>
                  <a:cubicBezTo>
                    <a:pt x="1199" y="1273"/>
                    <a:pt x="1236" y="1248"/>
                    <a:pt x="1273" y="1217"/>
                  </a:cubicBezTo>
                  <a:cubicBezTo>
                    <a:pt x="1322" y="1236"/>
                    <a:pt x="1378" y="1248"/>
                    <a:pt x="1421" y="1267"/>
                  </a:cubicBezTo>
                  <a:lnTo>
                    <a:pt x="1310" y="1359"/>
                  </a:lnTo>
                  <a:cubicBezTo>
                    <a:pt x="1032" y="1582"/>
                    <a:pt x="772" y="1848"/>
                    <a:pt x="544" y="2126"/>
                  </a:cubicBezTo>
                  <a:cubicBezTo>
                    <a:pt x="519" y="2156"/>
                    <a:pt x="556" y="2194"/>
                    <a:pt x="581" y="2163"/>
                  </a:cubicBezTo>
                  <a:cubicBezTo>
                    <a:pt x="797" y="1885"/>
                    <a:pt x="1051" y="1644"/>
                    <a:pt x="1322" y="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3">
              <a:extLst>
                <a:ext uri="{FF2B5EF4-FFF2-40B4-BE49-F238E27FC236}">
                  <a16:creationId xmlns:a16="http://schemas.microsoft.com/office/drawing/2014/main" id="{8955A05B-04AD-1610-4277-CBD6D93BEAC3}"/>
                </a:ext>
              </a:extLst>
            </p:cNvPr>
            <p:cNvSpPr/>
            <p:nvPr/>
          </p:nvSpPr>
          <p:spPr>
            <a:xfrm flipH="1">
              <a:off x="6620578" y="3419550"/>
              <a:ext cx="51330" cy="28293"/>
            </a:xfrm>
            <a:custGeom>
              <a:avLst/>
              <a:gdLst/>
              <a:ahLst/>
              <a:cxnLst/>
              <a:rect l="l" t="t" r="r" b="b"/>
              <a:pathLst>
                <a:path w="742" h="409" extrusionOk="0">
                  <a:moveTo>
                    <a:pt x="730" y="359"/>
                  </a:moveTo>
                  <a:cubicBezTo>
                    <a:pt x="711" y="335"/>
                    <a:pt x="680" y="316"/>
                    <a:pt x="655" y="304"/>
                  </a:cubicBezTo>
                  <a:cubicBezTo>
                    <a:pt x="637" y="285"/>
                    <a:pt x="606" y="273"/>
                    <a:pt x="581" y="260"/>
                  </a:cubicBezTo>
                  <a:cubicBezTo>
                    <a:pt x="526" y="242"/>
                    <a:pt x="470" y="211"/>
                    <a:pt x="421" y="186"/>
                  </a:cubicBezTo>
                  <a:lnTo>
                    <a:pt x="93" y="26"/>
                  </a:lnTo>
                  <a:cubicBezTo>
                    <a:pt x="50" y="1"/>
                    <a:pt x="1" y="69"/>
                    <a:pt x="50" y="94"/>
                  </a:cubicBezTo>
                  <a:lnTo>
                    <a:pt x="371" y="254"/>
                  </a:lnTo>
                  <a:cubicBezTo>
                    <a:pt x="427" y="285"/>
                    <a:pt x="482" y="310"/>
                    <a:pt x="532" y="341"/>
                  </a:cubicBezTo>
                  <a:cubicBezTo>
                    <a:pt x="557" y="359"/>
                    <a:pt x="581" y="365"/>
                    <a:pt x="612" y="378"/>
                  </a:cubicBezTo>
                  <a:cubicBezTo>
                    <a:pt x="637" y="384"/>
                    <a:pt x="674" y="409"/>
                    <a:pt x="699" y="403"/>
                  </a:cubicBezTo>
                  <a:cubicBezTo>
                    <a:pt x="730" y="396"/>
                    <a:pt x="742" y="372"/>
                    <a:pt x="730" y="359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3">
              <a:extLst>
                <a:ext uri="{FF2B5EF4-FFF2-40B4-BE49-F238E27FC236}">
                  <a16:creationId xmlns:a16="http://schemas.microsoft.com/office/drawing/2014/main" id="{BB680E78-8CC6-9E55-8A81-8F5B93693BC4}"/>
                </a:ext>
              </a:extLst>
            </p:cNvPr>
            <p:cNvSpPr/>
            <p:nvPr/>
          </p:nvSpPr>
          <p:spPr>
            <a:xfrm flipH="1">
              <a:off x="7837646" y="3286248"/>
              <a:ext cx="232990" cy="488998"/>
            </a:xfrm>
            <a:custGeom>
              <a:avLst/>
              <a:gdLst/>
              <a:ahLst/>
              <a:cxnLst/>
              <a:rect l="l" t="t" r="r" b="b"/>
              <a:pathLst>
                <a:path w="3368" h="7069" extrusionOk="0">
                  <a:moveTo>
                    <a:pt x="3312" y="3923"/>
                  </a:moveTo>
                  <a:cubicBezTo>
                    <a:pt x="3163" y="3967"/>
                    <a:pt x="3027" y="4035"/>
                    <a:pt x="2873" y="4059"/>
                  </a:cubicBezTo>
                  <a:cubicBezTo>
                    <a:pt x="2817" y="4066"/>
                    <a:pt x="2762" y="4078"/>
                    <a:pt x="2712" y="4078"/>
                  </a:cubicBezTo>
                  <a:lnTo>
                    <a:pt x="2712" y="3417"/>
                  </a:lnTo>
                  <a:lnTo>
                    <a:pt x="2799" y="3417"/>
                  </a:lnTo>
                  <a:cubicBezTo>
                    <a:pt x="2966" y="3429"/>
                    <a:pt x="3145" y="3442"/>
                    <a:pt x="3312" y="3417"/>
                  </a:cubicBezTo>
                  <a:cubicBezTo>
                    <a:pt x="3343" y="3411"/>
                    <a:pt x="3343" y="3367"/>
                    <a:pt x="3312" y="3355"/>
                  </a:cubicBezTo>
                  <a:cubicBezTo>
                    <a:pt x="3145" y="3324"/>
                    <a:pt x="2966" y="3337"/>
                    <a:pt x="2799" y="3337"/>
                  </a:cubicBezTo>
                  <a:lnTo>
                    <a:pt x="2712" y="3337"/>
                  </a:lnTo>
                  <a:cubicBezTo>
                    <a:pt x="2712" y="2935"/>
                    <a:pt x="2694" y="2521"/>
                    <a:pt x="2681" y="2119"/>
                  </a:cubicBezTo>
                  <a:cubicBezTo>
                    <a:pt x="2681" y="2082"/>
                    <a:pt x="2620" y="2082"/>
                    <a:pt x="2620" y="2119"/>
                  </a:cubicBezTo>
                  <a:cubicBezTo>
                    <a:pt x="2632" y="2521"/>
                    <a:pt x="2644" y="2935"/>
                    <a:pt x="2651" y="3337"/>
                  </a:cubicBezTo>
                  <a:cubicBezTo>
                    <a:pt x="2521" y="3337"/>
                    <a:pt x="2379" y="3324"/>
                    <a:pt x="2249" y="3324"/>
                  </a:cubicBezTo>
                  <a:cubicBezTo>
                    <a:pt x="2187" y="3324"/>
                    <a:pt x="2125" y="3324"/>
                    <a:pt x="2064" y="3318"/>
                  </a:cubicBezTo>
                  <a:cubicBezTo>
                    <a:pt x="2027" y="2657"/>
                    <a:pt x="1977" y="1990"/>
                    <a:pt x="1922" y="1335"/>
                  </a:cubicBezTo>
                  <a:cubicBezTo>
                    <a:pt x="1922" y="1298"/>
                    <a:pt x="1860" y="1298"/>
                    <a:pt x="1860" y="1335"/>
                  </a:cubicBezTo>
                  <a:cubicBezTo>
                    <a:pt x="1909" y="1996"/>
                    <a:pt x="1940" y="2657"/>
                    <a:pt x="1971" y="3318"/>
                  </a:cubicBezTo>
                  <a:cubicBezTo>
                    <a:pt x="1909" y="3318"/>
                    <a:pt x="1847" y="3318"/>
                    <a:pt x="1786" y="3312"/>
                  </a:cubicBezTo>
                  <a:cubicBezTo>
                    <a:pt x="1749" y="3034"/>
                    <a:pt x="1693" y="2762"/>
                    <a:pt x="1594" y="2503"/>
                  </a:cubicBezTo>
                  <a:cubicBezTo>
                    <a:pt x="1440" y="2076"/>
                    <a:pt x="1162" y="1736"/>
                    <a:pt x="865" y="1403"/>
                  </a:cubicBezTo>
                  <a:cubicBezTo>
                    <a:pt x="494" y="989"/>
                    <a:pt x="155" y="569"/>
                    <a:pt x="25" y="13"/>
                  </a:cubicBezTo>
                  <a:cubicBezTo>
                    <a:pt x="25" y="0"/>
                    <a:pt x="0" y="7"/>
                    <a:pt x="0" y="13"/>
                  </a:cubicBezTo>
                  <a:cubicBezTo>
                    <a:pt x="87" y="933"/>
                    <a:pt x="1013" y="1471"/>
                    <a:pt x="1421" y="2237"/>
                  </a:cubicBezTo>
                  <a:cubicBezTo>
                    <a:pt x="1600" y="2570"/>
                    <a:pt x="1687" y="2941"/>
                    <a:pt x="1736" y="3312"/>
                  </a:cubicBezTo>
                  <a:cubicBezTo>
                    <a:pt x="1539" y="3299"/>
                    <a:pt x="1347" y="3299"/>
                    <a:pt x="1143" y="3293"/>
                  </a:cubicBezTo>
                  <a:cubicBezTo>
                    <a:pt x="1100" y="3293"/>
                    <a:pt x="1100" y="3361"/>
                    <a:pt x="1143" y="3361"/>
                  </a:cubicBezTo>
                  <a:cubicBezTo>
                    <a:pt x="1341" y="3374"/>
                    <a:pt x="1545" y="3374"/>
                    <a:pt x="1742" y="3380"/>
                  </a:cubicBezTo>
                  <a:cubicBezTo>
                    <a:pt x="1755" y="3466"/>
                    <a:pt x="1767" y="3559"/>
                    <a:pt x="1773" y="3639"/>
                  </a:cubicBezTo>
                  <a:lnTo>
                    <a:pt x="1798" y="3942"/>
                  </a:lnTo>
                  <a:cubicBezTo>
                    <a:pt x="1668" y="3905"/>
                    <a:pt x="1539" y="3868"/>
                    <a:pt x="1409" y="3818"/>
                  </a:cubicBezTo>
                  <a:cubicBezTo>
                    <a:pt x="1372" y="3812"/>
                    <a:pt x="1359" y="3856"/>
                    <a:pt x="1390" y="3868"/>
                  </a:cubicBezTo>
                  <a:cubicBezTo>
                    <a:pt x="1526" y="3911"/>
                    <a:pt x="1668" y="3967"/>
                    <a:pt x="1810" y="4004"/>
                  </a:cubicBezTo>
                  <a:cubicBezTo>
                    <a:pt x="1841" y="4381"/>
                    <a:pt x="1860" y="4764"/>
                    <a:pt x="1885" y="5141"/>
                  </a:cubicBezTo>
                  <a:cubicBezTo>
                    <a:pt x="1909" y="5456"/>
                    <a:pt x="1928" y="5783"/>
                    <a:pt x="1952" y="6098"/>
                  </a:cubicBezTo>
                  <a:lnTo>
                    <a:pt x="1446" y="6401"/>
                  </a:lnTo>
                  <a:cubicBezTo>
                    <a:pt x="1409" y="6419"/>
                    <a:pt x="1440" y="6475"/>
                    <a:pt x="1477" y="6463"/>
                  </a:cubicBezTo>
                  <a:cubicBezTo>
                    <a:pt x="1637" y="6376"/>
                    <a:pt x="1798" y="6290"/>
                    <a:pt x="1952" y="6203"/>
                  </a:cubicBezTo>
                  <a:cubicBezTo>
                    <a:pt x="1971" y="6444"/>
                    <a:pt x="1996" y="6691"/>
                    <a:pt x="2014" y="6932"/>
                  </a:cubicBezTo>
                  <a:cubicBezTo>
                    <a:pt x="2014" y="6945"/>
                    <a:pt x="2039" y="6945"/>
                    <a:pt x="2039" y="6932"/>
                  </a:cubicBezTo>
                  <a:cubicBezTo>
                    <a:pt x="2033" y="6685"/>
                    <a:pt x="2014" y="6432"/>
                    <a:pt x="2002" y="6185"/>
                  </a:cubicBezTo>
                  <a:lnTo>
                    <a:pt x="2008" y="6185"/>
                  </a:lnTo>
                  <a:cubicBezTo>
                    <a:pt x="2033" y="6166"/>
                    <a:pt x="2058" y="6160"/>
                    <a:pt x="2076" y="6141"/>
                  </a:cubicBezTo>
                  <a:lnTo>
                    <a:pt x="2076" y="6284"/>
                  </a:lnTo>
                  <a:cubicBezTo>
                    <a:pt x="2076" y="6401"/>
                    <a:pt x="2088" y="6524"/>
                    <a:pt x="2088" y="6636"/>
                  </a:cubicBezTo>
                  <a:cubicBezTo>
                    <a:pt x="2088" y="6747"/>
                    <a:pt x="2070" y="6870"/>
                    <a:pt x="2107" y="6969"/>
                  </a:cubicBezTo>
                  <a:cubicBezTo>
                    <a:pt x="2119" y="6988"/>
                    <a:pt x="2132" y="6988"/>
                    <a:pt x="2138" y="6969"/>
                  </a:cubicBezTo>
                  <a:cubicBezTo>
                    <a:pt x="2169" y="6870"/>
                    <a:pt x="2156" y="6772"/>
                    <a:pt x="2156" y="6667"/>
                  </a:cubicBezTo>
                  <a:cubicBezTo>
                    <a:pt x="2156" y="6555"/>
                    <a:pt x="2156" y="6432"/>
                    <a:pt x="2150" y="6314"/>
                  </a:cubicBezTo>
                  <a:lnTo>
                    <a:pt x="2150" y="6104"/>
                  </a:lnTo>
                  <a:cubicBezTo>
                    <a:pt x="2187" y="6080"/>
                    <a:pt x="2224" y="6067"/>
                    <a:pt x="2261" y="6043"/>
                  </a:cubicBezTo>
                  <a:cubicBezTo>
                    <a:pt x="2305" y="6018"/>
                    <a:pt x="2348" y="5999"/>
                    <a:pt x="2385" y="5975"/>
                  </a:cubicBezTo>
                  <a:cubicBezTo>
                    <a:pt x="2434" y="5950"/>
                    <a:pt x="2490" y="5925"/>
                    <a:pt x="2521" y="5888"/>
                  </a:cubicBezTo>
                  <a:cubicBezTo>
                    <a:pt x="2552" y="5851"/>
                    <a:pt x="2521" y="5795"/>
                    <a:pt x="2471" y="5802"/>
                  </a:cubicBezTo>
                  <a:cubicBezTo>
                    <a:pt x="2428" y="5814"/>
                    <a:pt x="2379" y="5851"/>
                    <a:pt x="2336" y="5876"/>
                  </a:cubicBezTo>
                  <a:cubicBezTo>
                    <a:pt x="2292" y="5894"/>
                    <a:pt x="2249" y="5919"/>
                    <a:pt x="2212" y="5944"/>
                  </a:cubicBezTo>
                  <a:cubicBezTo>
                    <a:pt x="2187" y="5956"/>
                    <a:pt x="2163" y="5968"/>
                    <a:pt x="2150" y="5981"/>
                  </a:cubicBezTo>
                  <a:cubicBezTo>
                    <a:pt x="2150" y="5851"/>
                    <a:pt x="2138" y="5727"/>
                    <a:pt x="2138" y="5598"/>
                  </a:cubicBezTo>
                  <a:cubicBezTo>
                    <a:pt x="2132" y="5116"/>
                    <a:pt x="2119" y="4646"/>
                    <a:pt x="2101" y="4164"/>
                  </a:cubicBezTo>
                  <a:lnTo>
                    <a:pt x="2101" y="4084"/>
                  </a:lnTo>
                  <a:cubicBezTo>
                    <a:pt x="2212" y="4103"/>
                    <a:pt x="2323" y="4127"/>
                    <a:pt x="2441" y="4134"/>
                  </a:cubicBezTo>
                  <a:cubicBezTo>
                    <a:pt x="2509" y="4146"/>
                    <a:pt x="2583" y="4146"/>
                    <a:pt x="2657" y="4146"/>
                  </a:cubicBezTo>
                  <a:cubicBezTo>
                    <a:pt x="2651" y="5116"/>
                    <a:pt x="2614" y="6092"/>
                    <a:pt x="2539" y="7056"/>
                  </a:cubicBezTo>
                  <a:cubicBezTo>
                    <a:pt x="2539" y="7068"/>
                    <a:pt x="2564" y="7068"/>
                    <a:pt x="2564" y="7056"/>
                  </a:cubicBezTo>
                  <a:cubicBezTo>
                    <a:pt x="2651" y="6080"/>
                    <a:pt x="2694" y="5116"/>
                    <a:pt x="2712" y="4146"/>
                  </a:cubicBezTo>
                  <a:lnTo>
                    <a:pt x="2922" y="4121"/>
                  </a:lnTo>
                  <a:cubicBezTo>
                    <a:pt x="3065" y="4090"/>
                    <a:pt x="3238" y="4053"/>
                    <a:pt x="3343" y="3948"/>
                  </a:cubicBezTo>
                  <a:cubicBezTo>
                    <a:pt x="3367" y="3954"/>
                    <a:pt x="3343" y="3911"/>
                    <a:pt x="3312" y="3923"/>
                  </a:cubicBezTo>
                  <a:close/>
                  <a:moveTo>
                    <a:pt x="1847" y="3818"/>
                  </a:moveTo>
                  <a:cubicBezTo>
                    <a:pt x="1841" y="3683"/>
                    <a:pt x="1823" y="3540"/>
                    <a:pt x="1810" y="3392"/>
                  </a:cubicBezTo>
                  <a:cubicBezTo>
                    <a:pt x="1872" y="3392"/>
                    <a:pt x="1922" y="3392"/>
                    <a:pt x="1983" y="3405"/>
                  </a:cubicBezTo>
                  <a:cubicBezTo>
                    <a:pt x="1990" y="3602"/>
                    <a:pt x="2002" y="3812"/>
                    <a:pt x="2014" y="4010"/>
                  </a:cubicBezTo>
                  <a:cubicBezTo>
                    <a:pt x="1965" y="3998"/>
                    <a:pt x="1915" y="3991"/>
                    <a:pt x="1860" y="3973"/>
                  </a:cubicBezTo>
                  <a:cubicBezTo>
                    <a:pt x="1854" y="3930"/>
                    <a:pt x="1854" y="3874"/>
                    <a:pt x="1847" y="3818"/>
                  </a:cubicBezTo>
                  <a:close/>
                  <a:moveTo>
                    <a:pt x="2002" y="6098"/>
                  </a:moveTo>
                  <a:cubicBezTo>
                    <a:pt x="1965" y="5412"/>
                    <a:pt x="1915" y="4733"/>
                    <a:pt x="1860" y="4041"/>
                  </a:cubicBezTo>
                  <a:cubicBezTo>
                    <a:pt x="1909" y="4059"/>
                    <a:pt x="1965" y="4072"/>
                    <a:pt x="2008" y="4084"/>
                  </a:cubicBezTo>
                  <a:cubicBezTo>
                    <a:pt x="2008" y="4121"/>
                    <a:pt x="2008" y="4152"/>
                    <a:pt x="2014" y="4189"/>
                  </a:cubicBezTo>
                  <a:cubicBezTo>
                    <a:pt x="2039" y="4671"/>
                    <a:pt x="2058" y="5141"/>
                    <a:pt x="2070" y="5616"/>
                  </a:cubicBezTo>
                  <a:cubicBezTo>
                    <a:pt x="2076" y="5765"/>
                    <a:pt x="2076" y="5907"/>
                    <a:pt x="2076" y="6049"/>
                  </a:cubicBezTo>
                  <a:cubicBezTo>
                    <a:pt x="2058" y="6067"/>
                    <a:pt x="2033" y="6086"/>
                    <a:pt x="2002" y="6098"/>
                  </a:cubicBezTo>
                  <a:close/>
                  <a:moveTo>
                    <a:pt x="2410" y="4084"/>
                  </a:moveTo>
                  <a:cubicBezTo>
                    <a:pt x="2311" y="4078"/>
                    <a:pt x="2200" y="4059"/>
                    <a:pt x="2101" y="4035"/>
                  </a:cubicBezTo>
                  <a:cubicBezTo>
                    <a:pt x="2095" y="3831"/>
                    <a:pt x="2088" y="3621"/>
                    <a:pt x="2070" y="3405"/>
                  </a:cubicBezTo>
                  <a:cubicBezTo>
                    <a:pt x="2132" y="3405"/>
                    <a:pt x="2187" y="3405"/>
                    <a:pt x="2249" y="3411"/>
                  </a:cubicBezTo>
                  <a:cubicBezTo>
                    <a:pt x="2379" y="3411"/>
                    <a:pt x="2521" y="3417"/>
                    <a:pt x="2651" y="3417"/>
                  </a:cubicBezTo>
                  <a:lnTo>
                    <a:pt x="2651" y="4084"/>
                  </a:lnTo>
                  <a:cubicBezTo>
                    <a:pt x="2570" y="4090"/>
                    <a:pt x="2496" y="4090"/>
                    <a:pt x="2410" y="4084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3">
              <a:extLst>
                <a:ext uri="{FF2B5EF4-FFF2-40B4-BE49-F238E27FC236}">
                  <a16:creationId xmlns:a16="http://schemas.microsoft.com/office/drawing/2014/main" id="{CF6F1A74-881E-1C07-BC6F-AD1329A013C1}"/>
                </a:ext>
              </a:extLst>
            </p:cNvPr>
            <p:cNvSpPr/>
            <p:nvPr/>
          </p:nvSpPr>
          <p:spPr>
            <a:xfrm flipH="1">
              <a:off x="5729012" y="3223437"/>
              <a:ext cx="1225825" cy="524831"/>
            </a:xfrm>
            <a:custGeom>
              <a:avLst/>
              <a:gdLst/>
              <a:ahLst/>
              <a:cxnLst/>
              <a:rect l="l" t="t" r="r" b="b"/>
              <a:pathLst>
                <a:path w="17720" h="7587" extrusionOk="0">
                  <a:moveTo>
                    <a:pt x="9330" y="0"/>
                  </a:moveTo>
                  <a:lnTo>
                    <a:pt x="5752" y="2187"/>
                  </a:lnTo>
                  <a:lnTo>
                    <a:pt x="5888" y="2373"/>
                  </a:lnTo>
                  <a:lnTo>
                    <a:pt x="6166" y="3021"/>
                  </a:lnTo>
                  <a:lnTo>
                    <a:pt x="6722" y="3621"/>
                  </a:lnTo>
                  <a:lnTo>
                    <a:pt x="6444" y="4319"/>
                  </a:lnTo>
                  <a:lnTo>
                    <a:pt x="6537" y="4875"/>
                  </a:lnTo>
                  <a:cubicBezTo>
                    <a:pt x="6537" y="4875"/>
                    <a:pt x="6309" y="5103"/>
                    <a:pt x="6074" y="5202"/>
                  </a:cubicBezTo>
                  <a:cubicBezTo>
                    <a:pt x="5845" y="5295"/>
                    <a:pt x="5845" y="5709"/>
                    <a:pt x="5845" y="5709"/>
                  </a:cubicBezTo>
                  <a:cubicBezTo>
                    <a:pt x="5845" y="5709"/>
                    <a:pt x="5240" y="5944"/>
                    <a:pt x="4918" y="5894"/>
                  </a:cubicBezTo>
                  <a:cubicBezTo>
                    <a:pt x="4591" y="5845"/>
                    <a:pt x="4591" y="5381"/>
                    <a:pt x="4591" y="5381"/>
                  </a:cubicBezTo>
                  <a:lnTo>
                    <a:pt x="4177" y="4640"/>
                  </a:lnTo>
                  <a:cubicBezTo>
                    <a:pt x="4177" y="4640"/>
                    <a:pt x="4035" y="4177"/>
                    <a:pt x="3572" y="4084"/>
                  </a:cubicBezTo>
                  <a:cubicBezTo>
                    <a:pt x="3108" y="3991"/>
                    <a:pt x="2972" y="3577"/>
                    <a:pt x="2972" y="3577"/>
                  </a:cubicBezTo>
                  <a:lnTo>
                    <a:pt x="1" y="5579"/>
                  </a:lnTo>
                  <a:lnTo>
                    <a:pt x="2107" y="5116"/>
                  </a:lnTo>
                  <a:lnTo>
                    <a:pt x="3034" y="4838"/>
                  </a:lnTo>
                  <a:lnTo>
                    <a:pt x="3374" y="5394"/>
                  </a:lnTo>
                  <a:lnTo>
                    <a:pt x="3837" y="5301"/>
                  </a:lnTo>
                  <a:lnTo>
                    <a:pt x="4053" y="6197"/>
                  </a:lnTo>
                  <a:lnTo>
                    <a:pt x="4332" y="7587"/>
                  </a:lnTo>
                  <a:lnTo>
                    <a:pt x="4486" y="5999"/>
                  </a:lnTo>
                  <a:lnTo>
                    <a:pt x="5474" y="6215"/>
                  </a:lnTo>
                  <a:lnTo>
                    <a:pt x="7180" y="6061"/>
                  </a:lnTo>
                  <a:lnTo>
                    <a:pt x="8168" y="5876"/>
                  </a:lnTo>
                  <a:lnTo>
                    <a:pt x="8662" y="3584"/>
                  </a:lnTo>
                  <a:lnTo>
                    <a:pt x="9651" y="2471"/>
                  </a:lnTo>
                  <a:lnTo>
                    <a:pt x="10423" y="3800"/>
                  </a:lnTo>
                  <a:lnTo>
                    <a:pt x="10337" y="667"/>
                  </a:lnTo>
                  <a:close/>
                  <a:moveTo>
                    <a:pt x="10639" y="878"/>
                  </a:moveTo>
                  <a:lnTo>
                    <a:pt x="10701" y="1928"/>
                  </a:lnTo>
                  <a:lnTo>
                    <a:pt x="10948" y="2947"/>
                  </a:lnTo>
                  <a:lnTo>
                    <a:pt x="11906" y="2947"/>
                  </a:lnTo>
                  <a:lnTo>
                    <a:pt x="12338" y="4337"/>
                  </a:lnTo>
                  <a:lnTo>
                    <a:pt x="12678" y="5388"/>
                  </a:lnTo>
                  <a:lnTo>
                    <a:pt x="12647" y="3491"/>
                  </a:lnTo>
                  <a:lnTo>
                    <a:pt x="13265" y="3954"/>
                  </a:lnTo>
                  <a:lnTo>
                    <a:pt x="13821" y="3954"/>
                  </a:lnTo>
                  <a:lnTo>
                    <a:pt x="14346" y="4448"/>
                  </a:lnTo>
                  <a:lnTo>
                    <a:pt x="14624" y="5591"/>
                  </a:lnTo>
                  <a:lnTo>
                    <a:pt x="17719" y="55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3">
              <a:extLst>
                <a:ext uri="{FF2B5EF4-FFF2-40B4-BE49-F238E27FC236}">
                  <a16:creationId xmlns:a16="http://schemas.microsoft.com/office/drawing/2014/main" id="{89DBDAA8-C9E9-C181-0513-9D0C297694CC}"/>
                </a:ext>
              </a:extLst>
            </p:cNvPr>
            <p:cNvSpPr/>
            <p:nvPr/>
          </p:nvSpPr>
          <p:spPr>
            <a:xfrm flipH="1">
              <a:off x="6425639" y="3618707"/>
              <a:ext cx="138978" cy="178333"/>
            </a:xfrm>
            <a:custGeom>
              <a:avLst/>
              <a:gdLst/>
              <a:ahLst/>
              <a:cxnLst/>
              <a:rect l="l" t="t" r="r" b="b"/>
              <a:pathLst>
                <a:path w="2009" h="2578" extrusionOk="0">
                  <a:moveTo>
                    <a:pt x="179" y="582"/>
                  </a:moveTo>
                  <a:lnTo>
                    <a:pt x="482" y="1020"/>
                  </a:lnTo>
                  <a:lnTo>
                    <a:pt x="482" y="1440"/>
                  </a:lnTo>
                  <a:lnTo>
                    <a:pt x="735" y="1854"/>
                  </a:lnTo>
                  <a:cubicBezTo>
                    <a:pt x="735" y="1854"/>
                    <a:pt x="1502" y="1947"/>
                    <a:pt x="1619" y="1996"/>
                  </a:cubicBezTo>
                  <a:cubicBezTo>
                    <a:pt x="1730" y="2040"/>
                    <a:pt x="2008" y="2577"/>
                    <a:pt x="1990" y="2503"/>
                  </a:cubicBezTo>
                  <a:cubicBezTo>
                    <a:pt x="1965" y="2435"/>
                    <a:pt x="1897" y="2040"/>
                    <a:pt x="1755" y="1929"/>
                  </a:cubicBezTo>
                  <a:cubicBezTo>
                    <a:pt x="1619" y="1811"/>
                    <a:pt x="1131" y="1830"/>
                    <a:pt x="946" y="1811"/>
                  </a:cubicBezTo>
                  <a:cubicBezTo>
                    <a:pt x="760" y="1786"/>
                    <a:pt x="803" y="1391"/>
                    <a:pt x="803" y="1391"/>
                  </a:cubicBezTo>
                  <a:lnTo>
                    <a:pt x="600" y="952"/>
                  </a:lnTo>
                  <a:lnTo>
                    <a:pt x="414" y="538"/>
                  </a:lnTo>
                  <a:lnTo>
                    <a:pt x="204" y="1"/>
                  </a:lnTo>
                  <a:cubicBezTo>
                    <a:pt x="204" y="1"/>
                    <a:pt x="118" y="32"/>
                    <a:pt x="0" y="75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3">
              <a:extLst>
                <a:ext uri="{FF2B5EF4-FFF2-40B4-BE49-F238E27FC236}">
                  <a16:creationId xmlns:a16="http://schemas.microsoft.com/office/drawing/2014/main" id="{8A0CE461-118F-11C7-ECA2-80E2B9B11620}"/>
                </a:ext>
              </a:extLst>
            </p:cNvPr>
            <p:cNvSpPr/>
            <p:nvPr/>
          </p:nvSpPr>
          <p:spPr>
            <a:xfrm flipH="1">
              <a:off x="5861923" y="3511069"/>
              <a:ext cx="232575" cy="167127"/>
            </a:xfrm>
            <a:custGeom>
              <a:avLst/>
              <a:gdLst/>
              <a:ahLst/>
              <a:cxnLst/>
              <a:rect l="l" t="t" r="r" b="b"/>
              <a:pathLst>
                <a:path w="3362" h="2416" extrusionOk="0">
                  <a:moveTo>
                    <a:pt x="2533" y="1236"/>
                  </a:moveTo>
                  <a:lnTo>
                    <a:pt x="2558" y="1372"/>
                  </a:lnTo>
                  <a:lnTo>
                    <a:pt x="2811" y="1699"/>
                  </a:lnTo>
                  <a:lnTo>
                    <a:pt x="2793" y="2416"/>
                  </a:lnTo>
                  <a:lnTo>
                    <a:pt x="2929" y="1699"/>
                  </a:lnTo>
                  <a:lnTo>
                    <a:pt x="2675" y="1094"/>
                  </a:lnTo>
                  <a:lnTo>
                    <a:pt x="2836" y="426"/>
                  </a:lnTo>
                  <a:lnTo>
                    <a:pt x="3361" y="136"/>
                  </a:lnTo>
                  <a:lnTo>
                    <a:pt x="3163" y="0"/>
                  </a:lnTo>
                  <a:cubicBezTo>
                    <a:pt x="2953" y="74"/>
                    <a:pt x="2743" y="192"/>
                    <a:pt x="2719" y="371"/>
                  </a:cubicBezTo>
                  <a:cubicBezTo>
                    <a:pt x="2675" y="692"/>
                    <a:pt x="2490" y="995"/>
                    <a:pt x="2490" y="995"/>
                  </a:cubicBezTo>
                  <a:lnTo>
                    <a:pt x="1749" y="1322"/>
                  </a:lnTo>
                  <a:lnTo>
                    <a:pt x="0" y="1878"/>
                  </a:lnTo>
                  <a:cubicBezTo>
                    <a:pt x="0" y="1878"/>
                    <a:pt x="1699" y="1483"/>
                    <a:pt x="1792" y="1433"/>
                  </a:cubicBezTo>
                  <a:cubicBezTo>
                    <a:pt x="1878" y="1396"/>
                    <a:pt x="2533" y="1236"/>
                    <a:pt x="2533" y="1236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3">
              <a:extLst>
                <a:ext uri="{FF2B5EF4-FFF2-40B4-BE49-F238E27FC236}">
                  <a16:creationId xmlns:a16="http://schemas.microsoft.com/office/drawing/2014/main" id="{E3B8D392-11BE-DF0B-9CBE-2D1759808862}"/>
                </a:ext>
              </a:extLst>
            </p:cNvPr>
            <p:cNvSpPr/>
            <p:nvPr/>
          </p:nvSpPr>
          <p:spPr>
            <a:xfrm flipH="1">
              <a:off x="6336326" y="3814889"/>
              <a:ext cx="421914" cy="89858"/>
            </a:xfrm>
            <a:custGeom>
              <a:avLst/>
              <a:gdLst/>
              <a:ahLst/>
              <a:cxnLst/>
              <a:rect l="l" t="t" r="r" b="b"/>
              <a:pathLst>
                <a:path w="6099" h="1299" extrusionOk="0">
                  <a:moveTo>
                    <a:pt x="1" y="1"/>
                  </a:moveTo>
                  <a:lnTo>
                    <a:pt x="6098" y="1"/>
                  </a:lnTo>
                  <a:lnTo>
                    <a:pt x="6098" y="1298"/>
                  </a:lnTo>
                  <a:lnTo>
                    <a:pt x="1" y="129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3">
              <a:extLst>
                <a:ext uri="{FF2B5EF4-FFF2-40B4-BE49-F238E27FC236}">
                  <a16:creationId xmlns:a16="http://schemas.microsoft.com/office/drawing/2014/main" id="{ACBDFD60-9FE8-1EED-1201-5C3E8D164ED4}"/>
                </a:ext>
              </a:extLst>
            </p:cNvPr>
            <p:cNvSpPr/>
            <p:nvPr/>
          </p:nvSpPr>
          <p:spPr>
            <a:xfrm flipH="1">
              <a:off x="6336329" y="3814889"/>
              <a:ext cx="278301" cy="89858"/>
            </a:xfrm>
            <a:custGeom>
              <a:avLst/>
              <a:gdLst/>
              <a:ahLst/>
              <a:cxnLst/>
              <a:rect l="l" t="t" r="r" b="b"/>
              <a:pathLst>
                <a:path w="4023" h="1299" extrusionOk="0">
                  <a:moveTo>
                    <a:pt x="1774" y="1039"/>
                  </a:moveTo>
                  <a:cubicBezTo>
                    <a:pt x="1712" y="1008"/>
                    <a:pt x="1372" y="1039"/>
                    <a:pt x="1372" y="1039"/>
                  </a:cubicBezTo>
                  <a:lnTo>
                    <a:pt x="1205" y="915"/>
                  </a:lnTo>
                  <a:lnTo>
                    <a:pt x="970" y="1051"/>
                  </a:lnTo>
                  <a:lnTo>
                    <a:pt x="569" y="1082"/>
                  </a:lnTo>
                  <a:lnTo>
                    <a:pt x="0" y="1236"/>
                  </a:lnTo>
                  <a:lnTo>
                    <a:pt x="68" y="1298"/>
                  </a:lnTo>
                  <a:lnTo>
                    <a:pt x="1990" y="1298"/>
                  </a:lnTo>
                  <a:lnTo>
                    <a:pt x="1984" y="1280"/>
                  </a:lnTo>
                  <a:cubicBezTo>
                    <a:pt x="1977" y="1286"/>
                    <a:pt x="1835" y="1069"/>
                    <a:pt x="1774" y="1039"/>
                  </a:cubicBezTo>
                  <a:close/>
                  <a:moveTo>
                    <a:pt x="3794" y="1"/>
                  </a:moveTo>
                  <a:lnTo>
                    <a:pt x="3720" y="248"/>
                  </a:lnTo>
                  <a:lnTo>
                    <a:pt x="3862" y="464"/>
                  </a:lnTo>
                  <a:lnTo>
                    <a:pt x="3646" y="310"/>
                  </a:lnTo>
                  <a:lnTo>
                    <a:pt x="3460" y="495"/>
                  </a:lnTo>
                  <a:lnTo>
                    <a:pt x="3398" y="940"/>
                  </a:lnTo>
                  <a:lnTo>
                    <a:pt x="3318" y="476"/>
                  </a:lnTo>
                  <a:lnTo>
                    <a:pt x="3596" y="217"/>
                  </a:lnTo>
                  <a:lnTo>
                    <a:pt x="3621" y="1"/>
                  </a:lnTo>
                  <a:lnTo>
                    <a:pt x="2966" y="1"/>
                  </a:lnTo>
                  <a:lnTo>
                    <a:pt x="2719" y="137"/>
                  </a:lnTo>
                  <a:lnTo>
                    <a:pt x="2719" y="754"/>
                  </a:lnTo>
                  <a:lnTo>
                    <a:pt x="2472" y="958"/>
                  </a:lnTo>
                  <a:lnTo>
                    <a:pt x="1947" y="1051"/>
                  </a:lnTo>
                  <a:lnTo>
                    <a:pt x="2027" y="1298"/>
                  </a:lnTo>
                  <a:lnTo>
                    <a:pt x="4022" y="1298"/>
                  </a:lnTo>
                  <a:lnTo>
                    <a:pt x="4022" y="1"/>
                  </a:lnTo>
                  <a:lnTo>
                    <a:pt x="3794" y="1"/>
                  </a:lnTo>
                  <a:close/>
                </a:path>
              </a:pathLst>
            </a:custGeom>
            <a:solidFill>
              <a:srgbClr val="FFA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3">
              <a:extLst>
                <a:ext uri="{FF2B5EF4-FFF2-40B4-BE49-F238E27FC236}">
                  <a16:creationId xmlns:a16="http://schemas.microsoft.com/office/drawing/2014/main" id="{F771213C-1B22-F9D2-1DF7-0C944C95AE98}"/>
                </a:ext>
              </a:extLst>
            </p:cNvPr>
            <p:cNvSpPr/>
            <p:nvPr/>
          </p:nvSpPr>
          <p:spPr>
            <a:xfrm flipH="1">
              <a:off x="5832864" y="3814889"/>
              <a:ext cx="422329" cy="89858"/>
            </a:xfrm>
            <a:custGeom>
              <a:avLst/>
              <a:gdLst/>
              <a:ahLst/>
              <a:cxnLst/>
              <a:rect l="l" t="t" r="r" b="b"/>
              <a:pathLst>
                <a:path w="6105" h="1299" extrusionOk="0">
                  <a:moveTo>
                    <a:pt x="0" y="1"/>
                  </a:moveTo>
                  <a:lnTo>
                    <a:pt x="6104" y="1"/>
                  </a:lnTo>
                  <a:lnTo>
                    <a:pt x="6104" y="1298"/>
                  </a:lnTo>
                  <a:lnTo>
                    <a:pt x="0" y="129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3">
              <a:extLst>
                <a:ext uri="{FF2B5EF4-FFF2-40B4-BE49-F238E27FC236}">
                  <a16:creationId xmlns:a16="http://schemas.microsoft.com/office/drawing/2014/main" id="{21FD1B76-B6DD-21F0-2E16-1FD994BF834F}"/>
                </a:ext>
              </a:extLst>
            </p:cNvPr>
            <p:cNvSpPr/>
            <p:nvPr/>
          </p:nvSpPr>
          <p:spPr>
            <a:xfrm flipH="1">
              <a:off x="6336326" y="3960642"/>
              <a:ext cx="421914" cy="89789"/>
            </a:xfrm>
            <a:custGeom>
              <a:avLst/>
              <a:gdLst/>
              <a:ahLst/>
              <a:cxnLst/>
              <a:rect l="l" t="t" r="r" b="b"/>
              <a:pathLst>
                <a:path w="6099" h="1298" extrusionOk="0">
                  <a:moveTo>
                    <a:pt x="1" y="0"/>
                  </a:moveTo>
                  <a:lnTo>
                    <a:pt x="6098" y="0"/>
                  </a:lnTo>
                  <a:lnTo>
                    <a:pt x="6098" y="1298"/>
                  </a:lnTo>
                  <a:lnTo>
                    <a:pt x="1" y="129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3">
              <a:extLst>
                <a:ext uri="{FF2B5EF4-FFF2-40B4-BE49-F238E27FC236}">
                  <a16:creationId xmlns:a16="http://schemas.microsoft.com/office/drawing/2014/main" id="{DF7DFB0A-D816-8507-7656-1D0E47B2D83B}"/>
                </a:ext>
              </a:extLst>
            </p:cNvPr>
            <p:cNvSpPr/>
            <p:nvPr/>
          </p:nvSpPr>
          <p:spPr>
            <a:xfrm flipH="1">
              <a:off x="5832864" y="3960642"/>
              <a:ext cx="422329" cy="89789"/>
            </a:xfrm>
            <a:custGeom>
              <a:avLst/>
              <a:gdLst/>
              <a:ahLst/>
              <a:cxnLst/>
              <a:rect l="l" t="t" r="r" b="b"/>
              <a:pathLst>
                <a:path w="6105" h="1298" extrusionOk="0">
                  <a:moveTo>
                    <a:pt x="0" y="0"/>
                  </a:moveTo>
                  <a:lnTo>
                    <a:pt x="6104" y="0"/>
                  </a:lnTo>
                  <a:lnTo>
                    <a:pt x="6104" y="1298"/>
                  </a:lnTo>
                  <a:lnTo>
                    <a:pt x="0" y="129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3">
              <a:extLst>
                <a:ext uri="{FF2B5EF4-FFF2-40B4-BE49-F238E27FC236}">
                  <a16:creationId xmlns:a16="http://schemas.microsoft.com/office/drawing/2014/main" id="{D67942F8-34FC-9E0F-4FEE-5DB75A396978}"/>
                </a:ext>
              </a:extLst>
            </p:cNvPr>
            <p:cNvSpPr/>
            <p:nvPr/>
          </p:nvSpPr>
          <p:spPr>
            <a:xfrm flipH="1">
              <a:off x="6578656" y="3960642"/>
              <a:ext cx="127840" cy="39776"/>
            </a:xfrm>
            <a:custGeom>
              <a:avLst/>
              <a:gdLst/>
              <a:ahLst/>
              <a:cxnLst/>
              <a:rect l="l" t="t" r="r" b="b"/>
              <a:pathLst>
                <a:path w="1848" h="575" extrusionOk="0">
                  <a:moveTo>
                    <a:pt x="1804" y="0"/>
                  </a:moveTo>
                  <a:lnTo>
                    <a:pt x="1075" y="0"/>
                  </a:lnTo>
                  <a:lnTo>
                    <a:pt x="952" y="143"/>
                  </a:lnTo>
                  <a:lnTo>
                    <a:pt x="1322" y="204"/>
                  </a:lnTo>
                  <a:lnTo>
                    <a:pt x="1631" y="402"/>
                  </a:lnTo>
                  <a:lnTo>
                    <a:pt x="1847" y="31"/>
                  </a:lnTo>
                  <a:close/>
                  <a:moveTo>
                    <a:pt x="179" y="340"/>
                  </a:moveTo>
                  <a:lnTo>
                    <a:pt x="396" y="575"/>
                  </a:lnTo>
                  <a:lnTo>
                    <a:pt x="501" y="204"/>
                  </a:lnTo>
                  <a:lnTo>
                    <a:pt x="704" y="248"/>
                  </a:lnTo>
                  <a:cubicBezTo>
                    <a:pt x="797" y="143"/>
                    <a:pt x="859" y="62"/>
                    <a:pt x="908" y="0"/>
                  </a:cubicBezTo>
                  <a:lnTo>
                    <a:pt x="0" y="0"/>
                  </a:lnTo>
                  <a:cubicBezTo>
                    <a:pt x="74" y="143"/>
                    <a:pt x="179" y="340"/>
                    <a:pt x="179" y="340"/>
                  </a:cubicBezTo>
                  <a:close/>
                </a:path>
              </a:pathLst>
            </a:custGeom>
            <a:solidFill>
              <a:srgbClr val="FFA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3">
              <a:extLst>
                <a:ext uri="{FF2B5EF4-FFF2-40B4-BE49-F238E27FC236}">
                  <a16:creationId xmlns:a16="http://schemas.microsoft.com/office/drawing/2014/main" id="{14180BC7-ED1A-0050-BE40-9B9304F52234}"/>
                </a:ext>
              </a:extLst>
            </p:cNvPr>
            <p:cNvSpPr/>
            <p:nvPr/>
          </p:nvSpPr>
          <p:spPr>
            <a:xfrm flipH="1">
              <a:off x="5941476" y="3855495"/>
              <a:ext cx="178685" cy="49253"/>
            </a:xfrm>
            <a:custGeom>
              <a:avLst/>
              <a:gdLst/>
              <a:ahLst/>
              <a:cxnLst/>
              <a:rect l="l" t="t" r="r" b="b"/>
              <a:pathLst>
                <a:path w="2583" h="712" extrusionOk="0">
                  <a:moveTo>
                    <a:pt x="2330" y="359"/>
                  </a:moveTo>
                  <a:lnTo>
                    <a:pt x="2113" y="143"/>
                  </a:lnTo>
                  <a:lnTo>
                    <a:pt x="1632" y="143"/>
                  </a:lnTo>
                  <a:lnTo>
                    <a:pt x="1774" y="310"/>
                  </a:lnTo>
                  <a:lnTo>
                    <a:pt x="1848" y="711"/>
                  </a:lnTo>
                  <a:lnTo>
                    <a:pt x="2583" y="711"/>
                  </a:lnTo>
                  <a:close/>
                  <a:moveTo>
                    <a:pt x="1502" y="143"/>
                  </a:moveTo>
                  <a:lnTo>
                    <a:pt x="1421" y="50"/>
                  </a:lnTo>
                  <a:lnTo>
                    <a:pt x="1051" y="106"/>
                  </a:lnTo>
                  <a:lnTo>
                    <a:pt x="668" y="1"/>
                  </a:lnTo>
                  <a:lnTo>
                    <a:pt x="402" y="260"/>
                  </a:lnTo>
                  <a:cubicBezTo>
                    <a:pt x="402" y="260"/>
                    <a:pt x="124" y="569"/>
                    <a:pt x="1" y="711"/>
                  </a:cubicBezTo>
                  <a:lnTo>
                    <a:pt x="1811" y="711"/>
                  </a:lnTo>
                  <a:lnTo>
                    <a:pt x="1669" y="353"/>
                  </a:lnTo>
                  <a:close/>
                </a:path>
              </a:pathLst>
            </a:custGeom>
            <a:solidFill>
              <a:srgbClr val="FFA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3">
              <a:extLst>
                <a:ext uri="{FF2B5EF4-FFF2-40B4-BE49-F238E27FC236}">
                  <a16:creationId xmlns:a16="http://schemas.microsoft.com/office/drawing/2014/main" id="{FB0A9650-4A5E-02F3-5129-9914A234790A}"/>
                </a:ext>
              </a:extLst>
            </p:cNvPr>
            <p:cNvSpPr/>
            <p:nvPr/>
          </p:nvSpPr>
          <p:spPr>
            <a:xfrm flipH="1">
              <a:off x="5319956" y="3020406"/>
              <a:ext cx="1725425" cy="1255250"/>
            </a:xfrm>
            <a:custGeom>
              <a:avLst/>
              <a:gdLst/>
              <a:ahLst/>
              <a:cxnLst/>
              <a:rect l="l" t="t" r="r" b="b"/>
              <a:pathLst>
                <a:path w="24942" h="18146" extrusionOk="0">
                  <a:moveTo>
                    <a:pt x="0" y="18146"/>
                  </a:moveTo>
                  <a:lnTo>
                    <a:pt x="0" y="3831"/>
                  </a:lnTo>
                  <a:cubicBezTo>
                    <a:pt x="0" y="3831"/>
                    <a:pt x="1236" y="3337"/>
                    <a:pt x="1551" y="3337"/>
                  </a:cubicBezTo>
                  <a:cubicBezTo>
                    <a:pt x="1860" y="3337"/>
                    <a:pt x="1984" y="4078"/>
                    <a:pt x="1984" y="4078"/>
                  </a:cubicBezTo>
                  <a:lnTo>
                    <a:pt x="2045" y="5820"/>
                  </a:lnTo>
                  <a:lnTo>
                    <a:pt x="2478" y="6617"/>
                  </a:lnTo>
                  <a:lnTo>
                    <a:pt x="3466" y="6308"/>
                  </a:lnTo>
                  <a:lnTo>
                    <a:pt x="4331" y="6988"/>
                  </a:lnTo>
                  <a:cubicBezTo>
                    <a:pt x="4331" y="6988"/>
                    <a:pt x="4208" y="7791"/>
                    <a:pt x="4826" y="7668"/>
                  </a:cubicBezTo>
                  <a:cubicBezTo>
                    <a:pt x="5443" y="7544"/>
                    <a:pt x="6623" y="7606"/>
                    <a:pt x="6871" y="7482"/>
                  </a:cubicBezTo>
                  <a:cubicBezTo>
                    <a:pt x="7118" y="7359"/>
                    <a:pt x="7303" y="6061"/>
                    <a:pt x="7303" y="6061"/>
                  </a:cubicBezTo>
                  <a:lnTo>
                    <a:pt x="8044" y="5135"/>
                  </a:lnTo>
                  <a:lnTo>
                    <a:pt x="8786" y="4270"/>
                  </a:lnTo>
                  <a:lnTo>
                    <a:pt x="8848" y="680"/>
                  </a:lnTo>
                  <a:lnTo>
                    <a:pt x="10269" y="1"/>
                  </a:lnTo>
                  <a:lnTo>
                    <a:pt x="10886" y="618"/>
                  </a:lnTo>
                  <a:lnTo>
                    <a:pt x="11937" y="2354"/>
                  </a:lnTo>
                  <a:lnTo>
                    <a:pt x="12554" y="3911"/>
                  </a:lnTo>
                  <a:lnTo>
                    <a:pt x="14846" y="4529"/>
                  </a:lnTo>
                  <a:lnTo>
                    <a:pt x="16403" y="4158"/>
                  </a:lnTo>
                  <a:lnTo>
                    <a:pt x="17577" y="3788"/>
                  </a:lnTo>
                  <a:lnTo>
                    <a:pt x="18380" y="4529"/>
                  </a:lnTo>
                  <a:cubicBezTo>
                    <a:pt x="18380" y="4529"/>
                    <a:pt x="18875" y="4900"/>
                    <a:pt x="19184" y="4962"/>
                  </a:cubicBezTo>
                  <a:cubicBezTo>
                    <a:pt x="19492" y="5023"/>
                    <a:pt x="21599" y="5456"/>
                    <a:pt x="22093" y="5394"/>
                  </a:cubicBezTo>
                  <a:cubicBezTo>
                    <a:pt x="22588" y="5332"/>
                    <a:pt x="22958" y="4776"/>
                    <a:pt x="23391" y="4715"/>
                  </a:cubicBezTo>
                  <a:cubicBezTo>
                    <a:pt x="23823" y="4653"/>
                    <a:pt x="24942" y="4406"/>
                    <a:pt x="24942" y="4406"/>
                  </a:cubicBezTo>
                  <a:lnTo>
                    <a:pt x="24942" y="180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3">
              <a:extLst>
                <a:ext uri="{FF2B5EF4-FFF2-40B4-BE49-F238E27FC236}">
                  <a16:creationId xmlns:a16="http://schemas.microsoft.com/office/drawing/2014/main" id="{A6F93957-D501-F7F1-2081-068F1D5FFFE4}"/>
                </a:ext>
              </a:extLst>
            </p:cNvPr>
            <p:cNvSpPr/>
            <p:nvPr/>
          </p:nvSpPr>
          <p:spPr>
            <a:xfrm flipH="1">
              <a:off x="6833768" y="3889668"/>
              <a:ext cx="143267" cy="265079"/>
            </a:xfrm>
            <a:custGeom>
              <a:avLst/>
              <a:gdLst/>
              <a:ahLst/>
              <a:cxnLst/>
              <a:rect l="l" t="t" r="r" b="b"/>
              <a:pathLst>
                <a:path w="2071" h="3832" extrusionOk="0">
                  <a:moveTo>
                    <a:pt x="186" y="2973"/>
                  </a:moveTo>
                  <a:cubicBezTo>
                    <a:pt x="155" y="2849"/>
                    <a:pt x="1" y="2077"/>
                    <a:pt x="1" y="2077"/>
                  </a:cubicBezTo>
                  <a:lnTo>
                    <a:pt x="650" y="588"/>
                  </a:lnTo>
                  <a:lnTo>
                    <a:pt x="1360" y="1"/>
                  </a:lnTo>
                  <a:lnTo>
                    <a:pt x="2071" y="1051"/>
                  </a:lnTo>
                  <a:lnTo>
                    <a:pt x="1453" y="2472"/>
                  </a:lnTo>
                  <a:lnTo>
                    <a:pt x="1113" y="38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3">
              <a:extLst>
                <a:ext uri="{FF2B5EF4-FFF2-40B4-BE49-F238E27FC236}">
                  <a16:creationId xmlns:a16="http://schemas.microsoft.com/office/drawing/2014/main" id="{B23C655B-9CD5-ABE6-94C2-C71389E107AB}"/>
                </a:ext>
              </a:extLst>
            </p:cNvPr>
            <p:cNvSpPr/>
            <p:nvPr/>
          </p:nvSpPr>
          <p:spPr>
            <a:xfrm flipH="1">
              <a:off x="6666639" y="3990111"/>
              <a:ext cx="145411" cy="122301"/>
            </a:xfrm>
            <a:custGeom>
              <a:avLst/>
              <a:gdLst/>
              <a:ahLst/>
              <a:cxnLst/>
              <a:rect l="l" t="t" r="r" b="b"/>
              <a:pathLst>
                <a:path w="2102" h="1768" extrusionOk="0">
                  <a:moveTo>
                    <a:pt x="1" y="1768"/>
                  </a:moveTo>
                  <a:cubicBezTo>
                    <a:pt x="1" y="1521"/>
                    <a:pt x="63" y="316"/>
                    <a:pt x="310" y="155"/>
                  </a:cubicBezTo>
                  <a:cubicBezTo>
                    <a:pt x="557" y="1"/>
                    <a:pt x="1422" y="495"/>
                    <a:pt x="1422" y="495"/>
                  </a:cubicBezTo>
                  <a:lnTo>
                    <a:pt x="2101" y="105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3">
              <a:extLst>
                <a:ext uri="{FF2B5EF4-FFF2-40B4-BE49-F238E27FC236}">
                  <a16:creationId xmlns:a16="http://schemas.microsoft.com/office/drawing/2014/main" id="{033CE9CE-EDAC-2713-8637-7C11A2535AEB}"/>
                </a:ext>
              </a:extLst>
            </p:cNvPr>
            <p:cNvSpPr/>
            <p:nvPr/>
          </p:nvSpPr>
          <p:spPr>
            <a:xfrm flipH="1">
              <a:off x="6409778" y="3055893"/>
              <a:ext cx="636018" cy="699221"/>
            </a:xfrm>
            <a:custGeom>
              <a:avLst/>
              <a:gdLst/>
              <a:ahLst/>
              <a:cxnLst/>
              <a:rect l="l" t="t" r="r" b="b"/>
              <a:pathLst>
                <a:path w="9194" h="10108" extrusionOk="0">
                  <a:moveTo>
                    <a:pt x="6" y="10108"/>
                  </a:moveTo>
                  <a:lnTo>
                    <a:pt x="655" y="7569"/>
                  </a:lnTo>
                  <a:lnTo>
                    <a:pt x="995" y="5060"/>
                  </a:lnTo>
                  <a:lnTo>
                    <a:pt x="1211" y="3948"/>
                  </a:lnTo>
                  <a:lnTo>
                    <a:pt x="1582" y="6148"/>
                  </a:lnTo>
                  <a:lnTo>
                    <a:pt x="2076" y="8007"/>
                  </a:lnTo>
                  <a:lnTo>
                    <a:pt x="2323" y="6648"/>
                  </a:lnTo>
                  <a:lnTo>
                    <a:pt x="2725" y="7050"/>
                  </a:lnTo>
                  <a:lnTo>
                    <a:pt x="3374" y="6679"/>
                  </a:lnTo>
                  <a:lnTo>
                    <a:pt x="3744" y="7328"/>
                  </a:lnTo>
                  <a:lnTo>
                    <a:pt x="4609" y="7698"/>
                  </a:lnTo>
                  <a:lnTo>
                    <a:pt x="5011" y="9465"/>
                  </a:lnTo>
                  <a:lnTo>
                    <a:pt x="5598" y="7451"/>
                  </a:lnTo>
                  <a:lnTo>
                    <a:pt x="7148" y="7111"/>
                  </a:lnTo>
                  <a:lnTo>
                    <a:pt x="8106" y="5622"/>
                  </a:lnTo>
                  <a:lnTo>
                    <a:pt x="9002" y="5870"/>
                  </a:lnTo>
                  <a:lnTo>
                    <a:pt x="9193" y="0"/>
                  </a:lnTo>
                  <a:lnTo>
                    <a:pt x="8847" y="167"/>
                  </a:lnTo>
                  <a:lnTo>
                    <a:pt x="8786" y="3763"/>
                  </a:lnTo>
                  <a:lnTo>
                    <a:pt x="8044" y="4628"/>
                  </a:lnTo>
                  <a:lnTo>
                    <a:pt x="7303" y="5555"/>
                  </a:lnTo>
                  <a:cubicBezTo>
                    <a:pt x="7303" y="5555"/>
                    <a:pt x="7117" y="6852"/>
                    <a:pt x="6870" y="6975"/>
                  </a:cubicBezTo>
                  <a:cubicBezTo>
                    <a:pt x="6623" y="7099"/>
                    <a:pt x="5449" y="7037"/>
                    <a:pt x="4825" y="7161"/>
                  </a:cubicBezTo>
                  <a:cubicBezTo>
                    <a:pt x="4208" y="7284"/>
                    <a:pt x="4331" y="6481"/>
                    <a:pt x="4331" y="6481"/>
                  </a:cubicBezTo>
                  <a:lnTo>
                    <a:pt x="3466" y="5802"/>
                  </a:lnTo>
                  <a:lnTo>
                    <a:pt x="2478" y="6111"/>
                  </a:lnTo>
                  <a:lnTo>
                    <a:pt x="2045" y="5307"/>
                  </a:lnTo>
                  <a:lnTo>
                    <a:pt x="1983" y="3565"/>
                  </a:lnTo>
                  <a:cubicBezTo>
                    <a:pt x="1983" y="3565"/>
                    <a:pt x="1860" y="2824"/>
                    <a:pt x="1551" y="2824"/>
                  </a:cubicBezTo>
                  <a:cubicBezTo>
                    <a:pt x="1242" y="2824"/>
                    <a:pt x="0" y="3318"/>
                    <a:pt x="0" y="3318"/>
                  </a:cubicBezTo>
                  <a:lnTo>
                    <a:pt x="0" y="1010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3">
              <a:extLst>
                <a:ext uri="{FF2B5EF4-FFF2-40B4-BE49-F238E27FC236}">
                  <a16:creationId xmlns:a16="http://schemas.microsoft.com/office/drawing/2014/main" id="{D519713F-D47A-058E-36EA-FBF8871EEF9F}"/>
                </a:ext>
              </a:extLst>
            </p:cNvPr>
            <p:cNvSpPr/>
            <p:nvPr/>
          </p:nvSpPr>
          <p:spPr>
            <a:xfrm flipH="1">
              <a:off x="5318657" y="3019576"/>
              <a:ext cx="1076679" cy="1252275"/>
            </a:xfrm>
            <a:custGeom>
              <a:avLst/>
              <a:gdLst/>
              <a:ahLst/>
              <a:cxnLst/>
              <a:rect l="l" t="t" r="r" b="b"/>
              <a:pathLst>
                <a:path w="15564" h="18103" extrusionOk="0">
                  <a:moveTo>
                    <a:pt x="649" y="7735"/>
                  </a:moveTo>
                  <a:lnTo>
                    <a:pt x="371" y="8341"/>
                  </a:lnTo>
                  <a:lnTo>
                    <a:pt x="142" y="8847"/>
                  </a:lnTo>
                  <a:lnTo>
                    <a:pt x="0" y="9218"/>
                  </a:lnTo>
                  <a:lnTo>
                    <a:pt x="507" y="9589"/>
                  </a:lnTo>
                  <a:lnTo>
                    <a:pt x="507" y="12146"/>
                  </a:lnTo>
                  <a:lnTo>
                    <a:pt x="136" y="12282"/>
                  </a:lnTo>
                  <a:lnTo>
                    <a:pt x="464" y="12888"/>
                  </a:lnTo>
                  <a:lnTo>
                    <a:pt x="464" y="18102"/>
                  </a:lnTo>
                  <a:lnTo>
                    <a:pt x="15563" y="18022"/>
                  </a:lnTo>
                  <a:lnTo>
                    <a:pt x="15563" y="4399"/>
                  </a:lnTo>
                  <a:cubicBezTo>
                    <a:pt x="15563" y="4399"/>
                    <a:pt x="14451" y="4646"/>
                    <a:pt x="14006" y="4708"/>
                  </a:cubicBezTo>
                  <a:cubicBezTo>
                    <a:pt x="13574" y="4770"/>
                    <a:pt x="13203" y="5326"/>
                    <a:pt x="12709" y="5388"/>
                  </a:cubicBezTo>
                  <a:cubicBezTo>
                    <a:pt x="12215" y="5449"/>
                    <a:pt x="10108" y="5017"/>
                    <a:pt x="9799" y="4955"/>
                  </a:cubicBezTo>
                  <a:cubicBezTo>
                    <a:pt x="9490" y="4893"/>
                    <a:pt x="8996" y="4523"/>
                    <a:pt x="8996" y="4523"/>
                  </a:cubicBezTo>
                  <a:lnTo>
                    <a:pt x="8193" y="3781"/>
                  </a:lnTo>
                  <a:lnTo>
                    <a:pt x="7019" y="4152"/>
                  </a:lnTo>
                  <a:lnTo>
                    <a:pt x="5468" y="4523"/>
                  </a:lnTo>
                  <a:lnTo>
                    <a:pt x="3176" y="3905"/>
                  </a:lnTo>
                  <a:lnTo>
                    <a:pt x="2558" y="2354"/>
                  </a:lnTo>
                  <a:lnTo>
                    <a:pt x="1508" y="618"/>
                  </a:lnTo>
                  <a:lnTo>
                    <a:pt x="890" y="0"/>
                  </a:lnTo>
                  <a:lnTo>
                    <a:pt x="655" y="1687"/>
                  </a:lnTo>
                  <a:lnTo>
                    <a:pt x="655" y="773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3">
              <a:extLst>
                <a:ext uri="{FF2B5EF4-FFF2-40B4-BE49-F238E27FC236}">
                  <a16:creationId xmlns:a16="http://schemas.microsoft.com/office/drawing/2014/main" id="{0D57459F-3F69-9722-0F81-8BFBA4AC4FBD}"/>
                </a:ext>
              </a:extLst>
            </p:cNvPr>
            <p:cNvSpPr/>
            <p:nvPr/>
          </p:nvSpPr>
          <p:spPr>
            <a:xfrm flipH="1">
              <a:off x="5991831" y="3328099"/>
              <a:ext cx="79139" cy="265079"/>
            </a:xfrm>
            <a:custGeom>
              <a:avLst/>
              <a:gdLst/>
              <a:ahLst/>
              <a:cxnLst/>
              <a:rect l="l" t="t" r="r" b="b"/>
              <a:pathLst>
                <a:path w="1144" h="3832" extrusionOk="0">
                  <a:moveTo>
                    <a:pt x="470" y="2645"/>
                  </a:moveTo>
                  <a:cubicBezTo>
                    <a:pt x="495" y="2503"/>
                    <a:pt x="495" y="2132"/>
                    <a:pt x="495" y="2132"/>
                  </a:cubicBezTo>
                  <a:lnTo>
                    <a:pt x="680" y="2182"/>
                  </a:lnTo>
                  <a:lnTo>
                    <a:pt x="841" y="2552"/>
                  </a:lnTo>
                  <a:lnTo>
                    <a:pt x="1144" y="3405"/>
                  </a:lnTo>
                  <a:lnTo>
                    <a:pt x="983" y="2435"/>
                  </a:lnTo>
                  <a:cubicBezTo>
                    <a:pt x="983" y="2435"/>
                    <a:pt x="748" y="1811"/>
                    <a:pt x="680" y="1762"/>
                  </a:cubicBezTo>
                  <a:cubicBezTo>
                    <a:pt x="612" y="1718"/>
                    <a:pt x="890" y="1323"/>
                    <a:pt x="890" y="1323"/>
                  </a:cubicBezTo>
                  <a:lnTo>
                    <a:pt x="748" y="674"/>
                  </a:lnTo>
                  <a:lnTo>
                    <a:pt x="1051" y="1"/>
                  </a:lnTo>
                  <a:lnTo>
                    <a:pt x="779" y="63"/>
                  </a:lnTo>
                  <a:lnTo>
                    <a:pt x="680" y="304"/>
                  </a:lnTo>
                  <a:lnTo>
                    <a:pt x="557" y="594"/>
                  </a:lnTo>
                  <a:lnTo>
                    <a:pt x="668" y="1039"/>
                  </a:lnTo>
                  <a:lnTo>
                    <a:pt x="717" y="1360"/>
                  </a:lnTo>
                  <a:lnTo>
                    <a:pt x="254" y="1916"/>
                  </a:lnTo>
                  <a:lnTo>
                    <a:pt x="347" y="2614"/>
                  </a:lnTo>
                  <a:lnTo>
                    <a:pt x="1" y="3819"/>
                  </a:lnTo>
                  <a:cubicBezTo>
                    <a:pt x="7" y="3831"/>
                    <a:pt x="445" y="2781"/>
                    <a:pt x="470" y="2645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3">
              <a:extLst>
                <a:ext uri="{FF2B5EF4-FFF2-40B4-BE49-F238E27FC236}">
                  <a16:creationId xmlns:a16="http://schemas.microsoft.com/office/drawing/2014/main" id="{FF697D65-D3F3-7FB2-FA06-7E1963D9715B}"/>
                </a:ext>
              </a:extLst>
            </p:cNvPr>
            <p:cNvSpPr/>
            <p:nvPr/>
          </p:nvSpPr>
          <p:spPr>
            <a:xfrm flipH="1">
              <a:off x="5433644" y="4034176"/>
              <a:ext cx="368509" cy="168026"/>
            </a:xfrm>
            <a:custGeom>
              <a:avLst/>
              <a:gdLst/>
              <a:ahLst/>
              <a:cxnLst/>
              <a:rect l="l" t="t" r="r" b="b"/>
              <a:pathLst>
                <a:path w="5327" h="2429" extrusionOk="0">
                  <a:moveTo>
                    <a:pt x="1" y="2292"/>
                  </a:moveTo>
                  <a:lnTo>
                    <a:pt x="1039" y="1711"/>
                  </a:lnTo>
                  <a:lnTo>
                    <a:pt x="1897" y="1297"/>
                  </a:lnTo>
                  <a:cubicBezTo>
                    <a:pt x="1897" y="1297"/>
                    <a:pt x="1761" y="531"/>
                    <a:pt x="2200" y="346"/>
                  </a:cubicBezTo>
                  <a:cubicBezTo>
                    <a:pt x="2639" y="161"/>
                    <a:pt x="2985" y="68"/>
                    <a:pt x="3219" y="111"/>
                  </a:cubicBezTo>
                  <a:cubicBezTo>
                    <a:pt x="3448" y="161"/>
                    <a:pt x="4004" y="414"/>
                    <a:pt x="4004" y="414"/>
                  </a:cubicBezTo>
                  <a:lnTo>
                    <a:pt x="4702" y="371"/>
                  </a:lnTo>
                  <a:lnTo>
                    <a:pt x="5326" y="0"/>
                  </a:lnTo>
                  <a:cubicBezTo>
                    <a:pt x="5326" y="0"/>
                    <a:pt x="4813" y="507"/>
                    <a:pt x="4721" y="507"/>
                  </a:cubicBezTo>
                  <a:cubicBezTo>
                    <a:pt x="4628" y="507"/>
                    <a:pt x="3979" y="556"/>
                    <a:pt x="3979" y="556"/>
                  </a:cubicBezTo>
                  <a:lnTo>
                    <a:pt x="3219" y="229"/>
                  </a:lnTo>
                  <a:lnTo>
                    <a:pt x="3312" y="575"/>
                  </a:lnTo>
                  <a:lnTo>
                    <a:pt x="3726" y="1131"/>
                  </a:lnTo>
                  <a:lnTo>
                    <a:pt x="4189" y="1297"/>
                  </a:lnTo>
                  <a:lnTo>
                    <a:pt x="5116" y="1063"/>
                  </a:lnTo>
                  <a:lnTo>
                    <a:pt x="4097" y="1458"/>
                  </a:lnTo>
                  <a:cubicBezTo>
                    <a:pt x="4097" y="1458"/>
                    <a:pt x="3658" y="1248"/>
                    <a:pt x="3590" y="1205"/>
                  </a:cubicBezTo>
                  <a:cubicBezTo>
                    <a:pt x="3516" y="1155"/>
                    <a:pt x="3127" y="649"/>
                    <a:pt x="3127" y="649"/>
                  </a:cubicBezTo>
                  <a:lnTo>
                    <a:pt x="2917" y="297"/>
                  </a:lnTo>
                  <a:cubicBezTo>
                    <a:pt x="2917" y="297"/>
                    <a:pt x="2361" y="371"/>
                    <a:pt x="2268" y="507"/>
                  </a:cubicBezTo>
                  <a:cubicBezTo>
                    <a:pt x="2175" y="649"/>
                    <a:pt x="2058" y="853"/>
                    <a:pt x="2058" y="1063"/>
                  </a:cubicBezTo>
                  <a:cubicBezTo>
                    <a:pt x="2058" y="1273"/>
                    <a:pt x="2107" y="1501"/>
                    <a:pt x="2107" y="1501"/>
                  </a:cubicBezTo>
                  <a:lnTo>
                    <a:pt x="316" y="242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3">
              <a:extLst>
                <a:ext uri="{FF2B5EF4-FFF2-40B4-BE49-F238E27FC236}">
                  <a16:creationId xmlns:a16="http://schemas.microsoft.com/office/drawing/2014/main" id="{15FCCD25-F4D9-D5D9-D7C8-E26210DDD777}"/>
                </a:ext>
              </a:extLst>
            </p:cNvPr>
            <p:cNvSpPr/>
            <p:nvPr/>
          </p:nvSpPr>
          <p:spPr>
            <a:xfrm flipH="1">
              <a:off x="5318264" y="4101692"/>
              <a:ext cx="139393" cy="144922"/>
            </a:xfrm>
            <a:custGeom>
              <a:avLst/>
              <a:gdLst/>
              <a:ahLst/>
              <a:cxnLst/>
              <a:rect l="l" t="t" r="r" b="b"/>
              <a:pathLst>
                <a:path w="2015" h="2095" extrusionOk="0">
                  <a:moveTo>
                    <a:pt x="2014" y="0"/>
                  </a:moveTo>
                  <a:lnTo>
                    <a:pt x="1341" y="544"/>
                  </a:lnTo>
                  <a:lnTo>
                    <a:pt x="902" y="1032"/>
                  </a:lnTo>
                  <a:cubicBezTo>
                    <a:pt x="902" y="1032"/>
                    <a:pt x="785" y="1143"/>
                    <a:pt x="464" y="1217"/>
                  </a:cubicBezTo>
                  <a:cubicBezTo>
                    <a:pt x="136" y="1285"/>
                    <a:pt x="118" y="1495"/>
                    <a:pt x="118" y="1495"/>
                  </a:cubicBezTo>
                  <a:cubicBezTo>
                    <a:pt x="118" y="1495"/>
                    <a:pt x="0" y="1909"/>
                    <a:pt x="0" y="2095"/>
                  </a:cubicBezTo>
                  <a:lnTo>
                    <a:pt x="229" y="1934"/>
                  </a:lnTo>
                  <a:cubicBezTo>
                    <a:pt x="229" y="1934"/>
                    <a:pt x="229" y="1656"/>
                    <a:pt x="253" y="1539"/>
                  </a:cubicBezTo>
                  <a:cubicBezTo>
                    <a:pt x="278" y="1421"/>
                    <a:pt x="396" y="1421"/>
                    <a:pt x="488" y="1421"/>
                  </a:cubicBezTo>
                  <a:cubicBezTo>
                    <a:pt x="581" y="1421"/>
                    <a:pt x="766" y="1304"/>
                    <a:pt x="877" y="1236"/>
                  </a:cubicBezTo>
                  <a:cubicBezTo>
                    <a:pt x="995" y="1168"/>
                    <a:pt x="1230" y="822"/>
                    <a:pt x="1366" y="655"/>
                  </a:cubicBezTo>
                  <a:cubicBezTo>
                    <a:pt x="1433" y="575"/>
                    <a:pt x="1742" y="402"/>
                    <a:pt x="2014" y="253"/>
                  </a:cubicBezTo>
                  <a:lnTo>
                    <a:pt x="2014" y="0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3">
              <a:extLst>
                <a:ext uri="{FF2B5EF4-FFF2-40B4-BE49-F238E27FC236}">
                  <a16:creationId xmlns:a16="http://schemas.microsoft.com/office/drawing/2014/main" id="{8B360009-9F3D-D6B3-B75A-BC33D0035C7E}"/>
                </a:ext>
              </a:extLst>
            </p:cNvPr>
            <p:cNvSpPr/>
            <p:nvPr/>
          </p:nvSpPr>
          <p:spPr>
            <a:xfrm flipH="1">
              <a:off x="6130321" y="3384547"/>
              <a:ext cx="83359" cy="101341"/>
            </a:xfrm>
            <a:custGeom>
              <a:avLst/>
              <a:gdLst/>
              <a:ahLst/>
              <a:cxnLst/>
              <a:rect l="l" t="t" r="r" b="b"/>
              <a:pathLst>
                <a:path w="1205" h="1465" extrusionOk="0">
                  <a:moveTo>
                    <a:pt x="0" y="0"/>
                  </a:moveTo>
                  <a:lnTo>
                    <a:pt x="1205" y="0"/>
                  </a:lnTo>
                  <a:lnTo>
                    <a:pt x="1205" y="1465"/>
                  </a:lnTo>
                  <a:lnTo>
                    <a:pt x="0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3">
              <a:extLst>
                <a:ext uri="{FF2B5EF4-FFF2-40B4-BE49-F238E27FC236}">
                  <a16:creationId xmlns:a16="http://schemas.microsoft.com/office/drawing/2014/main" id="{3C9499F9-8D75-2E68-0D11-F10BCBD67A37}"/>
                </a:ext>
              </a:extLst>
            </p:cNvPr>
            <p:cNvSpPr/>
            <p:nvPr/>
          </p:nvSpPr>
          <p:spPr>
            <a:xfrm flipH="1">
              <a:off x="5888413" y="3384547"/>
              <a:ext cx="83428" cy="101341"/>
            </a:xfrm>
            <a:custGeom>
              <a:avLst/>
              <a:gdLst/>
              <a:ahLst/>
              <a:cxnLst/>
              <a:rect l="l" t="t" r="r" b="b"/>
              <a:pathLst>
                <a:path w="1206" h="1465" extrusionOk="0">
                  <a:moveTo>
                    <a:pt x="1" y="0"/>
                  </a:moveTo>
                  <a:lnTo>
                    <a:pt x="1206" y="0"/>
                  </a:lnTo>
                  <a:lnTo>
                    <a:pt x="1206" y="1465"/>
                  </a:lnTo>
                  <a:lnTo>
                    <a:pt x="1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3">
              <a:extLst>
                <a:ext uri="{FF2B5EF4-FFF2-40B4-BE49-F238E27FC236}">
                  <a16:creationId xmlns:a16="http://schemas.microsoft.com/office/drawing/2014/main" id="{C147F11C-5CA6-5A47-2D7A-35FADC68B080}"/>
                </a:ext>
              </a:extLst>
            </p:cNvPr>
            <p:cNvSpPr/>
            <p:nvPr/>
          </p:nvSpPr>
          <p:spPr>
            <a:xfrm flipH="1">
              <a:off x="5645675" y="3384547"/>
              <a:ext cx="83359" cy="101341"/>
            </a:xfrm>
            <a:custGeom>
              <a:avLst/>
              <a:gdLst/>
              <a:ahLst/>
              <a:cxnLst/>
              <a:rect l="l" t="t" r="r" b="b"/>
              <a:pathLst>
                <a:path w="1205" h="1465" extrusionOk="0">
                  <a:moveTo>
                    <a:pt x="0" y="0"/>
                  </a:moveTo>
                  <a:lnTo>
                    <a:pt x="1205" y="0"/>
                  </a:lnTo>
                  <a:lnTo>
                    <a:pt x="1205" y="1465"/>
                  </a:lnTo>
                  <a:lnTo>
                    <a:pt x="0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3">
              <a:extLst>
                <a:ext uri="{FF2B5EF4-FFF2-40B4-BE49-F238E27FC236}">
                  <a16:creationId xmlns:a16="http://schemas.microsoft.com/office/drawing/2014/main" id="{D78F0999-06AF-183A-DF99-800B1ECF7C37}"/>
                </a:ext>
              </a:extLst>
            </p:cNvPr>
            <p:cNvSpPr/>
            <p:nvPr/>
          </p:nvSpPr>
          <p:spPr>
            <a:xfrm flipH="1">
              <a:off x="5403767" y="3384547"/>
              <a:ext cx="83428" cy="101341"/>
            </a:xfrm>
            <a:custGeom>
              <a:avLst/>
              <a:gdLst/>
              <a:ahLst/>
              <a:cxnLst/>
              <a:rect l="l" t="t" r="r" b="b"/>
              <a:pathLst>
                <a:path w="1206" h="1465" extrusionOk="0">
                  <a:moveTo>
                    <a:pt x="1" y="0"/>
                  </a:moveTo>
                  <a:lnTo>
                    <a:pt x="1206" y="0"/>
                  </a:lnTo>
                  <a:lnTo>
                    <a:pt x="1206" y="1465"/>
                  </a:lnTo>
                  <a:lnTo>
                    <a:pt x="1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3">
              <a:extLst>
                <a:ext uri="{FF2B5EF4-FFF2-40B4-BE49-F238E27FC236}">
                  <a16:creationId xmlns:a16="http://schemas.microsoft.com/office/drawing/2014/main" id="{ADC93D63-E8FA-97E2-95B2-C77B05FF7C18}"/>
                </a:ext>
              </a:extLst>
            </p:cNvPr>
            <p:cNvSpPr/>
            <p:nvPr/>
          </p:nvSpPr>
          <p:spPr>
            <a:xfrm flipH="1">
              <a:off x="6130321" y="3632818"/>
              <a:ext cx="83359" cy="101411"/>
            </a:xfrm>
            <a:custGeom>
              <a:avLst/>
              <a:gdLst/>
              <a:ahLst/>
              <a:cxnLst/>
              <a:rect l="l" t="t" r="r" b="b"/>
              <a:pathLst>
                <a:path w="1205" h="1466" extrusionOk="0">
                  <a:moveTo>
                    <a:pt x="0" y="1"/>
                  </a:moveTo>
                  <a:lnTo>
                    <a:pt x="1205" y="1"/>
                  </a:lnTo>
                  <a:lnTo>
                    <a:pt x="1205" y="1465"/>
                  </a:lnTo>
                  <a:lnTo>
                    <a:pt x="0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3">
              <a:extLst>
                <a:ext uri="{FF2B5EF4-FFF2-40B4-BE49-F238E27FC236}">
                  <a16:creationId xmlns:a16="http://schemas.microsoft.com/office/drawing/2014/main" id="{53CE1DA1-3241-3EFF-3B59-017B053DBAA7}"/>
                </a:ext>
              </a:extLst>
            </p:cNvPr>
            <p:cNvSpPr/>
            <p:nvPr/>
          </p:nvSpPr>
          <p:spPr>
            <a:xfrm flipH="1">
              <a:off x="5888413" y="3632818"/>
              <a:ext cx="83428" cy="101411"/>
            </a:xfrm>
            <a:custGeom>
              <a:avLst/>
              <a:gdLst/>
              <a:ahLst/>
              <a:cxnLst/>
              <a:rect l="l" t="t" r="r" b="b"/>
              <a:pathLst>
                <a:path w="1206" h="1466" extrusionOk="0">
                  <a:moveTo>
                    <a:pt x="1" y="1"/>
                  </a:moveTo>
                  <a:lnTo>
                    <a:pt x="1206" y="1"/>
                  </a:lnTo>
                  <a:lnTo>
                    <a:pt x="1206" y="1465"/>
                  </a:lnTo>
                  <a:lnTo>
                    <a:pt x="1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3">
              <a:extLst>
                <a:ext uri="{FF2B5EF4-FFF2-40B4-BE49-F238E27FC236}">
                  <a16:creationId xmlns:a16="http://schemas.microsoft.com/office/drawing/2014/main" id="{BE002478-E918-866A-8367-107032C1228F}"/>
                </a:ext>
              </a:extLst>
            </p:cNvPr>
            <p:cNvSpPr/>
            <p:nvPr/>
          </p:nvSpPr>
          <p:spPr>
            <a:xfrm flipH="1">
              <a:off x="5645675" y="3632818"/>
              <a:ext cx="83359" cy="101411"/>
            </a:xfrm>
            <a:custGeom>
              <a:avLst/>
              <a:gdLst/>
              <a:ahLst/>
              <a:cxnLst/>
              <a:rect l="l" t="t" r="r" b="b"/>
              <a:pathLst>
                <a:path w="1205" h="1466" extrusionOk="0">
                  <a:moveTo>
                    <a:pt x="0" y="1"/>
                  </a:moveTo>
                  <a:lnTo>
                    <a:pt x="1205" y="1"/>
                  </a:lnTo>
                  <a:lnTo>
                    <a:pt x="1205" y="1465"/>
                  </a:lnTo>
                  <a:lnTo>
                    <a:pt x="0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3">
              <a:extLst>
                <a:ext uri="{FF2B5EF4-FFF2-40B4-BE49-F238E27FC236}">
                  <a16:creationId xmlns:a16="http://schemas.microsoft.com/office/drawing/2014/main" id="{ED69BDE4-A2CA-4730-86A6-DE4BCAED6A24}"/>
                </a:ext>
              </a:extLst>
            </p:cNvPr>
            <p:cNvSpPr/>
            <p:nvPr/>
          </p:nvSpPr>
          <p:spPr>
            <a:xfrm flipH="1">
              <a:off x="5403767" y="3632818"/>
              <a:ext cx="83428" cy="101411"/>
            </a:xfrm>
            <a:custGeom>
              <a:avLst/>
              <a:gdLst/>
              <a:ahLst/>
              <a:cxnLst/>
              <a:rect l="l" t="t" r="r" b="b"/>
              <a:pathLst>
                <a:path w="1206" h="1466" extrusionOk="0">
                  <a:moveTo>
                    <a:pt x="1" y="1"/>
                  </a:moveTo>
                  <a:lnTo>
                    <a:pt x="1206" y="1"/>
                  </a:lnTo>
                  <a:lnTo>
                    <a:pt x="1206" y="1465"/>
                  </a:lnTo>
                  <a:lnTo>
                    <a:pt x="1" y="146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3">
              <a:extLst>
                <a:ext uri="{FF2B5EF4-FFF2-40B4-BE49-F238E27FC236}">
                  <a16:creationId xmlns:a16="http://schemas.microsoft.com/office/drawing/2014/main" id="{C5C5FBA6-6C99-9072-31DD-F2F3D026C7FD}"/>
                </a:ext>
              </a:extLst>
            </p:cNvPr>
            <p:cNvSpPr/>
            <p:nvPr/>
          </p:nvSpPr>
          <p:spPr>
            <a:xfrm flipH="1">
              <a:off x="6634608" y="3586263"/>
              <a:ext cx="288539" cy="207317"/>
            </a:xfrm>
            <a:custGeom>
              <a:avLst/>
              <a:gdLst/>
              <a:ahLst/>
              <a:cxnLst/>
              <a:rect l="l" t="t" r="r" b="b"/>
              <a:pathLst>
                <a:path w="4171" h="2997" extrusionOk="0">
                  <a:moveTo>
                    <a:pt x="0" y="2811"/>
                  </a:moveTo>
                  <a:cubicBezTo>
                    <a:pt x="50" y="2793"/>
                    <a:pt x="433" y="2793"/>
                    <a:pt x="451" y="2688"/>
                  </a:cubicBezTo>
                  <a:cubicBezTo>
                    <a:pt x="464" y="2583"/>
                    <a:pt x="544" y="2089"/>
                    <a:pt x="699" y="1934"/>
                  </a:cubicBezTo>
                  <a:cubicBezTo>
                    <a:pt x="853" y="1780"/>
                    <a:pt x="1316" y="1681"/>
                    <a:pt x="1557" y="1526"/>
                  </a:cubicBezTo>
                  <a:cubicBezTo>
                    <a:pt x="1804" y="1372"/>
                    <a:pt x="1934" y="804"/>
                    <a:pt x="1934" y="804"/>
                  </a:cubicBezTo>
                  <a:lnTo>
                    <a:pt x="2058" y="291"/>
                  </a:lnTo>
                  <a:cubicBezTo>
                    <a:pt x="2058" y="291"/>
                    <a:pt x="2453" y="291"/>
                    <a:pt x="2750" y="217"/>
                  </a:cubicBezTo>
                  <a:cubicBezTo>
                    <a:pt x="3046" y="136"/>
                    <a:pt x="3244" y="0"/>
                    <a:pt x="3553" y="31"/>
                  </a:cubicBezTo>
                  <a:cubicBezTo>
                    <a:pt x="3862" y="62"/>
                    <a:pt x="4171" y="167"/>
                    <a:pt x="4171" y="167"/>
                  </a:cubicBezTo>
                  <a:lnTo>
                    <a:pt x="3510" y="136"/>
                  </a:lnTo>
                  <a:cubicBezTo>
                    <a:pt x="3510" y="136"/>
                    <a:pt x="2861" y="322"/>
                    <a:pt x="2799" y="340"/>
                  </a:cubicBezTo>
                  <a:cubicBezTo>
                    <a:pt x="2737" y="359"/>
                    <a:pt x="2132" y="513"/>
                    <a:pt x="2132" y="513"/>
                  </a:cubicBezTo>
                  <a:cubicBezTo>
                    <a:pt x="2132" y="513"/>
                    <a:pt x="2058" y="1069"/>
                    <a:pt x="1916" y="1267"/>
                  </a:cubicBezTo>
                  <a:cubicBezTo>
                    <a:pt x="1780" y="1471"/>
                    <a:pt x="1718" y="1656"/>
                    <a:pt x="1563" y="1712"/>
                  </a:cubicBezTo>
                  <a:cubicBezTo>
                    <a:pt x="1409" y="1774"/>
                    <a:pt x="865" y="1897"/>
                    <a:pt x="742" y="2119"/>
                  </a:cubicBezTo>
                  <a:cubicBezTo>
                    <a:pt x="618" y="2330"/>
                    <a:pt x="544" y="2861"/>
                    <a:pt x="544" y="2861"/>
                  </a:cubicBezTo>
                  <a:lnTo>
                    <a:pt x="186" y="299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3">
              <a:extLst>
                <a:ext uri="{FF2B5EF4-FFF2-40B4-BE49-F238E27FC236}">
                  <a16:creationId xmlns:a16="http://schemas.microsoft.com/office/drawing/2014/main" id="{8ECCF7AC-55A3-6E25-1F37-7CF5C2737358}"/>
                </a:ext>
              </a:extLst>
            </p:cNvPr>
            <p:cNvSpPr/>
            <p:nvPr/>
          </p:nvSpPr>
          <p:spPr>
            <a:xfrm flipH="1">
              <a:off x="6448248" y="3745644"/>
              <a:ext cx="288539" cy="207387"/>
            </a:xfrm>
            <a:custGeom>
              <a:avLst/>
              <a:gdLst/>
              <a:ahLst/>
              <a:cxnLst/>
              <a:rect l="l" t="t" r="r" b="b"/>
              <a:pathLst>
                <a:path w="4171" h="2998" extrusionOk="0">
                  <a:moveTo>
                    <a:pt x="0" y="2812"/>
                  </a:moveTo>
                  <a:cubicBezTo>
                    <a:pt x="50" y="2793"/>
                    <a:pt x="433" y="2793"/>
                    <a:pt x="451" y="2688"/>
                  </a:cubicBezTo>
                  <a:cubicBezTo>
                    <a:pt x="463" y="2577"/>
                    <a:pt x="544" y="2083"/>
                    <a:pt x="698" y="1928"/>
                  </a:cubicBezTo>
                  <a:cubicBezTo>
                    <a:pt x="853" y="1774"/>
                    <a:pt x="1316" y="1681"/>
                    <a:pt x="1563" y="1527"/>
                  </a:cubicBezTo>
                  <a:cubicBezTo>
                    <a:pt x="1810" y="1372"/>
                    <a:pt x="1934" y="804"/>
                    <a:pt x="1934" y="804"/>
                  </a:cubicBezTo>
                  <a:lnTo>
                    <a:pt x="2057" y="291"/>
                  </a:lnTo>
                  <a:cubicBezTo>
                    <a:pt x="2057" y="291"/>
                    <a:pt x="2459" y="291"/>
                    <a:pt x="2749" y="217"/>
                  </a:cubicBezTo>
                  <a:cubicBezTo>
                    <a:pt x="3046" y="137"/>
                    <a:pt x="3244" y="1"/>
                    <a:pt x="3552" y="32"/>
                  </a:cubicBezTo>
                  <a:cubicBezTo>
                    <a:pt x="3861" y="63"/>
                    <a:pt x="4170" y="168"/>
                    <a:pt x="4170" y="168"/>
                  </a:cubicBezTo>
                  <a:lnTo>
                    <a:pt x="3509" y="137"/>
                  </a:lnTo>
                  <a:cubicBezTo>
                    <a:pt x="3509" y="137"/>
                    <a:pt x="2861" y="322"/>
                    <a:pt x="2799" y="341"/>
                  </a:cubicBezTo>
                  <a:cubicBezTo>
                    <a:pt x="2737" y="353"/>
                    <a:pt x="2132" y="507"/>
                    <a:pt x="2132" y="507"/>
                  </a:cubicBezTo>
                  <a:cubicBezTo>
                    <a:pt x="2132" y="507"/>
                    <a:pt x="2057" y="1063"/>
                    <a:pt x="1915" y="1267"/>
                  </a:cubicBezTo>
                  <a:cubicBezTo>
                    <a:pt x="1779" y="1465"/>
                    <a:pt x="1718" y="1650"/>
                    <a:pt x="1563" y="1712"/>
                  </a:cubicBezTo>
                  <a:cubicBezTo>
                    <a:pt x="1409" y="1774"/>
                    <a:pt x="865" y="1898"/>
                    <a:pt x="741" y="2114"/>
                  </a:cubicBezTo>
                  <a:cubicBezTo>
                    <a:pt x="618" y="2330"/>
                    <a:pt x="544" y="2855"/>
                    <a:pt x="544" y="2855"/>
                  </a:cubicBezTo>
                  <a:lnTo>
                    <a:pt x="185" y="299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3">
              <a:extLst>
                <a:ext uri="{FF2B5EF4-FFF2-40B4-BE49-F238E27FC236}">
                  <a16:creationId xmlns:a16="http://schemas.microsoft.com/office/drawing/2014/main" id="{03E3757B-925E-F5E2-6240-2FC5532E192B}"/>
                </a:ext>
              </a:extLst>
            </p:cNvPr>
            <p:cNvSpPr/>
            <p:nvPr/>
          </p:nvSpPr>
          <p:spPr>
            <a:xfrm flipH="1">
              <a:off x="5744383" y="3916647"/>
              <a:ext cx="638162" cy="215826"/>
            </a:xfrm>
            <a:custGeom>
              <a:avLst/>
              <a:gdLst/>
              <a:ahLst/>
              <a:cxnLst/>
              <a:rect l="l" t="t" r="r" b="b"/>
              <a:pathLst>
                <a:path w="9225" h="3120" extrusionOk="0">
                  <a:moveTo>
                    <a:pt x="9224" y="3034"/>
                  </a:moveTo>
                  <a:lnTo>
                    <a:pt x="7834" y="2199"/>
                  </a:lnTo>
                  <a:lnTo>
                    <a:pt x="6432" y="2199"/>
                  </a:lnTo>
                  <a:cubicBezTo>
                    <a:pt x="6432" y="2199"/>
                    <a:pt x="5678" y="1211"/>
                    <a:pt x="5548" y="1186"/>
                  </a:cubicBezTo>
                  <a:cubicBezTo>
                    <a:pt x="5418" y="1162"/>
                    <a:pt x="4121" y="1057"/>
                    <a:pt x="4121" y="1057"/>
                  </a:cubicBezTo>
                  <a:lnTo>
                    <a:pt x="3132" y="877"/>
                  </a:lnTo>
                  <a:lnTo>
                    <a:pt x="2335" y="80"/>
                  </a:lnTo>
                  <a:lnTo>
                    <a:pt x="1143" y="0"/>
                  </a:lnTo>
                  <a:lnTo>
                    <a:pt x="704" y="235"/>
                  </a:lnTo>
                  <a:lnTo>
                    <a:pt x="0" y="1736"/>
                  </a:lnTo>
                  <a:lnTo>
                    <a:pt x="358" y="1866"/>
                  </a:lnTo>
                  <a:lnTo>
                    <a:pt x="927" y="321"/>
                  </a:lnTo>
                  <a:lnTo>
                    <a:pt x="1285" y="99"/>
                  </a:lnTo>
                  <a:lnTo>
                    <a:pt x="2212" y="185"/>
                  </a:lnTo>
                  <a:lnTo>
                    <a:pt x="3071" y="976"/>
                  </a:lnTo>
                  <a:lnTo>
                    <a:pt x="5425" y="1285"/>
                  </a:lnTo>
                  <a:lnTo>
                    <a:pt x="6376" y="2348"/>
                  </a:lnTo>
                  <a:lnTo>
                    <a:pt x="7871" y="2416"/>
                  </a:lnTo>
                  <a:lnTo>
                    <a:pt x="9082" y="312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3">
              <a:extLst>
                <a:ext uri="{FF2B5EF4-FFF2-40B4-BE49-F238E27FC236}">
                  <a16:creationId xmlns:a16="http://schemas.microsoft.com/office/drawing/2014/main" id="{B2613EFD-9FC0-4474-E164-8B4DD4139573}"/>
                </a:ext>
              </a:extLst>
            </p:cNvPr>
            <p:cNvSpPr/>
            <p:nvPr/>
          </p:nvSpPr>
          <p:spPr>
            <a:xfrm flipH="1">
              <a:off x="7801315" y="4117879"/>
              <a:ext cx="810414" cy="160763"/>
            </a:xfrm>
            <a:custGeom>
              <a:avLst/>
              <a:gdLst/>
              <a:ahLst/>
              <a:cxnLst/>
              <a:rect l="l" t="t" r="r" b="b"/>
              <a:pathLst>
                <a:path w="11715" h="2324" extrusionOk="0">
                  <a:moveTo>
                    <a:pt x="5079" y="1360"/>
                  </a:moveTo>
                  <a:cubicBezTo>
                    <a:pt x="4863" y="1434"/>
                    <a:pt x="4610" y="1589"/>
                    <a:pt x="4610" y="1589"/>
                  </a:cubicBezTo>
                  <a:lnTo>
                    <a:pt x="5790" y="1311"/>
                  </a:lnTo>
                  <a:lnTo>
                    <a:pt x="6488" y="1478"/>
                  </a:lnTo>
                  <a:lnTo>
                    <a:pt x="6642" y="1558"/>
                  </a:lnTo>
                  <a:lnTo>
                    <a:pt x="6655" y="1737"/>
                  </a:lnTo>
                  <a:lnTo>
                    <a:pt x="6500" y="1848"/>
                  </a:lnTo>
                  <a:lnTo>
                    <a:pt x="6346" y="2293"/>
                  </a:lnTo>
                  <a:lnTo>
                    <a:pt x="6556" y="2324"/>
                  </a:lnTo>
                  <a:lnTo>
                    <a:pt x="6611" y="1910"/>
                  </a:lnTo>
                  <a:lnTo>
                    <a:pt x="6772" y="1756"/>
                  </a:lnTo>
                  <a:lnTo>
                    <a:pt x="6716" y="1601"/>
                  </a:lnTo>
                  <a:lnTo>
                    <a:pt x="7056" y="1780"/>
                  </a:lnTo>
                  <a:lnTo>
                    <a:pt x="7334" y="1984"/>
                  </a:lnTo>
                  <a:lnTo>
                    <a:pt x="7445" y="2237"/>
                  </a:lnTo>
                  <a:lnTo>
                    <a:pt x="8137" y="2287"/>
                  </a:lnTo>
                  <a:lnTo>
                    <a:pt x="7414" y="1947"/>
                  </a:lnTo>
                  <a:lnTo>
                    <a:pt x="7118" y="1725"/>
                  </a:lnTo>
                  <a:lnTo>
                    <a:pt x="6550" y="1434"/>
                  </a:lnTo>
                  <a:lnTo>
                    <a:pt x="5814" y="1237"/>
                  </a:lnTo>
                  <a:cubicBezTo>
                    <a:pt x="5814" y="1237"/>
                    <a:pt x="5462" y="1255"/>
                    <a:pt x="5227" y="1305"/>
                  </a:cubicBezTo>
                  <a:cubicBezTo>
                    <a:pt x="5184" y="1329"/>
                    <a:pt x="5135" y="1342"/>
                    <a:pt x="5079" y="1360"/>
                  </a:cubicBezTo>
                  <a:close/>
                  <a:moveTo>
                    <a:pt x="10324" y="1583"/>
                  </a:moveTo>
                  <a:lnTo>
                    <a:pt x="9725" y="1743"/>
                  </a:lnTo>
                  <a:lnTo>
                    <a:pt x="10343" y="1663"/>
                  </a:lnTo>
                  <a:lnTo>
                    <a:pt x="11195" y="1990"/>
                  </a:lnTo>
                  <a:lnTo>
                    <a:pt x="11381" y="2287"/>
                  </a:lnTo>
                  <a:lnTo>
                    <a:pt x="11714" y="2188"/>
                  </a:lnTo>
                  <a:lnTo>
                    <a:pt x="11226" y="1947"/>
                  </a:lnTo>
                  <a:lnTo>
                    <a:pt x="10720" y="1743"/>
                  </a:lnTo>
                  <a:lnTo>
                    <a:pt x="10880" y="1391"/>
                  </a:lnTo>
                  <a:lnTo>
                    <a:pt x="10658" y="1706"/>
                  </a:lnTo>
                  <a:close/>
                  <a:moveTo>
                    <a:pt x="1" y="1"/>
                  </a:moveTo>
                  <a:lnTo>
                    <a:pt x="44" y="75"/>
                  </a:lnTo>
                  <a:lnTo>
                    <a:pt x="934" y="186"/>
                  </a:lnTo>
                  <a:lnTo>
                    <a:pt x="1366" y="446"/>
                  </a:lnTo>
                  <a:lnTo>
                    <a:pt x="1496" y="699"/>
                  </a:lnTo>
                  <a:lnTo>
                    <a:pt x="1298" y="959"/>
                  </a:lnTo>
                  <a:lnTo>
                    <a:pt x="1119" y="1453"/>
                  </a:lnTo>
                  <a:lnTo>
                    <a:pt x="1230" y="1842"/>
                  </a:lnTo>
                  <a:lnTo>
                    <a:pt x="1199" y="1471"/>
                  </a:lnTo>
                  <a:lnTo>
                    <a:pt x="1422" y="983"/>
                  </a:lnTo>
                  <a:lnTo>
                    <a:pt x="1601" y="829"/>
                  </a:lnTo>
                  <a:lnTo>
                    <a:pt x="1755" y="1187"/>
                  </a:lnTo>
                  <a:lnTo>
                    <a:pt x="2534" y="1527"/>
                  </a:lnTo>
                  <a:lnTo>
                    <a:pt x="1817" y="1144"/>
                  </a:lnTo>
                  <a:lnTo>
                    <a:pt x="1694" y="854"/>
                  </a:lnTo>
                  <a:lnTo>
                    <a:pt x="1570" y="526"/>
                  </a:lnTo>
                  <a:lnTo>
                    <a:pt x="971" y="118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3">
              <a:extLst>
                <a:ext uri="{FF2B5EF4-FFF2-40B4-BE49-F238E27FC236}">
                  <a16:creationId xmlns:a16="http://schemas.microsoft.com/office/drawing/2014/main" id="{9D5D8496-3C52-D4AA-926A-ADB897DDD5FB}"/>
                </a:ext>
              </a:extLst>
            </p:cNvPr>
            <p:cNvSpPr/>
            <p:nvPr/>
          </p:nvSpPr>
          <p:spPr>
            <a:xfrm flipH="1">
              <a:off x="7734645" y="4111099"/>
              <a:ext cx="177855" cy="97053"/>
            </a:xfrm>
            <a:custGeom>
              <a:avLst/>
              <a:gdLst/>
              <a:ahLst/>
              <a:cxnLst/>
              <a:rect l="l" t="t" r="r" b="b"/>
              <a:pathLst>
                <a:path w="2571" h="1403" extrusionOk="0">
                  <a:moveTo>
                    <a:pt x="0" y="346"/>
                  </a:moveTo>
                  <a:lnTo>
                    <a:pt x="377" y="661"/>
                  </a:lnTo>
                  <a:lnTo>
                    <a:pt x="741" y="501"/>
                  </a:lnTo>
                  <a:cubicBezTo>
                    <a:pt x="741" y="451"/>
                    <a:pt x="674" y="167"/>
                    <a:pt x="674" y="167"/>
                  </a:cubicBezTo>
                  <a:close/>
                  <a:moveTo>
                    <a:pt x="976" y="0"/>
                  </a:moveTo>
                  <a:lnTo>
                    <a:pt x="927" y="593"/>
                  </a:lnTo>
                  <a:lnTo>
                    <a:pt x="1260" y="1403"/>
                  </a:lnTo>
                  <a:lnTo>
                    <a:pt x="2570" y="247"/>
                  </a:lnTo>
                  <a:lnTo>
                    <a:pt x="1952" y="93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3">
              <a:extLst>
                <a:ext uri="{FF2B5EF4-FFF2-40B4-BE49-F238E27FC236}">
                  <a16:creationId xmlns:a16="http://schemas.microsoft.com/office/drawing/2014/main" id="{2105B1D5-AA4F-0E5D-313F-D02A80084C51}"/>
                </a:ext>
              </a:extLst>
            </p:cNvPr>
            <p:cNvSpPr/>
            <p:nvPr/>
          </p:nvSpPr>
          <p:spPr>
            <a:xfrm flipH="1">
              <a:off x="7533829" y="4235893"/>
              <a:ext cx="102590" cy="39776"/>
            </a:xfrm>
            <a:custGeom>
              <a:avLst/>
              <a:gdLst/>
              <a:ahLst/>
              <a:cxnLst/>
              <a:rect l="l" t="t" r="r" b="b"/>
              <a:pathLst>
                <a:path w="1483" h="575" extrusionOk="0">
                  <a:moveTo>
                    <a:pt x="1483" y="488"/>
                  </a:moveTo>
                  <a:lnTo>
                    <a:pt x="711" y="0"/>
                  </a:lnTo>
                  <a:cubicBezTo>
                    <a:pt x="711" y="0"/>
                    <a:pt x="488" y="25"/>
                    <a:pt x="358" y="179"/>
                  </a:cubicBezTo>
                  <a:cubicBezTo>
                    <a:pt x="229" y="334"/>
                    <a:pt x="0" y="575"/>
                    <a:pt x="0" y="575"/>
                  </a:cubicBez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3">
              <a:extLst>
                <a:ext uri="{FF2B5EF4-FFF2-40B4-BE49-F238E27FC236}">
                  <a16:creationId xmlns:a16="http://schemas.microsoft.com/office/drawing/2014/main" id="{40CF987E-0E2C-C540-7B36-275F660C5736}"/>
                </a:ext>
              </a:extLst>
            </p:cNvPr>
            <p:cNvSpPr/>
            <p:nvPr/>
          </p:nvSpPr>
          <p:spPr>
            <a:xfrm flipH="1">
              <a:off x="6209810" y="4037566"/>
              <a:ext cx="141537" cy="42404"/>
            </a:xfrm>
            <a:custGeom>
              <a:avLst/>
              <a:gdLst/>
              <a:ahLst/>
              <a:cxnLst/>
              <a:rect l="l" t="t" r="r" b="b"/>
              <a:pathLst>
                <a:path w="2046" h="613" extrusionOk="0">
                  <a:moveTo>
                    <a:pt x="2045" y="464"/>
                  </a:moveTo>
                  <a:cubicBezTo>
                    <a:pt x="2002" y="451"/>
                    <a:pt x="797" y="149"/>
                    <a:pt x="797" y="149"/>
                  </a:cubicBezTo>
                  <a:lnTo>
                    <a:pt x="828" y="482"/>
                  </a:lnTo>
                  <a:lnTo>
                    <a:pt x="1489" y="612"/>
                  </a:lnTo>
                  <a:close/>
                  <a:moveTo>
                    <a:pt x="0" y="0"/>
                  </a:moveTo>
                  <a:lnTo>
                    <a:pt x="0" y="278"/>
                  </a:lnTo>
                  <a:lnTo>
                    <a:pt x="482" y="384"/>
                  </a:lnTo>
                  <a:lnTo>
                    <a:pt x="513" y="198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3">
              <a:extLst>
                <a:ext uri="{FF2B5EF4-FFF2-40B4-BE49-F238E27FC236}">
                  <a16:creationId xmlns:a16="http://schemas.microsoft.com/office/drawing/2014/main" id="{3459902E-8D8D-38BC-BB46-BE2A9FBF19E7}"/>
                </a:ext>
              </a:extLst>
            </p:cNvPr>
            <p:cNvSpPr/>
            <p:nvPr/>
          </p:nvSpPr>
          <p:spPr>
            <a:xfrm flipH="1">
              <a:off x="5285808" y="3443069"/>
              <a:ext cx="641137" cy="832175"/>
            </a:xfrm>
            <a:custGeom>
              <a:avLst/>
              <a:gdLst/>
              <a:ahLst/>
              <a:cxnLst/>
              <a:rect l="l" t="t" r="r" b="b"/>
              <a:pathLst>
                <a:path w="9268" h="12030" extrusionOk="0">
                  <a:moveTo>
                    <a:pt x="310" y="8965"/>
                  </a:moveTo>
                  <a:cubicBezTo>
                    <a:pt x="124" y="8594"/>
                    <a:pt x="1" y="8224"/>
                    <a:pt x="1" y="7853"/>
                  </a:cubicBezTo>
                  <a:cubicBezTo>
                    <a:pt x="1" y="7482"/>
                    <a:pt x="31" y="7235"/>
                    <a:pt x="124" y="6957"/>
                  </a:cubicBezTo>
                  <a:cubicBezTo>
                    <a:pt x="217" y="6679"/>
                    <a:pt x="588" y="6092"/>
                    <a:pt x="588" y="6092"/>
                  </a:cubicBezTo>
                  <a:lnTo>
                    <a:pt x="804" y="5197"/>
                  </a:lnTo>
                  <a:cubicBezTo>
                    <a:pt x="804" y="5197"/>
                    <a:pt x="1020" y="5783"/>
                    <a:pt x="989" y="6061"/>
                  </a:cubicBezTo>
                  <a:cubicBezTo>
                    <a:pt x="958" y="6339"/>
                    <a:pt x="711" y="6988"/>
                    <a:pt x="1051" y="7266"/>
                  </a:cubicBezTo>
                  <a:cubicBezTo>
                    <a:pt x="1391" y="7544"/>
                    <a:pt x="1792" y="7822"/>
                    <a:pt x="2008" y="7482"/>
                  </a:cubicBezTo>
                  <a:cubicBezTo>
                    <a:pt x="2225" y="7143"/>
                    <a:pt x="2379" y="6278"/>
                    <a:pt x="2163" y="5870"/>
                  </a:cubicBezTo>
                  <a:cubicBezTo>
                    <a:pt x="1947" y="5468"/>
                    <a:pt x="1638" y="5190"/>
                    <a:pt x="1700" y="4789"/>
                  </a:cubicBezTo>
                  <a:cubicBezTo>
                    <a:pt x="1761" y="4387"/>
                    <a:pt x="2163" y="3615"/>
                    <a:pt x="2163" y="3615"/>
                  </a:cubicBezTo>
                  <a:lnTo>
                    <a:pt x="2132" y="2287"/>
                  </a:lnTo>
                  <a:cubicBezTo>
                    <a:pt x="2132" y="2287"/>
                    <a:pt x="2441" y="3182"/>
                    <a:pt x="2503" y="3460"/>
                  </a:cubicBezTo>
                  <a:cubicBezTo>
                    <a:pt x="2565" y="3738"/>
                    <a:pt x="2503" y="4511"/>
                    <a:pt x="2503" y="4511"/>
                  </a:cubicBezTo>
                  <a:lnTo>
                    <a:pt x="2843" y="5283"/>
                  </a:lnTo>
                  <a:cubicBezTo>
                    <a:pt x="2843" y="5283"/>
                    <a:pt x="3522" y="6086"/>
                    <a:pt x="3738" y="5530"/>
                  </a:cubicBezTo>
                  <a:cubicBezTo>
                    <a:pt x="3955" y="4974"/>
                    <a:pt x="3862" y="4171"/>
                    <a:pt x="3862" y="4171"/>
                  </a:cubicBezTo>
                  <a:lnTo>
                    <a:pt x="3862" y="3121"/>
                  </a:lnTo>
                  <a:cubicBezTo>
                    <a:pt x="3862" y="3121"/>
                    <a:pt x="4233" y="2534"/>
                    <a:pt x="4356" y="2163"/>
                  </a:cubicBezTo>
                  <a:cubicBezTo>
                    <a:pt x="4480" y="1792"/>
                    <a:pt x="4511" y="1051"/>
                    <a:pt x="4511" y="1051"/>
                  </a:cubicBezTo>
                  <a:lnTo>
                    <a:pt x="4171" y="1"/>
                  </a:lnTo>
                  <a:cubicBezTo>
                    <a:pt x="4171" y="1"/>
                    <a:pt x="4850" y="557"/>
                    <a:pt x="4974" y="1082"/>
                  </a:cubicBezTo>
                  <a:cubicBezTo>
                    <a:pt x="5098" y="1607"/>
                    <a:pt x="5277" y="1990"/>
                    <a:pt x="5122" y="2540"/>
                  </a:cubicBezTo>
                  <a:cubicBezTo>
                    <a:pt x="4974" y="3090"/>
                    <a:pt x="5067" y="3899"/>
                    <a:pt x="5067" y="3899"/>
                  </a:cubicBezTo>
                  <a:cubicBezTo>
                    <a:pt x="5067" y="3899"/>
                    <a:pt x="5499" y="4733"/>
                    <a:pt x="5623" y="5512"/>
                  </a:cubicBezTo>
                  <a:cubicBezTo>
                    <a:pt x="5746" y="6284"/>
                    <a:pt x="5592" y="6809"/>
                    <a:pt x="5962" y="6933"/>
                  </a:cubicBezTo>
                  <a:cubicBezTo>
                    <a:pt x="6333" y="7056"/>
                    <a:pt x="6611" y="7211"/>
                    <a:pt x="6797" y="6840"/>
                  </a:cubicBezTo>
                  <a:cubicBezTo>
                    <a:pt x="6982" y="6469"/>
                    <a:pt x="7105" y="6006"/>
                    <a:pt x="6951" y="5697"/>
                  </a:cubicBezTo>
                  <a:cubicBezTo>
                    <a:pt x="6797" y="5388"/>
                    <a:pt x="6457" y="5203"/>
                    <a:pt x="6580" y="4554"/>
                  </a:cubicBezTo>
                  <a:cubicBezTo>
                    <a:pt x="6704" y="3905"/>
                    <a:pt x="7044" y="3065"/>
                    <a:pt x="7044" y="3065"/>
                  </a:cubicBezTo>
                  <a:cubicBezTo>
                    <a:pt x="7044" y="3065"/>
                    <a:pt x="6766" y="4301"/>
                    <a:pt x="7044" y="4678"/>
                  </a:cubicBezTo>
                  <a:cubicBezTo>
                    <a:pt x="7322" y="5048"/>
                    <a:pt x="7816" y="5481"/>
                    <a:pt x="7847" y="5790"/>
                  </a:cubicBezTo>
                  <a:cubicBezTo>
                    <a:pt x="7878" y="6099"/>
                    <a:pt x="7816" y="6352"/>
                    <a:pt x="7569" y="6871"/>
                  </a:cubicBezTo>
                  <a:cubicBezTo>
                    <a:pt x="7322" y="7396"/>
                    <a:pt x="6951" y="7674"/>
                    <a:pt x="7322" y="8230"/>
                  </a:cubicBezTo>
                  <a:cubicBezTo>
                    <a:pt x="7692" y="8792"/>
                    <a:pt x="7909" y="8483"/>
                    <a:pt x="8248" y="8755"/>
                  </a:cubicBezTo>
                  <a:cubicBezTo>
                    <a:pt x="8588" y="9039"/>
                    <a:pt x="8897" y="8755"/>
                    <a:pt x="9021" y="9348"/>
                  </a:cubicBezTo>
                  <a:cubicBezTo>
                    <a:pt x="9144" y="9935"/>
                    <a:pt x="9268" y="10331"/>
                    <a:pt x="9268" y="10738"/>
                  </a:cubicBezTo>
                  <a:cubicBezTo>
                    <a:pt x="9268" y="11140"/>
                    <a:pt x="8681" y="11721"/>
                    <a:pt x="8681" y="11721"/>
                  </a:cubicBezTo>
                  <a:cubicBezTo>
                    <a:pt x="8681" y="11721"/>
                    <a:pt x="6080" y="11875"/>
                    <a:pt x="5122" y="11937"/>
                  </a:cubicBezTo>
                  <a:cubicBezTo>
                    <a:pt x="4165" y="11999"/>
                    <a:pt x="2212" y="12029"/>
                    <a:pt x="1595" y="11566"/>
                  </a:cubicBezTo>
                  <a:cubicBezTo>
                    <a:pt x="977" y="11103"/>
                    <a:pt x="310" y="8965"/>
                    <a:pt x="310" y="89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3">
              <a:extLst>
                <a:ext uri="{FF2B5EF4-FFF2-40B4-BE49-F238E27FC236}">
                  <a16:creationId xmlns:a16="http://schemas.microsoft.com/office/drawing/2014/main" id="{86D1E969-00C9-78BE-C9C7-683B1B49734B}"/>
                </a:ext>
              </a:extLst>
            </p:cNvPr>
            <p:cNvSpPr/>
            <p:nvPr/>
          </p:nvSpPr>
          <p:spPr>
            <a:xfrm flipH="1">
              <a:off x="5802912" y="3467419"/>
              <a:ext cx="64197" cy="237270"/>
            </a:xfrm>
            <a:custGeom>
              <a:avLst/>
              <a:gdLst/>
              <a:ahLst/>
              <a:cxnLst/>
              <a:rect l="l" t="t" r="r" b="b"/>
              <a:pathLst>
                <a:path w="928" h="3430" extrusionOk="0">
                  <a:moveTo>
                    <a:pt x="433" y="1"/>
                  </a:moveTo>
                  <a:cubicBezTo>
                    <a:pt x="433" y="1"/>
                    <a:pt x="1" y="563"/>
                    <a:pt x="93" y="928"/>
                  </a:cubicBezTo>
                  <a:cubicBezTo>
                    <a:pt x="186" y="1298"/>
                    <a:pt x="309" y="1545"/>
                    <a:pt x="402" y="1762"/>
                  </a:cubicBezTo>
                  <a:cubicBezTo>
                    <a:pt x="495" y="1978"/>
                    <a:pt x="464" y="2472"/>
                    <a:pt x="464" y="2472"/>
                  </a:cubicBezTo>
                  <a:lnTo>
                    <a:pt x="371" y="3430"/>
                  </a:lnTo>
                  <a:cubicBezTo>
                    <a:pt x="371" y="3430"/>
                    <a:pt x="927" y="2318"/>
                    <a:pt x="896" y="1941"/>
                  </a:cubicBezTo>
                  <a:cubicBezTo>
                    <a:pt x="865" y="1570"/>
                    <a:pt x="495" y="1292"/>
                    <a:pt x="452" y="829"/>
                  </a:cubicBezTo>
                  <a:cubicBezTo>
                    <a:pt x="402" y="378"/>
                    <a:pt x="433" y="1"/>
                    <a:pt x="4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3">
              <a:extLst>
                <a:ext uri="{FF2B5EF4-FFF2-40B4-BE49-F238E27FC236}">
                  <a16:creationId xmlns:a16="http://schemas.microsoft.com/office/drawing/2014/main" id="{CFE68C19-116B-E10B-9801-1BE6B0AD3C32}"/>
                </a:ext>
              </a:extLst>
            </p:cNvPr>
            <p:cNvSpPr/>
            <p:nvPr/>
          </p:nvSpPr>
          <p:spPr>
            <a:xfrm flipH="1">
              <a:off x="5488369" y="3311013"/>
              <a:ext cx="83013" cy="363791"/>
            </a:xfrm>
            <a:custGeom>
              <a:avLst/>
              <a:gdLst/>
              <a:ahLst/>
              <a:cxnLst/>
              <a:rect l="l" t="t" r="r" b="b"/>
              <a:pathLst>
                <a:path w="1200" h="5259" extrusionOk="0">
                  <a:moveTo>
                    <a:pt x="396" y="1"/>
                  </a:moveTo>
                  <a:cubicBezTo>
                    <a:pt x="279" y="155"/>
                    <a:pt x="1" y="1082"/>
                    <a:pt x="180" y="1391"/>
                  </a:cubicBezTo>
                  <a:cubicBezTo>
                    <a:pt x="365" y="1700"/>
                    <a:pt x="551" y="1792"/>
                    <a:pt x="582" y="2318"/>
                  </a:cubicBezTo>
                  <a:cubicBezTo>
                    <a:pt x="612" y="2843"/>
                    <a:pt x="582" y="3306"/>
                    <a:pt x="520" y="3806"/>
                  </a:cubicBezTo>
                  <a:cubicBezTo>
                    <a:pt x="458" y="4301"/>
                    <a:pt x="798" y="5258"/>
                    <a:pt x="798" y="5258"/>
                  </a:cubicBezTo>
                  <a:cubicBezTo>
                    <a:pt x="798" y="5258"/>
                    <a:pt x="921" y="4319"/>
                    <a:pt x="1045" y="4115"/>
                  </a:cubicBezTo>
                  <a:cubicBezTo>
                    <a:pt x="1168" y="3918"/>
                    <a:pt x="1199" y="2824"/>
                    <a:pt x="1199" y="2824"/>
                  </a:cubicBezTo>
                  <a:lnTo>
                    <a:pt x="921" y="3318"/>
                  </a:lnTo>
                  <a:cubicBezTo>
                    <a:pt x="921" y="3318"/>
                    <a:pt x="1014" y="2330"/>
                    <a:pt x="829" y="1867"/>
                  </a:cubicBezTo>
                  <a:cubicBezTo>
                    <a:pt x="656" y="1403"/>
                    <a:pt x="396" y="1"/>
                    <a:pt x="3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3">
              <a:extLst>
                <a:ext uri="{FF2B5EF4-FFF2-40B4-BE49-F238E27FC236}">
                  <a16:creationId xmlns:a16="http://schemas.microsoft.com/office/drawing/2014/main" id="{60224870-2371-BB84-D9B5-7888DE01BDB6}"/>
                </a:ext>
              </a:extLst>
            </p:cNvPr>
            <p:cNvSpPr/>
            <p:nvPr/>
          </p:nvSpPr>
          <p:spPr>
            <a:xfrm flipH="1">
              <a:off x="5487511" y="3934148"/>
              <a:ext cx="1220222" cy="338957"/>
            </a:xfrm>
            <a:custGeom>
              <a:avLst/>
              <a:gdLst/>
              <a:ahLst/>
              <a:cxnLst/>
              <a:rect l="l" t="t" r="r" b="b"/>
              <a:pathLst>
                <a:path w="17639" h="4900" extrusionOk="0">
                  <a:moveTo>
                    <a:pt x="17639" y="4832"/>
                  </a:moveTo>
                  <a:lnTo>
                    <a:pt x="16687" y="4140"/>
                  </a:lnTo>
                  <a:lnTo>
                    <a:pt x="16125" y="2299"/>
                  </a:lnTo>
                  <a:lnTo>
                    <a:pt x="12950" y="1020"/>
                  </a:lnTo>
                  <a:cubicBezTo>
                    <a:pt x="12950" y="1020"/>
                    <a:pt x="11349" y="7"/>
                    <a:pt x="11102" y="0"/>
                  </a:cubicBezTo>
                  <a:cubicBezTo>
                    <a:pt x="10855" y="0"/>
                    <a:pt x="9144" y="593"/>
                    <a:pt x="8928" y="834"/>
                  </a:cubicBezTo>
                  <a:cubicBezTo>
                    <a:pt x="8699" y="1082"/>
                    <a:pt x="7457" y="1551"/>
                    <a:pt x="7457" y="1551"/>
                  </a:cubicBezTo>
                  <a:lnTo>
                    <a:pt x="5727" y="1125"/>
                  </a:lnTo>
                  <a:lnTo>
                    <a:pt x="5035" y="1798"/>
                  </a:lnTo>
                  <a:lnTo>
                    <a:pt x="5171" y="2638"/>
                  </a:lnTo>
                  <a:lnTo>
                    <a:pt x="4838" y="2169"/>
                  </a:lnTo>
                  <a:lnTo>
                    <a:pt x="3843" y="2614"/>
                  </a:lnTo>
                  <a:lnTo>
                    <a:pt x="2292" y="2657"/>
                  </a:lnTo>
                  <a:lnTo>
                    <a:pt x="1205" y="3133"/>
                  </a:lnTo>
                  <a:cubicBezTo>
                    <a:pt x="1205" y="3133"/>
                    <a:pt x="760" y="3837"/>
                    <a:pt x="723" y="3930"/>
                  </a:cubicBezTo>
                  <a:cubicBezTo>
                    <a:pt x="692" y="4022"/>
                    <a:pt x="377" y="4424"/>
                    <a:pt x="346" y="4510"/>
                  </a:cubicBezTo>
                  <a:cubicBezTo>
                    <a:pt x="315" y="4603"/>
                    <a:pt x="0" y="4900"/>
                    <a:pt x="186" y="4881"/>
                  </a:cubicBezTo>
                  <a:cubicBezTo>
                    <a:pt x="377" y="4856"/>
                    <a:pt x="17639" y="4832"/>
                    <a:pt x="17639" y="48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3">
              <a:extLst>
                <a:ext uri="{FF2B5EF4-FFF2-40B4-BE49-F238E27FC236}">
                  <a16:creationId xmlns:a16="http://schemas.microsoft.com/office/drawing/2014/main" id="{23434B2B-681C-C9C7-4926-3AA84D44BB6C}"/>
                </a:ext>
              </a:extLst>
            </p:cNvPr>
            <p:cNvSpPr/>
            <p:nvPr/>
          </p:nvSpPr>
          <p:spPr>
            <a:xfrm flipH="1">
              <a:off x="5910613" y="3961887"/>
              <a:ext cx="281276" cy="169755"/>
            </a:xfrm>
            <a:custGeom>
              <a:avLst/>
              <a:gdLst/>
              <a:ahLst/>
              <a:cxnLst/>
              <a:rect l="l" t="t" r="r" b="b"/>
              <a:pathLst>
                <a:path w="4066" h="2454" extrusionOk="0">
                  <a:moveTo>
                    <a:pt x="2898" y="57"/>
                  </a:moveTo>
                  <a:lnTo>
                    <a:pt x="1483" y="1212"/>
                  </a:lnTo>
                  <a:lnTo>
                    <a:pt x="1903" y="2454"/>
                  </a:lnTo>
                  <a:lnTo>
                    <a:pt x="2688" y="1663"/>
                  </a:lnTo>
                  <a:lnTo>
                    <a:pt x="4065" y="687"/>
                  </a:lnTo>
                  <a:cubicBezTo>
                    <a:pt x="4065" y="687"/>
                    <a:pt x="3577" y="32"/>
                    <a:pt x="3485" y="1"/>
                  </a:cubicBezTo>
                  <a:close/>
                  <a:moveTo>
                    <a:pt x="0" y="1156"/>
                  </a:moveTo>
                  <a:lnTo>
                    <a:pt x="1137" y="1885"/>
                  </a:lnTo>
                  <a:cubicBezTo>
                    <a:pt x="1137" y="1885"/>
                    <a:pt x="995" y="1243"/>
                    <a:pt x="884" y="779"/>
                  </a:cubicBezTo>
                  <a:cubicBezTo>
                    <a:pt x="476" y="971"/>
                    <a:pt x="0" y="1156"/>
                    <a:pt x="0" y="115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3">
              <a:extLst>
                <a:ext uri="{FF2B5EF4-FFF2-40B4-BE49-F238E27FC236}">
                  <a16:creationId xmlns:a16="http://schemas.microsoft.com/office/drawing/2014/main" id="{6DF8BCC1-C4DF-8EE9-31E6-259452979DC3}"/>
                </a:ext>
              </a:extLst>
            </p:cNvPr>
            <p:cNvSpPr/>
            <p:nvPr/>
          </p:nvSpPr>
          <p:spPr>
            <a:xfrm flipH="1">
              <a:off x="5487935" y="4093114"/>
              <a:ext cx="868524" cy="177434"/>
            </a:xfrm>
            <a:custGeom>
              <a:avLst/>
              <a:gdLst/>
              <a:ahLst/>
              <a:cxnLst/>
              <a:rect l="l" t="t" r="r" b="b"/>
              <a:pathLst>
                <a:path w="12555" h="2565" extrusionOk="0">
                  <a:moveTo>
                    <a:pt x="1" y="2565"/>
                  </a:moveTo>
                  <a:cubicBezTo>
                    <a:pt x="2447" y="2558"/>
                    <a:pt x="5406" y="2552"/>
                    <a:pt x="7834" y="2552"/>
                  </a:cubicBezTo>
                  <a:cubicBezTo>
                    <a:pt x="7921" y="2256"/>
                    <a:pt x="8082" y="1700"/>
                    <a:pt x="8082" y="1700"/>
                  </a:cubicBezTo>
                  <a:cubicBezTo>
                    <a:pt x="8082" y="1700"/>
                    <a:pt x="6970" y="1502"/>
                    <a:pt x="6506" y="1557"/>
                  </a:cubicBezTo>
                  <a:cubicBezTo>
                    <a:pt x="6043" y="1607"/>
                    <a:pt x="575" y="2336"/>
                    <a:pt x="297" y="2336"/>
                  </a:cubicBezTo>
                  <a:cubicBezTo>
                    <a:pt x="186" y="2330"/>
                    <a:pt x="87" y="2429"/>
                    <a:pt x="1" y="2565"/>
                  </a:cubicBezTo>
                  <a:close/>
                  <a:moveTo>
                    <a:pt x="8755" y="2546"/>
                  </a:moveTo>
                  <a:cubicBezTo>
                    <a:pt x="10967" y="2534"/>
                    <a:pt x="12555" y="2534"/>
                    <a:pt x="12555" y="2534"/>
                  </a:cubicBezTo>
                  <a:lnTo>
                    <a:pt x="11603" y="1842"/>
                  </a:lnTo>
                  <a:lnTo>
                    <a:pt x="11035" y="1"/>
                  </a:lnTo>
                  <a:lnTo>
                    <a:pt x="9719" y="1224"/>
                  </a:lnTo>
                  <a:cubicBezTo>
                    <a:pt x="9719" y="1224"/>
                    <a:pt x="9052" y="2114"/>
                    <a:pt x="8959" y="2114"/>
                  </a:cubicBezTo>
                  <a:cubicBezTo>
                    <a:pt x="8928" y="2114"/>
                    <a:pt x="8848" y="2305"/>
                    <a:pt x="8755" y="254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3">
              <a:extLst>
                <a:ext uri="{FF2B5EF4-FFF2-40B4-BE49-F238E27FC236}">
                  <a16:creationId xmlns:a16="http://schemas.microsoft.com/office/drawing/2014/main" id="{C5DA194C-1560-0EAB-B1F0-C870219B1CE7}"/>
                </a:ext>
              </a:extLst>
            </p:cNvPr>
            <p:cNvSpPr/>
            <p:nvPr/>
          </p:nvSpPr>
          <p:spPr>
            <a:xfrm flipH="1">
              <a:off x="6708971" y="4188023"/>
              <a:ext cx="310745" cy="91103"/>
            </a:xfrm>
            <a:custGeom>
              <a:avLst/>
              <a:gdLst/>
              <a:ahLst/>
              <a:cxnLst/>
              <a:rect l="l" t="t" r="r" b="b"/>
              <a:pathLst>
                <a:path w="4492" h="1317" extrusionOk="0">
                  <a:moveTo>
                    <a:pt x="4492" y="1032"/>
                  </a:moveTo>
                  <a:lnTo>
                    <a:pt x="3299" y="173"/>
                  </a:lnTo>
                  <a:lnTo>
                    <a:pt x="1971" y="0"/>
                  </a:lnTo>
                  <a:lnTo>
                    <a:pt x="562" y="661"/>
                  </a:lnTo>
                  <a:lnTo>
                    <a:pt x="0" y="1087"/>
                  </a:lnTo>
                  <a:lnTo>
                    <a:pt x="3281" y="1316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3">
              <a:extLst>
                <a:ext uri="{FF2B5EF4-FFF2-40B4-BE49-F238E27FC236}">
                  <a16:creationId xmlns:a16="http://schemas.microsoft.com/office/drawing/2014/main" id="{5221F2F8-9507-E7FD-6D19-A977EE575F20}"/>
                </a:ext>
              </a:extLst>
            </p:cNvPr>
            <p:cNvSpPr/>
            <p:nvPr/>
          </p:nvSpPr>
          <p:spPr>
            <a:xfrm flipH="1">
              <a:off x="6778218" y="4214102"/>
              <a:ext cx="215004" cy="65025"/>
            </a:xfrm>
            <a:custGeom>
              <a:avLst/>
              <a:gdLst/>
              <a:ahLst/>
              <a:cxnLst/>
              <a:rect l="l" t="t" r="r" b="b"/>
              <a:pathLst>
                <a:path w="3108" h="940" extrusionOk="0">
                  <a:moveTo>
                    <a:pt x="2898" y="939"/>
                  </a:moveTo>
                  <a:lnTo>
                    <a:pt x="0" y="741"/>
                  </a:lnTo>
                  <a:lnTo>
                    <a:pt x="674" y="105"/>
                  </a:lnTo>
                  <a:lnTo>
                    <a:pt x="1699" y="0"/>
                  </a:lnTo>
                  <a:lnTo>
                    <a:pt x="2410" y="192"/>
                  </a:lnTo>
                  <a:lnTo>
                    <a:pt x="3108" y="896"/>
                  </a:lnTo>
                  <a:close/>
                </a:path>
              </a:pathLst>
            </a:custGeom>
            <a:solidFill>
              <a:srgbClr val="AB4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3">
              <a:extLst>
                <a:ext uri="{FF2B5EF4-FFF2-40B4-BE49-F238E27FC236}">
                  <a16:creationId xmlns:a16="http://schemas.microsoft.com/office/drawing/2014/main" id="{41D60A55-E242-28BA-28F6-B181F8B9CE67}"/>
                </a:ext>
              </a:extLst>
            </p:cNvPr>
            <p:cNvSpPr/>
            <p:nvPr/>
          </p:nvSpPr>
          <p:spPr>
            <a:xfrm flipH="1">
              <a:off x="7838035" y="3822152"/>
              <a:ext cx="1327585" cy="414220"/>
            </a:xfrm>
            <a:custGeom>
              <a:avLst/>
              <a:gdLst/>
              <a:ahLst/>
              <a:cxnLst/>
              <a:rect l="l" t="t" r="r" b="b"/>
              <a:pathLst>
                <a:path w="19191" h="5988" extrusionOk="0">
                  <a:moveTo>
                    <a:pt x="17979" y="3473"/>
                  </a:moveTo>
                  <a:cubicBezTo>
                    <a:pt x="17948" y="3325"/>
                    <a:pt x="17800" y="3232"/>
                    <a:pt x="17652" y="3263"/>
                  </a:cubicBezTo>
                  <a:lnTo>
                    <a:pt x="17442" y="2311"/>
                  </a:lnTo>
                  <a:lnTo>
                    <a:pt x="19190" y="1941"/>
                  </a:lnTo>
                  <a:lnTo>
                    <a:pt x="18955" y="1292"/>
                  </a:lnTo>
                  <a:lnTo>
                    <a:pt x="17293" y="1663"/>
                  </a:lnTo>
                  <a:lnTo>
                    <a:pt x="17102" y="779"/>
                  </a:lnTo>
                  <a:cubicBezTo>
                    <a:pt x="17250" y="748"/>
                    <a:pt x="17343" y="600"/>
                    <a:pt x="17312" y="452"/>
                  </a:cubicBezTo>
                  <a:lnTo>
                    <a:pt x="17306" y="408"/>
                  </a:lnTo>
                  <a:cubicBezTo>
                    <a:pt x="17275" y="260"/>
                    <a:pt x="17127" y="168"/>
                    <a:pt x="16978" y="198"/>
                  </a:cubicBezTo>
                  <a:lnTo>
                    <a:pt x="16935" y="1"/>
                  </a:lnTo>
                  <a:lnTo>
                    <a:pt x="16639" y="62"/>
                  </a:lnTo>
                  <a:lnTo>
                    <a:pt x="17003" y="1743"/>
                  </a:lnTo>
                  <a:lnTo>
                    <a:pt x="15940" y="1978"/>
                  </a:lnTo>
                  <a:lnTo>
                    <a:pt x="15737" y="1070"/>
                  </a:lnTo>
                  <a:cubicBezTo>
                    <a:pt x="15885" y="1039"/>
                    <a:pt x="15977" y="890"/>
                    <a:pt x="15947" y="742"/>
                  </a:cubicBezTo>
                  <a:lnTo>
                    <a:pt x="15940" y="699"/>
                  </a:lnTo>
                  <a:cubicBezTo>
                    <a:pt x="15910" y="551"/>
                    <a:pt x="15761" y="458"/>
                    <a:pt x="15613" y="489"/>
                  </a:cubicBezTo>
                  <a:lnTo>
                    <a:pt x="15570" y="297"/>
                  </a:lnTo>
                  <a:lnTo>
                    <a:pt x="15273" y="359"/>
                  </a:lnTo>
                  <a:lnTo>
                    <a:pt x="15644" y="2052"/>
                  </a:lnTo>
                  <a:lnTo>
                    <a:pt x="1" y="5542"/>
                  </a:lnTo>
                  <a:lnTo>
                    <a:pt x="199" y="5987"/>
                  </a:lnTo>
                  <a:lnTo>
                    <a:pt x="15774" y="2682"/>
                  </a:lnTo>
                  <a:lnTo>
                    <a:pt x="16138" y="4338"/>
                  </a:lnTo>
                  <a:lnTo>
                    <a:pt x="16435" y="4276"/>
                  </a:lnTo>
                  <a:lnTo>
                    <a:pt x="16410" y="4152"/>
                  </a:lnTo>
                  <a:cubicBezTo>
                    <a:pt x="16558" y="4121"/>
                    <a:pt x="16651" y="3973"/>
                    <a:pt x="16620" y="3825"/>
                  </a:cubicBezTo>
                  <a:lnTo>
                    <a:pt x="16608" y="3782"/>
                  </a:lnTo>
                  <a:cubicBezTo>
                    <a:pt x="16577" y="3633"/>
                    <a:pt x="16435" y="3541"/>
                    <a:pt x="16286" y="3572"/>
                  </a:cubicBezTo>
                  <a:lnTo>
                    <a:pt x="16076" y="2626"/>
                  </a:lnTo>
                  <a:lnTo>
                    <a:pt x="17151" y="2404"/>
                  </a:lnTo>
                  <a:lnTo>
                    <a:pt x="17516" y="4066"/>
                  </a:lnTo>
                  <a:lnTo>
                    <a:pt x="17806" y="4004"/>
                  </a:lnTo>
                  <a:lnTo>
                    <a:pt x="17781" y="3881"/>
                  </a:lnTo>
                  <a:cubicBezTo>
                    <a:pt x="17930" y="3850"/>
                    <a:pt x="18022" y="3701"/>
                    <a:pt x="17992" y="3553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3">
              <a:extLst>
                <a:ext uri="{FF2B5EF4-FFF2-40B4-BE49-F238E27FC236}">
                  <a16:creationId xmlns:a16="http://schemas.microsoft.com/office/drawing/2014/main" id="{74DD6F5E-4AD9-61D3-0451-31BBB5A49954}"/>
                </a:ext>
              </a:extLst>
            </p:cNvPr>
            <p:cNvSpPr/>
            <p:nvPr/>
          </p:nvSpPr>
          <p:spPr>
            <a:xfrm flipH="1">
              <a:off x="7046600" y="3877701"/>
              <a:ext cx="1082213" cy="603137"/>
            </a:xfrm>
            <a:custGeom>
              <a:avLst/>
              <a:gdLst/>
              <a:ahLst/>
              <a:cxnLst/>
              <a:rect l="l" t="t" r="r" b="b"/>
              <a:pathLst>
                <a:path w="15644" h="8719" extrusionOk="0">
                  <a:moveTo>
                    <a:pt x="4023" y="3949"/>
                  </a:moveTo>
                  <a:cubicBezTo>
                    <a:pt x="4789" y="4258"/>
                    <a:pt x="5629" y="4307"/>
                    <a:pt x="6377" y="4671"/>
                  </a:cubicBezTo>
                  <a:cubicBezTo>
                    <a:pt x="6760" y="4857"/>
                    <a:pt x="7087" y="5110"/>
                    <a:pt x="7446" y="5339"/>
                  </a:cubicBezTo>
                  <a:cubicBezTo>
                    <a:pt x="7767" y="5549"/>
                    <a:pt x="8107" y="5722"/>
                    <a:pt x="8477" y="5827"/>
                  </a:cubicBezTo>
                  <a:cubicBezTo>
                    <a:pt x="9268" y="6049"/>
                    <a:pt x="10102" y="6012"/>
                    <a:pt x="10905" y="5919"/>
                  </a:cubicBezTo>
                  <a:cubicBezTo>
                    <a:pt x="11949" y="5796"/>
                    <a:pt x="12987" y="5586"/>
                    <a:pt x="14038" y="5734"/>
                  </a:cubicBezTo>
                  <a:cubicBezTo>
                    <a:pt x="14062" y="5734"/>
                    <a:pt x="14081" y="5697"/>
                    <a:pt x="14050" y="5697"/>
                  </a:cubicBezTo>
                  <a:cubicBezTo>
                    <a:pt x="12332" y="5450"/>
                    <a:pt x="10640" y="6160"/>
                    <a:pt x="8935" y="5882"/>
                  </a:cubicBezTo>
                  <a:cubicBezTo>
                    <a:pt x="8533" y="5814"/>
                    <a:pt x="8138" y="5691"/>
                    <a:pt x="7779" y="5487"/>
                  </a:cubicBezTo>
                  <a:cubicBezTo>
                    <a:pt x="7421" y="5295"/>
                    <a:pt x="7106" y="5042"/>
                    <a:pt x="6766" y="4832"/>
                  </a:cubicBezTo>
                  <a:cubicBezTo>
                    <a:pt x="6093" y="4412"/>
                    <a:pt x="5327" y="4288"/>
                    <a:pt x="4579" y="4085"/>
                  </a:cubicBezTo>
                  <a:cubicBezTo>
                    <a:pt x="3807" y="3875"/>
                    <a:pt x="2973" y="3485"/>
                    <a:pt x="2664" y="2682"/>
                  </a:cubicBezTo>
                  <a:cubicBezTo>
                    <a:pt x="2664" y="2676"/>
                    <a:pt x="2651" y="2676"/>
                    <a:pt x="2658" y="2682"/>
                  </a:cubicBezTo>
                  <a:cubicBezTo>
                    <a:pt x="2868" y="3318"/>
                    <a:pt x="3436" y="3720"/>
                    <a:pt x="4023" y="3949"/>
                  </a:cubicBezTo>
                  <a:close/>
                  <a:moveTo>
                    <a:pt x="15613" y="6840"/>
                  </a:moveTo>
                  <a:cubicBezTo>
                    <a:pt x="14532" y="7124"/>
                    <a:pt x="13426" y="6784"/>
                    <a:pt x="12339" y="6723"/>
                  </a:cubicBezTo>
                  <a:cubicBezTo>
                    <a:pt x="11239" y="6661"/>
                    <a:pt x="10195" y="7062"/>
                    <a:pt x="9095" y="7124"/>
                  </a:cubicBezTo>
                  <a:cubicBezTo>
                    <a:pt x="8551" y="7155"/>
                    <a:pt x="7995" y="7087"/>
                    <a:pt x="7507" y="6834"/>
                  </a:cubicBezTo>
                  <a:cubicBezTo>
                    <a:pt x="7075" y="6599"/>
                    <a:pt x="6729" y="6259"/>
                    <a:pt x="6389" y="5919"/>
                  </a:cubicBezTo>
                  <a:cubicBezTo>
                    <a:pt x="5691" y="5240"/>
                    <a:pt x="4919" y="4678"/>
                    <a:pt x="4017" y="4307"/>
                  </a:cubicBezTo>
                  <a:cubicBezTo>
                    <a:pt x="3547" y="4115"/>
                    <a:pt x="3053" y="4004"/>
                    <a:pt x="2571" y="3856"/>
                  </a:cubicBezTo>
                  <a:cubicBezTo>
                    <a:pt x="2077" y="3702"/>
                    <a:pt x="1589" y="3498"/>
                    <a:pt x="1274" y="3078"/>
                  </a:cubicBezTo>
                  <a:cubicBezTo>
                    <a:pt x="1261" y="3053"/>
                    <a:pt x="1218" y="3078"/>
                    <a:pt x="1237" y="3102"/>
                  </a:cubicBezTo>
                  <a:lnTo>
                    <a:pt x="1237" y="3102"/>
                  </a:lnTo>
                  <a:cubicBezTo>
                    <a:pt x="1230" y="3102"/>
                    <a:pt x="1218" y="3108"/>
                    <a:pt x="1218" y="3115"/>
                  </a:cubicBezTo>
                  <a:cubicBezTo>
                    <a:pt x="1187" y="3887"/>
                    <a:pt x="1181" y="4801"/>
                    <a:pt x="1799" y="5363"/>
                  </a:cubicBezTo>
                  <a:cubicBezTo>
                    <a:pt x="2342" y="5852"/>
                    <a:pt x="3115" y="5907"/>
                    <a:pt x="3794" y="6049"/>
                  </a:cubicBezTo>
                  <a:cubicBezTo>
                    <a:pt x="4171" y="6130"/>
                    <a:pt x="4548" y="6235"/>
                    <a:pt x="4876" y="6451"/>
                  </a:cubicBezTo>
                  <a:cubicBezTo>
                    <a:pt x="5234" y="6692"/>
                    <a:pt x="5493" y="7062"/>
                    <a:pt x="5784" y="7377"/>
                  </a:cubicBezTo>
                  <a:cubicBezTo>
                    <a:pt x="6068" y="7686"/>
                    <a:pt x="6395" y="7903"/>
                    <a:pt x="6803" y="7995"/>
                  </a:cubicBezTo>
                  <a:cubicBezTo>
                    <a:pt x="7260" y="8107"/>
                    <a:pt x="7736" y="8088"/>
                    <a:pt x="8212" y="8113"/>
                  </a:cubicBezTo>
                  <a:cubicBezTo>
                    <a:pt x="8817" y="8144"/>
                    <a:pt x="9423" y="8212"/>
                    <a:pt x="10022" y="8317"/>
                  </a:cubicBezTo>
                  <a:cubicBezTo>
                    <a:pt x="10621" y="8415"/>
                    <a:pt x="11196" y="8576"/>
                    <a:pt x="11783" y="8706"/>
                  </a:cubicBezTo>
                  <a:cubicBezTo>
                    <a:pt x="11801" y="8718"/>
                    <a:pt x="11807" y="8687"/>
                    <a:pt x="11789" y="8675"/>
                  </a:cubicBezTo>
                  <a:cubicBezTo>
                    <a:pt x="11307" y="8514"/>
                    <a:pt x="10788" y="8415"/>
                    <a:pt x="10288" y="8329"/>
                  </a:cubicBezTo>
                  <a:cubicBezTo>
                    <a:pt x="9806" y="8242"/>
                    <a:pt x="9318" y="8174"/>
                    <a:pt x="8836" y="8131"/>
                  </a:cubicBezTo>
                  <a:cubicBezTo>
                    <a:pt x="8341" y="8082"/>
                    <a:pt x="7853" y="8076"/>
                    <a:pt x="7359" y="8039"/>
                  </a:cubicBezTo>
                  <a:cubicBezTo>
                    <a:pt x="6883" y="7995"/>
                    <a:pt x="6420" y="7896"/>
                    <a:pt x="6037" y="7575"/>
                  </a:cubicBezTo>
                  <a:cubicBezTo>
                    <a:pt x="5728" y="7303"/>
                    <a:pt x="5499" y="6957"/>
                    <a:pt x="5203" y="6667"/>
                  </a:cubicBezTo>
                  <a:cubicBezTo>
                    <a:pt x="4950" y="6420"/>
                    <a:pt x="4647" y="6253"/>
                    <a:pt x="4307" y="6142"/>
                  </a:cubicBezTo>
                  <a:cubicBezTo>
                    <a:pt x="3621" y="5919"/>
                    <a:pt x="2849" y="5926"/>
                    <a:pt x="2194" y="5598"/>
                  </a:cubicBezTo>
                  <a:cubicBezTo>
                    <a:pt x="1774" y="5382"/>
                    <a:pt x="1484" y="5024"/>
                    <a:pt x="1354" y="4579"/>
                  </a:cubicBezTo>
                  <a:cubicBezTo>
                    <a:pt x="1212" y="4115"/>
                    <a:pt x="1230" y="3621"/>
                    <a:pt x="1243" y="3133"/>
                  </a:cubicBezTo>
                  <a:cubicBezTo>
                    <a:pt x="1774" y="3807"/>
                    <a:pt x="2695" y="3930"/>
                    <a:pt x="3467" y="4165"/>
                  </a:cubicBezTo>
                  <a:cubicBezTo>
                    <a:pt x="4480" y="4486"/>
                    <a:pt x="5388" y="5042"/>
                    <a:pt x="6154" y="5765"/>
                  </a:cubicBezTo>
                  <a:cubicBezTo>
                    <a:pt x="6494" y="6092"/>
                    <a:pt x="6815" y="6438"/>
                    <a:pt x="7211" y="6710"/>
                  </a:cubicBezTo>
                  <a:cubicBezTo>
                    <a:pt x="7619" y="6988"/>
                    <a:pt x="8094" y="7130"/>
                    <a:pt x="8589" y="7174"/>
                  </a:cubicBezTo>
                  <a:cubicBezTo>
                    <a:pt x="9719" y="7248"/>
                    <a:pt x="10794" y="6791"/>
                    <a:pt x="11925" y="6772"/>
                  </a:cubicBezTo>
                  <a:cubicBezTo>
                    <a:pt x="13160" y="6741"/>
                    <a:pt x="14396" y="7211"/>
                    <a:pt x="15625" y="6877"/>
                  </a:cubicBezTo>
                  <a:cubicBezTo>
                    <a:pt x="15644" y="6871"/>
                    <a:pt x="15638" y="6840"/>
                    <a:pt x="15613" y="6840"/>
                  </a:cubicBezTo>
                  <a:close/>
                  <a:moveTo>
                    <a:pt x="928" y="5394"/>
                  </a:moveTo>
                  <a:cubicBezTo>
                    <a:pt x="693" y="4968"/>
                    <a:pt x="582" y="4517"/>
                    <a:pt x="600" y="4029"/>
                  </a:cubicBezTo>
                  <a:cubicBezTo>
                    <a:pt x="619" y="3782"/>
                    <a:pt x="650" y="3535"/>
                    <a:pt x="650" y="3288"/>
                  </a:cubicBezTo>
                  <a:cubicBezTo>
                    <a:pt x="650" y="3053"/>
                    <a:pt x="619" y="2824"/>
                    <a:pt x="563" y="2589"/>
                  </a:cubicBezTo>
                  <a:cubicBezTo>
                    <a:pt x="452" y="2132"/>
                    <a:pt x="285" y="1694"/>
                    <a:pt x="254" y="1230"/>
                  </a:cubicBezTo>
                  <a:cubicBezTo>
                    <a:pt x="230" y="785"/>
                    <a:pt x="341" y="304"/>
                    <a:pt x="705" y="19"/>
                  </a:cubicBezTo>
                  <a:cubicBezTo>
                    <a:pt x="711" y="13"/>
                    <a:pt x="705" y="1"/>
                    <a:pt x="693" y="1"/>
                  </a:cubicBezTo>
                  <a:cubicBezTo>
                    <a:pt x="1" y="514"/>
                    <a:pt x="211" y="1477"/>
                    <a:pt x="403" y="2182"/>
                  </a:cubicBezTo>
                  <a:cubicBezTo>
                    <a:pt x="477" y="2454"/>
                    <a:pt x="557" y="2732"/>
                    <a:pt x="588" y="3016"/>
                  </a:cubicBezTo>
                  <a:cubicBezTo>
                    <a:pt x="619" y="3288"/>
                    <a:pt x="588" y="3566"/>
                    <a:pt x="569" y="3831"/>
                  </a:cubicBezTo>
                  <a:cubicBezTo>
                    <a:pt x="532" y="4313"/>
                    <a:pt x="582" y="4752"/>
                    <a:pt x="779" y="5190"/>
                  </a:cubicBezTo>
                  <a:cubicBezTo>
                    <a:pt x="996" y="5672"/>
                    <a:pt x="1329" y="6111"/>
                    <a:pt x="1681" y="6506"/>
                  </a:cubicBezTo>
                  <a:cubicBezTo>
                    <a:pt x="1694" y="6513"/>
                    <a:pt x="1706" y="6506"/>
                    <a:pt x="1700" y="6488"/>
                  </a:cubicBezTo>
                  <a:cubicBezTo>
                    <a:pt x="1434" y="6136"/>
                    <a:pt x="1144" y="5790"/>
                    <a:pt x="928" y="5394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3">
              <a:extLst>
                <a:ext uri="{FF2B5EF4-FFF2-40B4-BE49-F238E27FC236}">
                  <a16:creationId xmlns:a16="http://schemas.microsoft.com/office/drawing/2014/main" id="{DCC1D700-C4A3-EE46-8BB1-D0371B0E7684}"/>
                </a:ext>
              </a:extLst>
            </p:cNvPr>
            <p:cNvSpPr/>
            <p:nvPr/>
          </p:nvSpPr>
          <p:spPr>
            <a:xfrm flipH="1">
              <a:off x="5012702" y="3575126"/>
              <a:ext cx="656079" cy="688153"/>
            </a:xfrm>
            <a:custGeom>
              <a:avLst/>
              <a:gdLst/>
              <a:ahLst/>
              <a:cxnLst/>
              <a:rect l="l" t="t" r="r" b="b"/>
              <a:pathLst>
                <a:path w="9484" h="9948" extrusionOk="0">
                  <a:moveTo>
                    <a:pt x="3707" y="8934"/>
                  </a:moveTo>
                  <a:cubicBezTo>
                    <a:pt x="3392" y="8718"/>
                    <a:pt x="3089" y="8477"/>
                    <a:pt x="2799" y="8230"/>
                  </a:cubicBezTo>
                  <a:cubicBezTo>
                    <a:pt x="2657" y="8119"/>
                    <a:pt x="2521" y="7995"/>
                    <a:pt x="2379" y="7878"/>
                  </a:cubicBezTo>
                  <a:cubicBezTo>
                    <a:pt x="2292" y="7798"/>
                    <a:pt x="2200" y="7730"/>
                    <a:pt x="2125" y="7643"/>
                  </a:cubicBezTo>
                  <a:cubicBezTo>
                    <a:pt x="2323" y="7192"/>
                    <a:pt x="2614" y="6735"/>
                    <a:pt x="2403" y="6247"/>
                  </a:cubicBezTo>
                  <a:lnTo>
                    <a:pt x="2354" y="6154"/>
                  </a:lnTo>
                  <a:cubicBezTo>
                    <a:pt x="2539" y="5919"/>
                    <a:pt x="2719" y="5691"/>
                    <a:pt x="2836" y="5413"/>
                  </a:cubicBezTo>
                  <a:cubicBezTo>
                    <a:pt x="2966" y="5110"/>
                    <a:pt x="3034" y="4776"/>
                    <a:pt x="2966" y="4449"/>
                  </a:cubicBezTo>
                  <a:cubicBezTo>
                    <a:pt x="2885" y="4066"/>
                    <a:pt x="2669" y="3739"/>
                    <a:pt x="2595" y="3355"/>
                  </a:cubicBezTo>
                  <a:cubicBezTo>
                    <a:pt x="2416" y="2540"/>
                    <a:pt x="2533" y="1675"/>
                    <a:pt x="2163" y="909"/>
                  </a:cubicBezTo>
                  <a:cubicBezTo>
                    <a:pt x="2156" y="897"/>
                    <a:pt x="2125" y="909"/>
                    <a:pt x="2138" y="927"/>
                  </a:cubicBezTo>
                  <a:cubicBezTo>
                    <a:pt x="2471" y="1669"/>
                    <a:pt x="2379" y="2491"/>
                    <a:pt x="2527" y="3275"/>
                  </a:cubicBezTo>
                  <a:cubicBezTo>
                    <a:pt x="2564" y="3461"/>
                    <a:pt x="2607" y="3633"/>
                    <a:pt x="2681" y="3813"/>
                  </a:cubicBezTo>
                  <a:cubicBezTo>
                    <a:pt x="2756" y="4017"/>
                    <a:pt x="2854" y="4208"/>
                    <a:pt x="2910" y="4406"/>
                  </a:cubicBezTo>
                  <a:cubicBezTo>
                    <a:pt x="3021" y="4826"/>
                    <a:pt x="2898" y="5252"/>
                    <a:pt x="2688" y="5610"/>
                  </a:cubicBezTo>
                  <a:cubicBezTo>
                    <a:pt x="2589" y="5790"/>
                    <a:pt x="2465" y="5950"/>
                    <a:pt x="2329" y="6105"/>
                  </a:cubicBezTo>
                  <a:cubicBezTo>
                    <a:pt x="2200" y="5876"/>
                    <a:pt x="1990" y="5691"/>
                    <a:pt x="1835" y="5475"/>
                  </a:cubicBezTo>
                  <a:cubicBezTo>
                    <a:pt x="1631" y="5172"/>
                    <a:pt x="1582" y="4832"/>
                    <a:pt x="1613" y="4480"/>
                  </a:cubicBezTo>
                  <a:cubicBezTo>
                    <a:pt x="1668" y="3868"/>
                    <a:pt x="1928" y="3182"/>
                    <a:pt x="1619" y="2596"/>
                  </a:cubicBezTo>
                  <a:cubicBezTo>
                    <a:pt x="1434" y="2243"/>
                    <a:pt x="1094" y="2021"/>
                    <a:pt x="803" y="1768"/>
                  </a:cubicBezTo>
                  <a:cubicBezTo>
                    <a:pt x="476" y="1484"/>
                    <a:pt x="148" y="1008"/>
                    <a:pt x="346" y="563"/>
                  </a:cubicBezTo>
                  <a:cubicBezTo>
                    <a:pt x="346" y="563"/>
                    <a:pt x="346" y="557"/>
                    <a:pt x="340" y="563"/>
                  </a:cubicBezTo>
                  <a:cubicBezTo>
                    <a:pt x="0" y="1267"/>
                    <a:pt x="810" y="1792"/>
                    <a:pt x="1242" y="2194"/>
                  </a:cubicBezTo>
                  <a:cubicBezTo>
                    <a:pt x="1545" y="2478"/>
                    <a:pt x="1724" y="2799"/>
                    <a:pt x="1724" y="3220"/>
                  </a:cubicBezTo>
                  <a:cubicBezTo>
                    <a:pt x="1730" y="3584"/>
                    <a:pt x="1637" y="3942"/>
                    <a:pt x="1582" y="4301"/>
                  </a:cubicBezTo>
                  <a:cubicBezTo>
                    <a:pt x="1539" y="4622"/>
                    <a:pt x="1520" y="4962"/>
                    <a:pt x="1662" y="5271"/>
                  </a:cubicBezTo>
                  <a:cubicBezTo>
                    <a:pt x="1798" y="5580"/>
                    <a:pt x="2064" y="5796"/>
                    <a:pt x="2249" y="6074"/>
                  </a:cubicBezTo>
                  <a:cubicBezTo>
                    <a:pt x="2261" y="6099"/>
                    <a:pt x="2280" y="6123"/>
                    <a:pt x="2286" y="6148"/>
                  </a:cubicBezTo>
                  <a:cubicBezTo>
                    <a:pt x="2187" y="6278"/>
                    <a:pt x="2082" y="6401"/>
                    <a:pt x="2002" y="6537"/>
                  </a:cubicBezTo>
                  <a:cubicBezTo>
                    <a:pt x="1835" y="6803"/>
                    <a:pt x="1730" y="7112"/>
                    <a:pt x="1878" y="7402"/>
                  </a:cubicBezTo>
                  <a:cubicBezTo>
                    <a:pt x="1922" y="7489"/>
                    <a:pt x="1977" y="7575"/>
                    <a:pt x="2045" y="7643"/>
                  </a:cubicBezTo>
                  <a:cubicBezTo>
                    <a:pt x="1983" y="7791"/>
                    <a:pt x="1928" y="7946"/>
                    <a:pt x="1897" y="8100"/>
                  </a:cubicBezTo>
                  <a:cubicBezTo>
                    <a:pt x="1736" y="9021"/>
                    <a:pt x="2638" y="9589"/>
                    <a:pt x="3343" y="9935"/>
                  </a:cubicBezTo>
                  <a:cubicBezTo>
                    <a:pt x="3349" y="9947"/>
                    <a:pt x="3367" y="9929"/>
                    <a:pt x="3349" y="9923"/>
                  </a:cubicBezTo>
                  <a:cubicBezTo>
                    <a:pt x="2978" y="9713"/>
                    <a:pt x="2595" y="9521"/>
                    <a:pt x="2298" y="9194"/>
                  </a:cubicBezTo>
                  <a:cubicBezTo>
                    <a:pt x="2014" y="8879"/>
                    <a:pt x="1847" y="8471"/>
                    <a:pt x="1946" y="8045"/>
                  </a:cubicBezTo>
                  <a:cubicBezTo>
                    <a:pt x="1977" y="7921"/>
                    <a:pt x="2020" y="7798"/>
                    <a:pt x="2070" y="7674"/>
                  </a:cubicBezTo>
                  <a:cubicBezTo>
                    <a:pt x="2237" y="7853"/>
                    <a:pt x="2447" y="8001"/>
                    <a:pt x="2626" y="8143"/>
                  </a:cubicBezTo>
                  <a:cubicBezTo>
                    <a:pt x="2904" y="8378"/>
                    <a:pt x="3188" y="8601"/>
                    <a:pt x="3485" y="8817"/>
                  </a:cubicBezTo>
                  <a:cubicBezTo>
                    <a:pt x="4164" y="9305"/>
                    <a:pt x="4912" y="9700"/>
                    <a:pt x="5740" y="9824"/>
                  </a:cubicBezTo>
                  <a:cubicBezTo>
                    <a:pt x="5746" y="9824"/>
                    <a:pt x="5752" y="9805"/>
                    <a:pt x="5746" y="9805"/>
                  </a:cubicBezTo>
                  <a:cubicBezTo>
                    <a:pt x="5023" y="9700"/>
                    <a:pt x="4331" y="9367"/>
                    <a:pt x="3707" y="8934"/>
                  </a:cubicBezTo>
                  <a:close/>
                  <a:moveTo>
                    <a:pt x="9459" y="5759"/>
                  </a:moveTo>
                  <a:cubicBezTo>
                    <a:pt x="8761" y="5604"/>
                    <a:pt x="8050" y="5505"/>
                    <a:pt x="7352" y="5308"/>
                  </a:cubicBezTo>
                  <a:cubicBezTo>
                    <a:pt x="6710" y="5122"/>
                    <a:pt x="6086" y="4881"/>
                    <a:pt x="5523" y="4523"/>
                  </a:cubicBezTo>
                  <a:cubicBezTo>
                    <a:pt x="4998" y="4196"/>
                    <a:pt x="4529" y="3776"/>
                    <a:pt x="4177" y="3257"/>
                  </a:cubicBezTo>
                  <a:cubicBezTo>
                    <a:pt x="4010" y="3003"/>
                    <a:pt x="3868" y="2725"/>
                    <a:pt x="3769" y="2441"/>
                  </a:cubicBezTo>
                  <a:cubicBezTo>
                    <a:pt x="3651" y="2108"/>
                    <a:pt x="3583" y="1762"/>
                    <a:pt x="3491" y="1422"/>
                  </a:cubicBezTo>
                  <a:cubicBezTo>
                    <a:pt x="3324" y="841"/>
                    <a:pt x="3021" y="223"/>
                    <a:pt x="2410" y="7"/>
                  </a:cubicBezTo>
                  <a:cubicBezTo>
                    <a:pt x="2397" y="1"/>
                    <a:pt x="2385" y="25"/>
                    <a:pt x="2403" y="32"/>
                  </a:cubicBezTo>
                  <a:cubicBezTo>
                    <a:pt x="3058" y="279"/>
                    <a:pt x="3330" y="971"/>
                    <a:pt x="3491" y="1595"/>
                  </a:cubicBezTo>
                  <a:cubicBezTo>
                    <a:pt x="3645" y="2213"/>
                    <a:pt x="3800" y="2793"/>
                    <a:pt x="4164" y="3325"/>
                  </a:cubicBezTo>
                  <a:cubicBezTo>
                    <a:pt x="4850" y="4313"/>
                    <a:pt x="5944" y="4919"/>
                    <a:pt x="7074" y="5283"/>
                  </a:cubicBezTo>
                  <a:cubicBezTo>
                    <a:pt x="7840" y="5518"/>
                    <a:pt x="8650" y="5697"/>
                    <a:pt x="9447" y="5808"/>
                  </a:cubicBezTo>
                  <a:cubicBezTo>
                    <a:pt x="9477" y="5802"/>
                    <a:pt x="9484" y="5771"/>
                    <a:pt x="9459" y="5759"/>
                  </a:cubicBezTo>
                  <a:close/>
                  <a:moveTo>
                    <a:pt x="2088" y="7544"/>
                  </a:moveTo>
                  <a:cubicBezTo>
                    <a:pt x="2088" y="7544"/>
                    <a:pt x="1909" y="7396"/>
                    <a:pt x="1891" y="7143"/>
                  </a:cubicBezTo>
                  <a:cubicBezTo>
                    <a:pt x="1878" y="6889"/>
                    <a:pt x="2336" y="6234"/>
                    <a:pt x="2336" y="6234"/>
                  </a:cubicBezTo>
                  <a:cubicBezTo>
                    <a:pt x="2336" y="6234"/>
                    <a:pt x="2490" y="6488"/>
                    <a:pt x="2410" y="6772"/>
                  </a:cubicBezTo>
                  <a:cubicBezTo>
                    <a:pt x="2336" y="7056"/>
                    <a:pt x="2088" y="7544"/>
                    <a:pt x="2088" y="754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3">
              <a:extLst>
                <a:ext uri="{FF2B5EF4-FFF2-40B4-BE49-F238E27FC236}">
                  <a16:creationId xmlns:a16="http://schemas.microsoft.com/office/drawing/2014/main" id="{62A3F907-92D5-95D3-729A-38820EFA87CD}"/>
                </a:ext>
              </a:extLst>
            </p:cNvPr>
            <p:cNvSpPr/>
            <p:nvPr/>
          </p:nvSpPr>
          <p:spPr>
            <a:xfrm flipH="1">
              <a:off x="5485806" y="3478142"/>
              <a:ext cx="224481" cy="847117"/>
            </a:xfrm>
            <a:custGeom>
              <a:avLst/>
              <a:gdLst/>
              <a:ahLst/>
              <a:cxnLst/>
              <a:rect l="l" t="t" r="r" b="b"/>
              <a:pathLst>
                <a:path w="3245" h="12246" extrusionOk="0">
                  <a:moveTo>
                    <a:pt x="2966" y="1100"/>
                  </a:moveTo>
                  <a:cubicBezTo>
                    <a:pt x="2874" y="1082"/>
                    <a:pt x="2781" y="1149"/>
                    <a:pt x="2763" y="1248"/>
                  </a:cubicBezTo>
                  <a:lnTo>
                    <a:pt x="2151" y="1149"/>
                  </a:lnTo>
                  <a:lnTo>
                    <a:pt x="2336" y="19"/>
                  </a:lnTo>
                  <a:lnTo>
                    <a:pt x="1898" y="0"/>
                  </a:lnTo>
                  <a:lnTo>
                    <a:pt x="1731" y="1075"/>
                  </a:lnTo>
                  <a:lnTo>
                    <a:pt x="1156" y="983"/>
                  </a:lnTo>
                  <a:cubicBezTo>
                    <a:pt x="1175" y="890"/>
                    <a:pt x="1113" y="797"/>
                    <a:pt x="1008" y="785"/>
                  </a:cubicBezTo>
                  <a:lnTo>
                    <a:pt x="977" y="773"/>
                  </a:lnTo>
                  <a:cubicBezTo>
                    <a:pt x="884" y="760"/>
                    <a:pt x="792" y="822"/>
                    <a:pt x="779" y="921"/>
                  </a:cubicBezTo>
                  <a:lnTo>
                    <a:pt x="656" y="896"/>
                  </a:lnTo>
                  <a:lnTo>
                    <a:pt x="625" y="1082"/>
                  </a:lnTo>
                  <a:lnTo>
                    <a:pt x="1706" y="1261"/>
                  </a:lnTo>
                  <a:lnTo>
                    <a:pt x="1595" y="1946"/>
                  </a:lnTo>
                  <a:lnTo>
                    <a:pt x="1008" y="1854"/>
                  </a:lnTo>
                  <a:cubicBezTo>
                    <a:pt x="1026" y="1761"/>
                    <a:pt x="965" y="1668"/>
                    <a:pt x="866" y="1656"/>
                  </a:cubicBezTo>
                  <a:lnTo>
                    <a:pt x="835" y="1650"/>
                  </a:lnTo>
                  <a:cubicBezTo>
                    <a:pt x="742" y="1631"/>
                    <a:pt x="650" y="1693"/>
                    <a:pt x="631" y="1792"/>
                  </a:cubicBezTo>
                  <a:lnTo>
                    <a:pt x="508" y="1773"/>
                  </a:lnTo>
                  <a:lnTo>
                    <a:pt x="477" y="1959"/>
                  </a:lnTo>
                  <a:lnTo>
                    <a:pt x="1576" y="2132"/>
                  </a:lnTo>
                  <a:lnTo>
                    <a:pt x="1" y="12245"/>
                  </a:lnTo>
                  <a:lnTo>
                    <a:pt x="316" y="12227"/>
                  </a:lnTo>
                  <a:lnTo>
                    <a:pt x="1990" y="2194"/>
                  </a:lnTo>
                  <a:lnTo>
                    <a:pt x="3059" y="2367"/>
                  </a:lnTo>
                  <a:lnTo>
                    <a:pt x="3090" y="2181"/>
                  </a:lnTo>
                  <a:lnTo>
                    <a:pt x="3010" y="2163"/>
                  </a:lnTo>
                  <a:cubicBezTo>
                    <a:pt x="3022" y="2070"/>
                    <a:pt x="2966" y="1977"/>
                    <a:pt x="2861" y="1965"/>
                  </a:cubicBezTo>
                  <a:lnTo>
                    <a:pt x="2830" y="1959"/>
                  </a:lnTo>
                  <a:cubicBezTo>
                    <a:pt x="2738" y="1940"/>
                    <a:pt x="2645" y="2002"/>
                    <a:pt x="2633" y="2101"/>
                  </a:cubicBezTo>
                  <a:lnTo>
                    <a:pt x="2021" y="2002"/>
                  </a:lnTo>
                  <a:lnTo>
                    <a:pt x="2139" y="1316"/>
                  </a:lnTo>
                  <a:lnTo>
                    <a:pt x="3214" y="1483"/>
                  </a:lnTo>
                  <a:lnTo>
                    <a:pt x="3244" y="1298"/>
                  </a:lnTo>
                  <a:lnTo>
                    <a:pt x="3164" y="1285"/>
                  </a:lnTo>
                  <a:cubicBezTo>
                    <a:pt x="3176" y="1193"/>
                    <a:pt x="3121" y="1100"/>
                    <a:pt x="3016" y="10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3">
              <a:extLst>
                <a:ext uri="{FF2B5EF4-FFF2-40B4-BE49-F238E27FC236}">
                  <a16:creationId xmlns:a16="http://schemas.microsoft.com/office/drawing/2014/main" id="{4EA639EF-17AF-5923-F6D3-50D27149E8E7}"/>
                </a:ext>
              </a:extLst>
            </p:cNvPr>
            <p:cNvSpPr/>
            <p:nvPr/>
          </p:nvSpPr>
          <p:spPr>
            <a:xfrm flipH="1">
              <a:off x="7483802" y="3598646"/>
              <a:ext cx="637678" cy="690297"/>
            </a:xfrm>
            <a:custGeom>
              <a:avLst/>
              <a:gdLst/>
              <a:ahLst/>
              <a:cxnLst/>
              <a:rect l="l" t="t" r="r" b="b"/>
              <a:pathLst>
                <a:path w="9218" h="9979" extrusionOk="0">
                  <a:moveTo>
                    <a:pt x="247" y="9509"/>
                  </a:moveTo>
                  <a:cubicBezTo>
                    <a:pt x="247" y="9509"/>
                    <a:pt x="0" y="9045"/>
                    <a:pt x="74" y="8415"/>
                  </a:cubicBezTo>
                  <a:cubicBezTo>
                    <a:pt x="136" y="7797"/>
                    <a:pt x="74" y="7643"/>
                    <a:pt x="445" y="7458"/>
                  </a:cubicBezTo>
                  <a:cubicBezTo>
                    <a:pt x="816" y="7272"/>
                    <a:pt x="797" y="7346"/>
                    <a:pt x="1112" y="7149"/>
                  </a:cubicBezTo>
                  <a:cubicBezTo>
                    <a:pt x="1433" y="6957"/>
                    <a:pt x="1773" y="6895"/>
                    <a:pt x="1557" y="6339"/>
                  </a:cubicBezTo>
                  <a:cubicBezTo>
                    <a:pt x="1341" y="5783"/>
                    <a:pt x="1464" y="4918"/>
                    <a:pt x="1464" y="4918"/>
                  </a:cubicBezTo>
                  <a:cubicBezTo>
                    <a:pt x="1464" y="4918"/>
                    <a:pt x="1495" y="5320"/>
                    <a:pt x="1773" y="5691"/>
                  </a:cubicBezTo>
                  <a:cubicBezTo>
                    <a:pt x="2051" y="6061"/>
                    <a:pt x="2731" y="6154"/>
                    <a:pt x="2731" y="6154"/>
                  </a:cubicBezTo>
                  <a:cubicBezTo>
                    <a:pt x="2731" y="6154"/>
                    <a:pt x="3349" y="5598"/>
                    <a:pt x="3534" y="5258"/>
                  </a:cubicBezTo>
                  <a:cubicBezTo>
                    <a:pt x="3719" y="4918"/>
                    <a:pt x="3905" y="4362"/>
                    <a:pt x="3657" y="3769"/>
                  </a:cubicBezTo>
                  <a:cubicBezTo>
                    <a:pt x="3410" y="3182"/>
                    <a:pt x="3225" y="2812"/>
                    <a:pt x="3194" y="2379"/>
                  </a:cubicBezTo>
                  <a:cubicBezTo>
                    <a:pt x="3163" y="1947"/>
                    <a:pt x="3194" y="1514"/>
                    <a:pt x="3565" y="1082"/>
                  </a:cubicBezTo>
                  <a:cubicBezTo>
                    <a:pt x="3935" y="649"/>
                    <a:pt x="4770" y="1"/>
                    <a:pt x="4770" y="1"/>
                  </a:cubicBezTo>
                  <a:lnTo>
                    <a:pt x="4213" y="1082"/>
                  </a:lnTo>
                  <a:cubicBezTo>
                    <a:pt x="4213" y="1082"/>
                    <a:pt x="3905" y="1607"/>
                    <a:pt x="4090" y="2132"/>
                  </a:cubicBezTo>
                  <a:cubicBezTo>
                    <a:pt x="4275" y="2657"/>
                    <a:pt x="4430" y="3090"/>
                    <a:pt x="4430" y="3491"/>
                  </a:cubicBezTo>
                  <a:cubicBezTo>
                    <a:pt x="4430" y="3893"/>
                    <a:pt x="4553" y="4047"/>
                    <a:pt x="4800" y="4263"/>
                  </a:cubicBezTo>
                  <a:cubicBezTo>
                    <a:pt x="5048" y="4480"/>
                    <a:pt x="5202" y="4943"/>
                    <a:pt x="5604" y="4634"/>
                  </a:cubicBezTo>
                  <a:cubicBezTo>
                    <a:pt x="6005" y="4325"/>
                    <a:pt x="6314" y="3893"/>
                    <a:pt x="6283" y="3522"/>
                  </a:cubicBezTo>
                  <a:cubicBezTo>
                    <a:pt x="6252" y="3151"/>
                    <a:pt x="5820" y="3059"/>
                    <a:pt x="5820" y="2626"/>
                  </a:cubicBezTo>
                  <a:cubicBezTo>
                    <a:pt x="5820" y="2194"/>
                    <a:pt x="6129" y="1669"/>
                    <a:pt x="6129" y="1669"/>
                  </a:cubicBezTo>
                  <a:cubicBezTo>
                    <a:pt x="6129" y="1669"/>
                    <a:pt x="5943" y="2256"/>
                    <a:pt x="6160" y="2503"/>
                  </a:cubicBezTo>
                  <a:cubicBezTo>
                    <a:pt x="6376" y="2750"/>
                    <a:pt x="6499" y="2842"/>
                    <a:pt x="6747" y="3151"/>
                  </a:cubicBezTo>
                  <a:cubicBezTo>
                    <a:pt x="6994" y="3460"/>
                    <a:pt x="7055" y="3429"/>
                    <a:pt x="7086" y="3924"/>
                  </a:cubicBezTo>
                  <a:cubicBezTo>
                    <a:pt x="7117" y="4418"/>
                    <a:pt x="7117" y="5283"/>
                    <a:pt x="7117" y="5283"/>
                  </a:cubicBezTo>
                  <a:lnTo>
                    <a:pt x="6221" y="6117"/>
                  </a:lnTo>
                  <a:lnTo>
                    <a:pt x="6098" y="7414"/>
                  </a:lnTo>
                  <a:cubicBezTo>
                    <a:pt x="6098" y="7414"/>
                    <a:pt x="6438" y="8063"/>
                    <a:pt x="6839" y="7878"/>
                  </a:cubicBezTo>
                  <a:cubicBezTo>
                    <a:pt x="7241" y="7692"/>
                    <a:pt x="7550" y="7538"/>
                    <a:pt x="7488" y="7074"/>
                  </a:cubicBezTo>
                  <a:cubicBezTo>
                    <a:pt x="7426" y="6611"/>
                    <a:pt x="7333" y="6179"/>
                    <a:pt x="7333" y="6179"/>
                  </a:cubicBezTo>
                  <a:cubicBezTo>
                    <a:pt x="7333" y="6179"/>
                    <a:pt x="7889" y="6580"/>
                    <a:pt x="7982" y="6920"/>
                  </a:cubicBezTo>
                  <a:cubicBezTo>
                    <a:pt x="8075" y="7260"/>
                    <a:pt x="7797" y="7476"/>
                    <a:pt x="7889" y="7847"/>
                  </a:cubicBezTo>
                  <a:cubicBezTo>
                    <a:pt x="7982" y="8217"/>
                    <a:pt x="7611" y="8434"/>
                    <a:pt x="8075" y="8526"/>
                  </a:cubicBezTo>
                  <a:cubicBezTo>
                    <a:pt x="8538" y="8619"/>
                    <a:pt x="8723" y="8063"/>
                    <a:pt x="8723" y="8063"/>
                  </a:cubicBezTo>
                  <a:lnTo>
                    <a:pt x="9187" y="8403"/>
                  </a:lnTo>
                  <a:lnTo>
                    <a:pt x="9218" y="9329"/>
                  </a:lnTo>
                  <a:lnTo>
                    <a:pt x="7920" y="9978"/>
                  </a:lnTo>
                  <a:cubicBezTo>
                    <a:pt x="7920" y="9978"/>
                    <a:pt x="3614" y="9824"/>
                    <a:pt x="3083" y="9824"/>
                  </a:cubicBezTo>
                  <a:cubicBezTo>
                    <a:pt x="2552" y="9824"/>
                    <a:pt x="247" y="9509"/>
                    <a:pt x="247" y="950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3">
              <a:extLst>
                <a:ext uri="{FF2B5EF4-FFF2-40B4-BE49-F238E27FC236}">
                  <a16:creationId xmlns:a16="http://schemas.microsoft.com/office/drawing/2014/main" id="{3E4DD760-D8E4-E67E-DD82-D43C5DC38BC0}"/>
                </a:ext>
              </a:extLst>
            </p:cNvPr>
            <p:cNvSpPr/>
            <p:nvPr/>
          </p:nvSpPr>
          <p:spPr>
            <a:xfrm flipH="1">
              <a:off x="7583360" y="3667060"/>
              <a:ext cx="76995" cy="215826"/>
            </a:xfrm>
            <a:custGeom>
              <a:avLst/>
              <a:gdLst/>
              <a:ahLst/>
              <a:cxnLst/>
              <a:rect l="l" t="t" r="r" b="b"/>
              <a:pathLst>
                <a:path w="1113" h="3120" extrusionOk="0">
                  <a:moveTo>
                    <a:pt x="247" y="0"/>
                  </a:moveTo>
                  <a:cubicBezTo>
                    <a:pt x="216" y="93"/>
                    <a:pt x="0" y="649"/>
                    <a:pt x="62" y="896"/>
                  </a:cubicBezTo>
                  <a:cubicBezTo>
                    <a:pt x="124" y="1143"/>
                    <a:pt x="402" y="1606"/>
                    <a:pt x="402" y="1606"/>
                  </a:cubicBezTo>
                  <a:lnTo>
                    <a:pt x="742" y="2224"/>
                  </a:lnTo>
                  <a:lnTo>
                    <a:pt x="865" y="3120"/>
                  </a:lnTo>
                  <a:cubicBezTo>
                    <a:pt x="865" y="3120"/>
                    <a:pt x="1112" y="2224"/>
                    <a:pt x="1050" y="1977"/>
                  </a:cubicBezTo>
                  <a:cubicBezTo>
                    <a:pt x="989" y="1730"/>
                    <a:pt x="680" y="1174"/>
                    <a:pt x="680" y="1174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3">
              <a:extLst>
                <a:ext uri="{FF2B5EF4-FFF2-40B4-BE49-F238E27FC236}">
                  <a16:creationId xmlns:a16="http://schemas.microsoft.com/office/drawing/2014/main" id="{01DF4077-2E27-6AFA-295A-C1C679506FBA}"/>
                </a:ext>
              </a:extLst>
            </p:cNvPr>
            <p:cNvSpPr/>
            <p:nvPr/>
          </p:nvSpPr>
          <p:spPr>
            <a:xfrm flipH="1">
              <a:off x="30" y="4239700"/>
              <a:ext cx="9240645" cy="1050129"/>
            </a:xfrm>
            <a:custGeom>
              <a:avLst/>
              <a:gdLst/>
              <a:ahLst/>
              <a:cxnLst/>
              <a:rect l="l" t="t" r="r" b="b"/>
              <a:pathLst>
                <a:path w="95644" h="14575" extrusionOk="0">
                  <a:moveTo>
                    <a:pt x="1" y="14575"/>
                  </a:moveTo>
                  <a:lnTo>
                    <a:pt x="95644" y="14575"/>
                  </a:lnTo>
                  <a:lnTo>
                    <a:pt x="9564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3">
              <a:extLst>
                <a:ext uri="{FF2B5EF4-FFF2-40B4-BE49-F238E27FC236}">
                  <a16:creationId xmlns:a16="http://schemas.microsoft.com/office/drawing/2014/main" id="{6E46D036-61BE-E194-931F-9FE3FE40D8CE}"/>
                </a:ext>
              </a:extLst>
            </p:cNvPr>
            <p:cNvSpPr/>
            <p:nvPr/>
          </p:nvSpPr>
          <p:spPr>
            <a:xfrm>
              <a:off x="5016843" y="4240117"/>
              <a:ext cx="4223714" cy="1007811"/>
            </a:xfrm>
            <a:custGeom>
              <a:avLst/>
              <a:gdLst/>
              <a:ahLst/>
              <a:cxnLst/>
              <a:rect l="l" t="t" r="r" b="b"/>
              <a:pathLst>
                <a:path w="84950" h="14569" extrusionOk="0">
                  <a:moveTo>
                    <a:pt x="17263" y="8768"/>
                  </a:moveTo>
                  <a:lnTo>
                    <a:pt x="9991" y="9293"/>
                  </a:lnTo>
                  <a:lnTo>
                    <a:pt x="12104" y="10992"/>
                  </a:lnTo>
                  <a:lnTo>
                    <a:pt x="3183" y="13778"/>
                  </a:lnTo>
                  <a:lnTo>
                    <a:pt x="1" y="14556"/>
                  </a:lnTo>
                  <a:lnTo>
                    <a:pt x="17361" y="14556"/>
                  </a:lnTo>
                  <a:lnTo>
                    <a:pt x="20321" y="12666"/>
                  </a:lnTo>
                  <a:lnTo>
                    <a:pt x="28822" y="11696"/>
                  </a:lnTo>
                  <a:lnTo>
                    <a:pt x="26734" y="10016"/>
                  </a:lnTo>
                  <a:close/>
                  <a:moveTo>
                    <a:pt x="45558" y="4449"/>
                  </a:moveTo>
                  <a:lnTo>
                    <a:pt x="42309" y="2311"/>
                  </a:lnTo>
                  <a:lnTo>
                    <a:pt x="54115" y="1"/>
                  </a:lnTo>
                  <a:lnTo>
                    <a:pt x="28167" y="1"/>
                  </a:lnTo>
                  <a:lnTo>
                    <a:pt x="27710" y="273"/>
                  </a:lnTo>
                  <a:lnTo>
                    <a:pt x="13494" y="409"/>
                  </a:lnTo>
                  <a:lnTo>
                    <a:pt x="6389" y="3479"/>
                  </a:lnTo>
                  <a:lnTo>
                    <a:pt x="16151" y="5147"/>
                  </a:lnTo>
                  <a:cubicBezTo>
                    <a:pt x="16707" y="5147"/>
                    <a:pt x="21729" y="4869"/>
                    <a:pt x="21729" y="4869"/>
                  </a:cubicBezTo>
                  <a:lnTo>
                    <a:pt x="27302" y="5425"/>
                  </a:lnTo>
                  <a:lnTo>
                    <a:pt x="31343" y="4591"/>
                  </a:lnTo>
                  <a:lnTo>
                    <a:pt x="39708" y="5425"/>
                  </a:lnTo>
                  <a:close/>
                  <a:moveTo>
                    <a:pt x="43186" y="12252"/>
                  </a:moveTo>
                  <a:lnTo>
                    <a:pt x="38583" y="11554"/>
                  </a:lnTo>
                  <a:lnTo>
                    <a:pt x="35939" y="12808"/>
                  </a:lnTo>
                  <a:cubicBezTo>
                    <a:pt x="35939" y="12808"/>
                    <a:pt x="33425" y="14056"/>
                    <a:pt x="33147" y="14482"/>
                  </a:cubicBezTo>
                  <a:lnTo>
                    <a:pt x="33517" y="14569"/>
                  </a:lnTo>
                  <a:lnTo>
                    <a:pt x="54152" y="14569"/>
                  </a:lnTo>
                  <a:lnTo>
                    <a:pt x="51823" y="13784"/>
                  </a:lnTo>
                  <a:close/>
                  <a:moveTo>
                    <a:pt x="78271" y="4097"/>
                  </a:moveTo>
                  <a:lnTo>
                    <a:pt x="84950" y="3652"/>
                  </a:lnTo>
                  <a:lnTo>
                    <a:pt x="84950" y="1786"/>
                  </a:lnTo>
                  <a:lnTo>
                    <a:pt x="79526" y="2441"/>
                  </a:lnTo>
                  <a:lnTo>
                    <a:pt x="65421" y="4393"/>
                  </a:lnTo>
                  <a:lnTo>
                    <a:pt x="54609" y="7476"/>
                  </a:lnTo>
                  <a:lnTo>
                    <a:pt x="60565" y="9219"/>
                  </a:lnTo>
                  <a:lnTo>
                    <a:pt x="66990" y="12203"/>
                  </a:lnTo>
                  <a:lnTo>
                    <a:pt x="77647" y="14464"/>
                  </a:lnTo>
                  <a:lnTo>
                    <a:pt x="84950" y="14396"/>
                  </a:lnTo>
                  <a:lnTo>
                    <a:pt x="84950" y="9373"/>
                  </a:lnTo>
                  <a:lnTo>
                    <a:pt x="79995" y="9015"/>
                  </a:lnTo>
                  <a:lnTo>
                    <a:pt x="66360" y="7075"/>
                  </a:lnTo>
                  <a:lnTo>
                    <a:pt x="72470" y="491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3">
              <a:extLst>
                <a:ext uri="{FF2B5EF4-FFF2-40B4-BE49-F238E27FC236}">
                  <a16:creationId xmlns:a16="http://schemas.microsoft.com/office/drawing/2014/main" id="{A9E6E10F-0F15-ED84-D22D-76C2AAB29544}"/>
                </a:ext>
              </a:extLst>
            </p:cNvPr>
            <p:cNvSpPr/>
            <p:nvPr/>
          </p:nvSpPr>
          <p:spPr>
            <a:xfrm flipH="1">
              <a:off x="7502190" y="4723100"/>
              <a:ext cx="1830259" cy="158624"/>
            </a:xfrm>
            <a:custGeom>
              <a:avLst/>
              <a:gdLst/>
              <a:ahLst/>
              <a:cxnLst/>
              <a:rect l="l" t="t" r="r" b="b"/>
              <a:pathLst>
                <a:path w="27352" h="2293" extrusionOk="0">
                  <a:moveTo>
                    <a:pt x="6080" y="0"/>
                  </a:moveTo>
                  <a:lnTo>
                    <a:pt x="1" y="995"/>
                  </a:lnTo>
                  <a:lnTo>
                    <a:pt x="4091" y="1971"/>
                  </a:lnTo>
                  <a:lnTo>
                    <a:pt x="11708" y="1829"/>
                  </a:lnTo>
                  <a:lnTo>
                    <a:pt x="19981" y="2292"/>
                  </a:lnTo>
                  <a:lnTo>
                    <a:pt x="27351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3">
              <a:extLst>
                <a:ext uri="{FF2B5EF4-FFF2-40B4-BE49-F238E27FC236}">
                  <a16:creationId xmlns:a16="http://schemas.microsoft.com/office/drawing/2014/main" id="{09AF575A-94B3-E7F4-F71C-1AA0459843B5}"/>
                </a:ext>
              </a:extLst>
            </p:cNvPr>
            <p:cNvSpPr/>
            <p:nvPr/>
          </p:nvSpPr>
          <p:spPr>
            <a:xfrm flipH="1">
              <a:off x="6443193" y="5049607"/>
              <a:ext cx="839884" cy="240245"/>
            </a:xfrm>
            <a:custGeom>
              <a:avLst/>
              <a:gdLst/>
              <a:ahLst/>
              <a:cxnLst/>
              <a:rect l="l" t="t" r="r" b="b"/>
              <a:pathLst>
                <a:path w="12141" h="3473" extrusionOk="0">
                  <a:moveTo>
                    <a:pt x="1" y="2898"/>
                  </a:moveTo>
                  <a:lnTo>
                    <a:pt x="2466" y="2719"/>
                  </a:lnTo>
                  <a:lnTo>
                    <a:pt x="4622" y="1606"/>
                  </a:lnTo>
                  <a:lnTo>
                    <a:pt x="3300" y="772"/>
                  </a:lnTo>
                  <a:lnTo>
                    <a:pt x="1700" y="556"/>
                  </a:lnTo>
                  <a:lnTo>
                    <a:pt x="3986" y="0"/>
                  </a:lnTo>
                  <a:cubicBezTo>
                    <a:pt x="3986" y="0"/>
                    <a:pt x="2707" y="464"/>
                    <a:pt x="2806" y="464"/>
                  </a:cubicBezTo>
                  <a:cubicBezTo>
                    <a:pt x="2905" y="464"/>
                    <a:pt x="3671" y="494"/>
                    <a:pt x="3918" y="711"/>
                  </a:cubicBezTo>
                  <a:cubicBezTo>
                    <a:pt x="4159" y="927"/>
                    <a:pt x="5030" y="1483"/>
                    <a:pt x="5030" y="1483"/>
                  </a:cubicBezTo>
                  <a:lnTo>
                    <a:pt x="6908" y="1205"/>
                  </a:lnTo>
                  <a:lnTo>
                    <a:pt x="7909" y="556"/>
                  </a:lnTo>
                  <a:lnTo>
                    <a:pt x="9163" y="93"/>
                  </a:lnTo>
                  <a:lnTo>
                    <a:pt x="12141" y="340"/>
                  </a:lnTo>
                  <a:lnTo>
                    <a:pt x="9194" y="309"/>
                  </a:lnTo>
                  <a:lnTo>
                    <a:pt x="8008" y="742"/>
                  </a:lnTo>
                  <a:lnTo>
                    <a:pt x="7143" y="1390"/>
                  </a:lnTo>
                  <a:lnTo>
                    <a:pt x="4789" y="1946"/>
                  </a:lnTo>
                  <a:cubicBezTo>
                    <a:pt x="4789" y="1946"/>
                    <a:pt x="3053" y="2595"/>
                    <a:pt x="2676" y="2904"/>
                  </a:cubicBezTo>
                  <a:cubicBezTo>
                    <a:pt x="2417" y="3102"/>
                    <a:pt x="965" y="3336"/>
                    <a:pt x="1" y="3472"/>
                  </a:cubicBezTo>
                  <a:lnTo>
                    <a:pt x="1" y="289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3">
              <a:extLst>
                <a:ext uri="{FF2B5EF4-FFF2-40B4-BE49-F238E27FC236}">
                  <a16:creationId xmlns:a16="http://schemas.microsoft.com/office/drawing/2014/main" id="{5E9571C7-CC7B-EDB1-521A-785BE321F841}"/>
                </a:ext>
              </a:extLst>
            </p:cNvPr>
            <p:cNvSpPr/>
            <p:nvPr/>
          </p:nvSpPr>
          <p:spPr>
            <a:xfrm flipH="1">
              <a:off x="4963084" y="4445702"/>
              <a:ext cx="1453212" cy="284240"/>
            </a:xfrm>
            <a:custGeom>
              <a:avLst/>
              <a:gdLst/>
              <a:ahLst/>
              <a:cxnLst/>
              <a:rect l="l" t="t" r="r" b="b"/>
              <a:pathLst>
                <a:path w="21007" h="4109" extrusionOk="0">
                  <a:moveTo>
                    <a:pt x="20487" y="865"/>
                  </a:moveTo>
                  <a:cubicBezTo>
                    <a:pt x="20487" y="865"/>
                    <a:pt x="21006" y="1978"/>
                    <a:pt x="20877" y="1947"/>
                  </a:cubicBezTo>
                  <a:cubicBezTo>
                    <a:pt x="20747" y="1916"/>
                    <a:pt x="18652" y="2008"/>
                    <a:pt x="18652" y="2008"/>
                  </a:cubicBezTo>
                  <a:lnTo>
                    <a:pt x="17491" y="2286"/>
                  </a:lnTo>
                  <a:lnTo>
                    <a:pt x="17460" y="2935"/>
                  </a:lnTo>
                  <a:lnTo>
                    <a:pt x="15174" y="3182"/>
                  </a:lnTo>
                  <a:lnTo>
                    <a:pt x="13660" y="3398"/>
                  </a:lnTo>
                  <a:lnTo>
                    <a:pt x="11603" y="3738"/>
                  </a:lnTo>
                  <a:lnTo>
                    <a:pt x="10503" y="4109"/>
                  </a:lnTo>
                  <a:lnTo>
                    <a:pt x="10213" y="3368"/>
                  </a:lnTo>
                  <a:lnTo>
                    <a:pt x="8891" y="3398"/>
                  </a:lnTo>
                  <a:cubicBezTo>
                    <a:pt x="8891" y="3398"/>
                    <a:pt x="7767" y="3460"/>
                    <a:pt x="7507" y="3615"/>
                  </a:cubicBezTo>
                  <a:cubicBezTo>
                    <a:pt x="7254" y="3769"/>
                    <a:pt x="5450" y="3398"/>
                    <a:pt x="5450" y="3398"/>
                  </a:cubicBezTo>
                  <a:lnTo>
                    <a:pt x="3640" y="3151"/>
                  </a:lnTo>
                  <a:lnTo>
                    <a:pt x="1" y="3275"/>
                  </a:lnTo>
                  <a:lnTo>
                    <a:pt x="3448" y="3059"/>
                  </a:lnTo>
                  <a:lnTo>
                    <a:pt x="4869" y="3151"/>
                  </a:lnTo>
                  <a:lnTo>
                    <a:pt x="5771" y="3306"/>
                  </a:lnTo>
                  <a:lnTo>
                    <a:pt x="6895" y="3213"/>
                  </a:lnTo>
                  <a:lnTo>
                    <a:pt x="8057" y="2781"/>
                  </a:lnTo>
                  <a:lnTo>
                    <a:pt x="6865" y="2410"/>
                  </a:lnTo>
                  <a:lnTo>
                    <a:pt x="6420" y="1916"/>
                  </a:lnTo>
                  <a:lnTo>
                    <a:pt x="4968" y="1730"/>
                  </a:lnTo>
                  <a:lnTo>
                    <a:pt x="2744" y="1669"/>
                  </a:lnTo>
                  <a:cubicBezTo>
                    <a:pt x="2744" y="1669"/>
                    <a:pt x="5610" y="1483"/>
                    <a:pt x="5802" y="1545"/>
                  </a:cubicBezTo>
                  <a:cubicBezTo>
                    <a:pt x="5993" y="1607"/>
                    <a:pt x="6636" y="1761"/>
                    <a:pt x="6636" y="1761"/>
                  </a:cubicBezTo>
                  <a:lnTo>
                    <a:pt x="7081" y="2225"/>
                  </a:lnTo>
                  <a:lnTo>
                    <a:pt x="8699" y="2719"/>
                  </a:lnTo>
                  <a:cubicBezTo>
                    <a:pt x="8699" y="2719"/>
                    <a:pt x="8798" y="3090"/>
                    <a:pt x="8953" y="3151"/>
                  </a:cubicBezTo>
                  <a:cubicBezTo>
                    <a:pt x="9113" y="3213"/>
                    <a:pt x="10374" y="3120"/>
                    <a:pt x="10374" y="3120"/>
                  </a:cubicBezTo>
                  <a:lnTo>
                    <a:pt x="10627" y="3491"/>
                  </a:lnTo>
                  <a:lnTo>
                    <a:pt x="12079" y="3368"/>
                  </a:lnTo>
                  <a:lnTo>
                    <a:pt x="13951" y="3059"/>
                  </a:lnTo>
                  <a:lnTo>
                    <a:pt x="17170" y="2750"/>
                  </a:lnTo>
                  <a:lnTo>
                    <a:pt x="17299" y="2070"/>
                  </a:lnTo>
                  <a:lnTo>
                    <a:pt x="17750" y="1854"/>
                  </a:lnTo>
                  <a:lnTo>
                    <a:pt x="16651" y="1329"/>
                  </a:lnTo>
                  <a:lnTo>
                    <a:pt x="15366" y="1236"/>
                  </a:lnTo>
                  <a:cubicBezTo>
                    <a:pt x="15366" y="1236"/>
                    <a:pt x="15261" y="742"/>
                    <a:pt x="14946" y="557"/>
                  </a:cubicBezTo>
                  <a:cubicBezTo>
                    <a:pt x="14624" y="371"/>
                    <a:pt x="13401" y="1"/>
                    <a:pt x="13401" y="1"/>
                  </a:cubicBezTo>
                  <a:lnTo>
                    <a:pt x="15137" y="402"/>
                  </a:lnTo>
                  <a:lnTo>
                    <a:pt x="15749" y="1143"/>
                  </a:lnTo>
                  <a:cubicBezTo>
                    <a:pt x="15749" y="1143"/>
                    <a:pt x="16848" y="1113"/>
                    <a:pt x="16941" y="1174"/>
                  </a:cubicBezTo>
                  <a:cubicBezTo>
                    <a:pt x="17040" y="1236"/>
                    <a:pt x="17744" y="1607"/>
                    <a:pt x="17744" y="1607"/>
                  </a:cubicBezTo>
                  <a:lnTo>
                    <a:pt x="18226" y="1792"/>
                  </a:lnTo>
                  <a:lnTo>
                    <a:pt x="20419" y="17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3">
              <a:extLst>
                <a:ext uri="{FF2B5EF4-FFF2-40B4-BE49-F238E27FC236}">
                  <a16:creationId xmlns:a16="http://schemas.microsoft.com/office/drawing/2014/main" id="{6FD9F2F2-0C0D-B46B-FC72-061BB76A2DDD}"/>
                </a:ext>
              </a:extLst>
            </p:cNvPr>
            <p:cNvSpPr/>
            <p:nvPr/>
          </p:nvSpPr>
          <p:spPr>
            <a:xfrm flipH="1">
              <a:off x="6452611" y="4239697"/>
              <a:ext cx="391130" cy="96637"/>
            </a:xfrm>
            <a:custGeom>
              <a:avLst/>
              <a:gdLst/>
              <a:ahLst/>
              <a:cxnLst/>
              <a:rect l="l" t="t" r="r" b="b"/>
              <a:pathLst>
                <a:path w="5654" h="1397" extrusionOk="0">
                  <a:moveTo>
                    <a:pt x="4610" y="1"/>
                  </a:moveTo>
                  <a:lnTo>
                    <a:pt x="5654" y="316"/>
                  </a:lnTo>
                  <a:lnTo>
                    <a:pt x="4252" y="748"/>
                  </a:lnTo>
                  <a:lnTo>
                    <a:pt x="4492" y="1397"/>
                  </a:lnTo>
                  <a:lnTo>
                    <a:pt x="1" y="1144"/>
                  </a:lnTo>
                  <a:lnTo>
                    <a:pt x="4017" y="1218"/>
                  </a:lnTo>
                  <a:lnTo>
                    <a:pt x="3819" y="674"/>
                  </a:lnTo>
                  <a:lnTo>
                    <a:pt x="4357" y="279"/>
                  </a:lnTo>
                  <a:lnTo>
                    <a:pt x="3306" y="1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3">
              <a:extLst>
                <a:ext uri="{FF2B5EF4-FFF2-40B4-BE49-F238E27FC236}">
                  <a16:creationId xmlns:a16="http://schemas.microsoft.com/office/drawing/2014/main" id="{6D018952-FB2D-212D-62C0-4EFB97C7DBE0}"/>
                </a:ext>
              </a:extLst>
            </p:cNvPr>
            <p:cNvSpPr/>
            <p:nvPr/>
          </p:nvSpPr>
          <p:spPr>
            <a:xfrm flipH="1">
              <a:off x="6747419" y="4288466"/>
              <a:ext cx="891560" cy="79551"/>
            </a:xfrm>
            <a:custGeom>
              <a:avLst/>
              <a:gdLst/>
              <a:ahLst/>
              <a:cxnLst/>
              <a:rect l="l" t="t" r="r" b="b"/>
              <a:pathLst>
                <a:path w="12888" h="1150" extrusionOk="0">
                  <a:moveTo>
                    <a:pt x="0" y="1149"/>
                  </a:moveTo>
                  <a:lnTo>
                    <a:pt x="6345" y="0"/>
                  </a:lnTo>
                  <a:lnTo>
                    <a:pt x="12888" y="247"/>
                  </a:lnTo>
                  <a:lnTo>
                    <a:pt x="6537" y="1118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3">
              <a:extLst>
                <a:ext uri="{FF2B5EF4-FFF2-40B4-BE49-F238E27FC236}">
                  <a16:creationId xmlns:a16="http://schemas.microsoft.com/office/drawing/2014/main" id="{55F523E7-6C5E-4EDC-BD94-B023442DF8F0}"/>
                </a:ext>
              </a:extLst>
            </p:cNvPr>
            <p:cNvSpPr/>
            <p:nvPr/>
          </p:nvSpPr>
          <p:spPr>
            <a:xfrm flipH="1">
              <a:off x="8547611" y="5024357"/>
              <a:ext cx="17986" cy="31682"/>
            </a:xfrm>
            <a:custGeom>
              <a:avLst/>
              <a:gdLst/>
              <a:ahLst/>
              <a:cxnLst/>
              <a:rect l="l" t="t" r="r" b="b"/>
              <a:pathLst>
                <a:path w="260" h="458" extrusionOk="0">
                  <a:moveTo>
                    <a:pt x="210" y="25"/>
                  </a:moveTo>
                  <a:cubicBezTo>
                    <a:pt x="167" y="81"/>
                    <a:pt x="136" y="149"/>
                    <a:pt x="105" y="211"/>
                  </a:cubicBezTo>
                  <a:lnTo>
                    <a:pt x="13" y="396"/>
                  </a:lnTo>
                  <a:cubicBezTo>
                    <a:pt x="0" y="427"/>
                    <a:pt x="44" y="458"/>
                    <a:pt x="62" y="427"/>
                  </a:cubicBezTo>
                  <a:lnTo>
                    <a:pt x="155" y="242"/>
                  </a:lnTo>
                  <a:cubicBezTo>
                    <a:pt x="186" y="180"/>
                    <a:pt x="223" y="118"/>
                    <a:pt x="241" y="50"/>
                  </a:cubicBezTo>
                  <a:cubicBezTo>
                    <a:pt x="260" y="19"/>
                    <a:pt x="223" y="1"/>
                    <a:pt x="210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3">
              <a:extLst>
                <a:ext uri="{FF2B5EF4-FFF2-40B4-BE49-F238E27FC236}">
                  <a16:creationId xmlns:a16="http://schemas.microsoft.com/office/drawing/2014/main" id="{2DCE78B0-856E-F732-E5DC-8F0D60A8AF67}"/>
                </a:ext>
              </a:extLst>
            </p:cNvPr>
            <p:cNvSpPr/>
            <p:nvPr/>
          </p:nvSpPr>
          <p:spPr>
            <a:xfrm flipH="1">
              <a:off x="8353988" y="4754710"/>
              <a:ext cx="19716" cy="12451"/>
            </a:xfrm>
            <a:custGeom>
              <a:avLst/>
              <a:gdLst/>
              <a:ahLst/>
              <a:cxnLst/>
              <a:rect l="l" t="t" r="r" b="b"/>
              <a:pathLst>
                <a:path w="285" h="180" extrusionOk="0">
                  <a:moveTo>
                    <a:pt x="254" y="0"/>
                  </a:moveTo>
                  <a:lnTo>
                    <a:pt x="235" y="0"/>
                  </a:lnTo>
                  <a:cubicBezTo>
                    <a:pt x="229" y="0"/>
                    <a:pt x="223" y="6"/>
                    <a:pt x="204" y="6"/>
                  </a:cubicBezTo>
                  <a:cubicBezTo>
                    <a:pt x="198" y="6"/>
                    <a:pt x="192" y="13"/>
                    <a:pt x="186" y="13"/>
                  </a:cubicBezTo>
                  <a:cubicBezTo>
                    <a:pt x="167" y="25"/>
                    <a:pt x="155" y="31"/>
                    <a:pt x="130" y="37"/>
                  </a:cubicBezTo>
                  <a:cubicBezTo>
                    <a:pt x="99" y="56"/>
                    <a:pt x="68" y="68"/>
                    <a:pt x="31" y="87"/>
                  </a:cubicBezTo>
                  <a:cubicBezTo>
                    <a:pt x="7" y="93"/>
                    <a:pt x="0" y="130"/>
                    <a:pt x="13" y="149"/>
                  </a:cubicBezTo>
                  <a:cubicBezTo>
                    <a:pt x="31" y="167"/>
                    <a:pt x="50" y="179"/>
                    <a:pt x="74" y="161"/>
                  </a:cubicBezTo>
                  <a:cubicBezTo>
                    <a:pt x="105" y="149"/>
                    <a:pt x="142" y="130"/>
                    <a:pt x="173" y="118"/>
                  </a:cubicBezTo>
                  <a:cubicBezTo>
                    <a:pt x="192" y="105"/>
                    <a:pt x="204" y="99"/>
                    <a:pt x="223" y="87"/>
                  </a:cubicBezTo>
                  <a:cubicBezTo>
                    <a:pt x="229" y="74"/>
                    <a:pt x="235" y="74"/>
                    <a:pt x="241" y="68"/>
                  </a:cubicBezTo>
                  <a:cubicBezTo>
                    <a:pt x="254" y="62"/>
                    <a:pt x="260" y="62"/>
                    <a:pt x="266" y="56"/>
                  </a:cubicBezTo>
                  <a:cubicBezTo>
                    <a:pt x="266" y="44"/>
                    <a:pt x="272" y="44"/>
                    <a:pt x="272" y="37"/>
                  </a:cubicBezTo>
                  <a:cubicBezTo>
                    <a:pt x="285" y="31"/>
                    <a:pt x="278" y="6"/>
                    <a:pt x="254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3">
              <a:extLst>
                <a:ext uri="{FF2B5EF4-FFF2-40B4-BE49-F238E27FC236}">
                  <a16:creationId xmlns:a16="http://schemas.microsoft.com/office/drawing/2014/main" id="{3B33E19B-EFCF-8A60-1EC2-B6439F705319}"/>
                </a:ext>
              </a:extLst>
            </p:cNvPr>
            <p:cNvSpPr/>
            <p:nvPr/>
          </p:nvSpPr>
          <p:spPr>
            <a:xfrm flipH="1">
              <a:off x="8136430" y="4656412"/>
              <a:ext cx="23174" cy="22689"/>
            </a:xfrm>
            <a:custGeom>
              <a:avLst/>
              <a:gdLst/>
              <a:ahLst/>
              <a:cxnLst/>
              <a:rect l="l" t="t" r="r" b="b"/>
              <a:pathLst>
                <a:path w="335" h="328" extrusionOk="0">
                  <a:moveTo>
                    <a:pt x="303" y="0"/>
                  </a:moveTo>
                  <a:lnTo>
                    <a:pt x="272" y="0"/>
                  </a:lnTo>
                  <a:cubicBezTo>
                    <a:pt x="260" y="0"/>
                    <a:pt x="260" y="0"/>
                    <a:pt x="254" y="7"/>
                  </a:cubicBezTo>
                  <a:cubicBezTo>
                    <a:pt x="242" y="13"/>
                    <a:pt x="229" y="25"/>
                    <a:pt x="217" y="31"/>
                  </a:cubicBezTo>
                  <a:cubicBezTo>
                    <a:pt x="198" y="44"/>
                    <a:pt x="180" y="50"/>
                    <a:pt x="161" y="68"/>
                  </a:cubicBezTo>
                  <a:cubicBezTo>
                    <a:pt x="124" y="93"/>
                    <a:pt x="93" y="118"/>
                    <a:pt x="50" y="149"/>
                  </a:cubicBezTo>
                  <a:cubicBezTo>
                    <a:pt x="38" y="155"/>
                    <a:pt x="31" y="167"/>
                    <a:pt x="13" y="186"/>
                  </a:cubicBezTo>
                  <a:cubicBezTo>
                    <a:pt x="7" y="198"/>
                    <a:pt x="1" y="217"/>
                    <a:pt x="1" y="229"/>
                  </a:cubicBezTo>
                  <a:cubicBezTo>
                    <a:pt x="1" y="254"/>
                    <a:pt x="7" y="285"/>
                    <a:pt x="31" y="303"/>
                  </a:cubicBezTo>
                  <a:cubicBezTo>
                    <a:pt x="44" y="315"/>
                    <a:pt x="75" y="328"/>
                    <a:pt x="99" y="328"/>
                  </a:cubicBezTo>
                  <a:cubicBezTo>
                    <a:pt x="118" y="328"/>
                    <a:pt x="130" y="322"/>
                    <a:pt x="149" y="315"/>
                  </a:cubicBezTo>
                  <a:cubicBezTo>
                    <a:pt x="161" y="309"/>
                    <a:pt x="167" y="291"/>
                    <a:pt x="186" y="278"/>
                  </a:cubicBezTo>
                  <a:lnTo>
                    <a:pt x="260" y="167"/>
                  </a:lnTo>
                  <a:cubicBezTo>
                    <a:pt x="279" y="155"/>
                    <a:pt x="285" y="130"/>
                    <a:pt x="303" y="112"/>
                  </a:cubicBezTo>
                  <a:cubicBezTo>
                    <a:pt x="309" y="99"/>
                    <a:pt x="316" y="93"/>
                    <a:pt x="322" y="74"/>
                  </a:cubicBezTo>
                  <a:cubicBezTo>
                    <a:pt x="322" y="68"/>
                    <a:pt x="322" y="68"/>
                    <a:pt x="328" y="62"/>
                  </a:cubicBezTo>
                  <a:lnTo>
                    <a:pt x="328" y="31"/>
                  </a:lnTo>
                  <a:cubicBezTo>
                    <a:pt x="334" y="25"/>
                    <a:pt x="316" y="7"/>
                    <a:pt x="303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3">
              <a:extLst>
                <a:ext uri="{FF2B5EF4-FFF2-40B4-BE49-F238E27FC236}">
                  <a16:creationId xmlns:a16="http://schemas.microsoft.com/office/drawing/2014/main" id="{7FEA39B1-9E8B-34A1-F045-3BA1E81E773B}"/>
                </a:ext>
              </a:extLst>
            </p:cNvPr>
            <p:cNvSpPr/>
            <p:nvPr/>
          </p:nvSpPr>
          <p:spPr>
            <a:xfrm flipH="1">
              <a:off x="8039860" y="4477316"/>
              <a:ext cx="25734" cy="24419"/>
            </a:xfrm>
            <a:custGeom>
              <a:avLst/>
              <a:gdLst/>
              <a:ahLst/>
              <a:cxnLst/>
              <a:rect l="l" t="t" r="r" b="b"/>
              <a:pathLst>
                <a:path w="372" h="353" extrusionOk="0">
                  <a:moveTo>
                    <a:pt x="322" y="7"/>
                  </a:moveTo>
                  <a:cubicBezTo>
                    <a:pt x="310" y="19"/>
                    <a:pt x="291" y="25"/>
                    <a:pt x="279" y="38"/>
                  </a:cubicBezTo>
                  <a:cubicBezTo>
                    <a:pt x="260" y="50"/>
                    <a:pt x="254" y="62"/>
                    <a:pt x="242" y="69"/>
                  </a:cubicBezTo>
                  <a:lnTo>
                    <a:pt x="168" y="137"/>
                  </a:lnTo>
                  <a:lnTo>
                    <a:pt x="100" y="211"/>
                  </a:lnTo>
                  <a:cubicBezTo>
                    <a:pt x="75" y="229"/>
                    <a:pt x="56" y="266"/>
                    <a:pt x="32" y="285"/>
                  </a:cubicBezTo>
                  <a:cubicBezTo>
                    <a:pt x="1" y="316"/>
                    <a:pt x="44" y="353"/>
                    <a:pt x="75" y="334"/>
                  </a:cubicBezTo>
                  <a:cubicBezTo>
                    <a:pt x="100" y="310"/>
                    <a:pt x="130" y="285"/>
                    <a:pt x="155" y="266"/>
                  </a:cubicBezTo>
                  <a:lnTo>
                    <a:pt x="223" y="192"/>
                  </a:lnTo>
                  <a:lnTo>
                    <a:pt x="291" y="124"/>
                  </a:lnTo>
                  <a:lnTo>
                    <a:pt x="334" y="87"/>
                  </a:lnTo>
                  <a:cubicBezTo>
                    <a:pt x="341" y="81"/>
                    <a:pt x="341" y="69"/>
                    <a:pt x="347" y="69"/>
                  </a:cubicBezTo>
                  <a:cubicBezTo>
                    <a:pt x="353" y="62"/>
                    <a:pt x="365" y="56"/>
                    <a:pt x="365" y="38"/>
                  </a:cubicBezTo>
                  <a:cubicBezTo>
                    <a:pt x="371" y="25"/>
                    <a:pt x="347" y="1"/>
                    <a:pt x="322" y="7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3">
              <a:extLst>
                <a:ext uri="{FF2B5EF4-FFF2-40B4-BE49-F238E27FC236}">
                  <a16:creationId xmlns:a16="http://schemas.microsoft.com/office/drawing/2014/main" id="{2D2510C3-FA7F-4787-8BF2-340B1D0F6530}"/>
                </a:ext>
              </a:extLst>
            </p:cNvPr>
            <p:cNvSpPr/>
            <p:nvPr/>
          </p:nvSpPr>
          <p:spPr>
            <a:xfrm flipH="1">
              <a:off x="7768068" y="4499106"/>
              <a:ext cx="40261" cy="27047"/>
            </a:xfrm>
            <a:custGeom>
              <a:avLst/>
              <a:gdLst/>
              <a:ahLst/>
              <a:cxnLst/>
              <a:rect l="l" t="t" r="r" b="b"/>
              <a:pathLst>
                <a:path w="582" h="391" extrusionOk="0">
                  <a:moveTo>
                    <a:pt x="576" y="19"/>
                  </a:moveTo>
                  <a:cubicBezTo>
                    <a:pt x="569" y="1"/>
                    <a:pt x="545" y="1"/>
                    <a:pt x="526" y="13"/>
                  </a:cubicBezTo>
                  <a:cubicBezTo>
                    <a:pt x="446" y="50"/>
                    <a:pt x="365" y="93"/>
                    <a:pt x="291" y="143"/>
                  </a:cubicBezTo>
                  <a:lnTo>
                    <a:pt x="57" y="279"/>
                  </a:lnTo>
                  <a:cubicBezTo>
                    <a:pt x="1" y="310"/>
                    <a:pt x="50" y="390"/>
                    <a:pt x="106" y="359"/>
                  </a:cubicBezTo>
                  <a:cubicBezTo>
                    <a:pt x="180" y="310"/>
                    <a:pt x="260" y="266"/>
                    <a:pt x="335" y="211"/>
                  </a:cubicBezTo>
                  <a:cubicBezTo>
                    <a:pt x="415" y="168"/>
                    <a:pt x="489" y="118"/>
                    <a:pt x="569" y="56"/>
                  </a:cubicBezTo>
                  <a:cubicBezTo>
                    <a:pt x="582" y="50"/>
                    <a:pt x="582" y="26"/>
                    <a:pt x="576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3">
              <a:extLst>
                <a:ext uri="{FF2B5EF4-FFF2-40B4-BE49-F238E27FC236}">
                  <a16:creationId xmlns:a16="http://schemas.microsoft.com/office/drawing/2014/main" id="{84D6A823-184F-4666-2855-F9CB489C1DAB}"/>
                </a:ext>
              </a:extLst>
            </p:cNvPr>
            <p:cNvSpPr/>
            <p:nvPr/>
          </p:nvSpPr>
          <p:spPr>
            <a:xfrm flipH="1">
              <a:off x="7364150" y="2897342"/>
              <a:ext cx="28709" cy="35072"/>
            </a:xfrm>
            <a:custGeom>
              <a:avLst/>
              <a:gdLst/>
              <a:ahLst/>
              <a:cxnLst/>
              <a:rect l="l" t="t" r="r" b="b"/>
              <a:pathLst>
                <a:path w="415" h="507" extrusionOk="0">
                  <a:moveTo>
                    <a:pt x="408" y="99"/>
                  </a:moveTo>
                  <a:cubicBezTo>
                    <a:pt x="402" y="74"/>
                    <a:pt x="377" y="44"/>
                    <a:pt x="352" y="31"/>
                  </a:cubicBezTo>
                  <a:cubicBezTo>
                    <a:pt x="297" y="0"/>
                    <a:pt x="235" y="13"/>
                    <a:pt x="198" y="68"/>
                  </a:cubicBezTo>
                  <a:lnTo>
                    <a:pt x="105" y="204"/>
                  </a:lnTo>
                  <a:cubicBezTo>
                    <a:pt x="74" y="254"/>
                    <a:pt x="50" y="309"/>
                    <a:pt x="19" y="352"/>
                  </a:cubicBezTo>
                  <a:cubicBezTo>
                    <a:pt x="0" y="402"/>
                    <a:pt x="6" y="445"/>
                    <a:pt x="43" y="476"/>
                  </a:cubicBezTo>
                  <a:cubicBezTo>
                    <a:pt x="80" y="507"/>
                    <a:pt x="136" y="507"/>
                    <a:pt x="173" y="470"/>
                  </a:cubicBezTo>
                  <a:cubicBezTo>
                    <a:pt x="216" y="420"/>
                    <a:pt x="260" y="371"/>
                    <a:pt x="297" y="322"/>
                  </a:cubicBezTo>
                  <a:cubicBezTo>
                    <a:pt x="328" y="278"/>
                    <a:pt x="358" y="229"/>
                    <a:pt x="395" y="186"/>
                  </a:cubicBezTo>
                  <a:cubicBezTo>
                    <a:pt x="408" y="161"/>
                    <a:pt x="414" y="124"/>
                    <a:pt x="408" y="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3">
              <a:extLst>
                <a:ext uri="{FF2B5EF4-FFF2-40B4-BE49-F238E27FC236}">
                  <a16:creationId xmlns:a16="http://schemas.microsoft.com/office/drawing/2014/main" id="{47459F31-CB8A-A146-320A-157E79F1A781}"/>
                </a:ext>
              </a:extLst>
            </p:cNvPr>
            <p:cNvSpPr/>
            <p:nvPr/>
          </p:nvSpPr>
          <p:spPr>
            <a:xfrm flipH="1">
              <a:off x="7220611" y="2919963"/>
              <a:ext cx="19716" cy="15011"/>
            </a:xfrm>
            <a:custGeom>
              <a:avLst/>
              <a:gdLst/>
              <a:ahLst/>
              <a:cxnLst/>
              <a:rect l="l" t="t" r="r" b="b"/>
              <a:pathLst>
                <a:path w="285" h="217" extrusionOk="0">
                  <a:moveTo>
                    <a:pt x="266" y="50"/>
                  </a:moveTo>
                  <a:cubicBezTo>
                    <a:pt x="254" y="32"/>
                    <a:pt x="242" y="19"/>
                    <a:pt x="223" y="13"/>
                  </a:cubicBezTo>
                  <a:cubicBezTo>
                    <a:pt x="211" y="13"/>
                    <a:pt x="192" y="1"/>
                    <a:pt x="180" y="13"/>
                  </a:cubicBezTo>
                  <a:cubicBezTo>
                    <a:pt x="174" y="13"/>
                    <a:pt x="155" y="19"/>
                    <a:pt x="149" y="25"/>
                  </a:cubicBezTo>
                  <a:lnTo>
                    <a:pt x="112" y="50"/>
                  </a:lnTo>
                  <a:cubicBezTo>
                    <a:pt x="93" y="56"/>
                    <a:pt x="87" y="63"/>
                    <a:pt x="69" y="75"/>
                  </a:cubicBezTo>
                  <a:cubicBezTo>
                    <a:pt x="56" y="81"/>
                    <a:pt x="32" y="93"/>
                    <a:pt x="25" y="106"/>
                  </a:cubicBezTo>
                  <a:cubicBezTo>
                    <a:pt x="19" y="118"/>
                    <a:pt x="7" y="131"/>
                    <a:pt x="7" y="149"/>
                  </a:cubicBezTo>
                  <a:cubicBezTo>
                    <a:pt x="1" y="155"/>
                    <a:pt x="1" y="174"/>
                    <a:pt x="7" y="186"/>
                  </a:cubicBezTo>
                  <a:cubicBezTo>
                    <a:pt x="19" y="198"/>
                    <a:pt x="25" y="205"/>
                    <a:pt x="32" y="205"/>
                  </a:cubicBezTo>
                  <a:cubicBezTo>
                    <a:pt x="38" y="205"/>
                    <a:pt x="38" y="211"/>
                    <a:pt x="50" y="211"/>
                  </a:cubicBezTo>
                  <a:cubicBezTo>
                    <a:pt x="62" y="217"/>
                    <a:pt x="81" y="217"/>
                    <a:pt x="93" y="211"/>
                  </a:cubicBezTo>
                  <a:cubicBezTo>
                    <a:pt x="100" y="211"/>
                    <a:pt x="112" y="205"/>
                    <a:pt x="118" y="205"/>
                  </a:cubicBezTo>
                  <a:cubicBezTo>
                    <a:pt x="143" y="192"/>
                    <a:pt x="155" y="186"/>
                    <a:pt x="180" y="180"/>
                  </a:cubicBezTo>
                  <a:lnTo>
                    <a:pt x="223" y="155"/>
                  </a:lnTo>
                  <a:cubicBezTo>
                    <a:pt x="229" y="155"/>
                    <a:pt x="242" y="149"/>
                    <a:pt x="248" y="149"/>
                  </a:cubicBezTo>
                  <a:cubicBezTo>
                    <a:pt x="260" y="143"/>
                    <a:pt x="279" y="124"/>
                    <a:pt x="285" y="112"/>
                  </a:cubicBezTo>
                  <a:cubicBezTo>
                    <a:pt x="273" y="87"/>
                    <a:pt x="273" y="63"/>
                    <a:pt x="266" y="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3">
              <a:extLst>
                <a:ext uri="{FF2B5EF4-FFF2-40B4-BE49-F238E27FC236}">
                  <a16:creationId xmlns:a16="http://schemas.microsoft.com/office/drawing/2014/main" id="{DF806FF2-DAE5-3D6C-24EE-CA54C4EF309F}"/>
                </a:ext>
              </a:extLst>
            </p:cNvPr>
            <p:cNvSpPr/>
            <p:nvPr/>
          </p:nvSpPr>
          <p:spPr>
            <a:xfrm flipH="1">
              <a:off x="7227874" y="3132401"/>
              <a:ext cx="21860" cy="20545"/>
            </a:xfrm>
            <a:custGeom>
              <a:avLst/>
              <a:gdLst/>
              <a:ahLst/>
              <a:cxnLst/>
              <a:rect l="l" t="t" r="r" b="b"/>
              <a:pathLst>
                <a:path w="316" h="297" extrusionOk="0">
                  <a:moveTo>
                    <a:pt x="291" y="19"/>
                  </a:moveTo>
                  <a:cubicBezTo>
                    <a:pt x="279" y="6"/>
                    <a:pt x="248" y="0"/>
                    <a:pt x="223" y="13"/>
                  </a:cubicBezTo>
                  <a:cubicBezTo>
                    <a:pt x="217" y="19"/>
                    <a:pt x="205" y="19"/>
                    <a:pt x="192" y="31"/>
                  </a:cubicBezTo>
                  <a:cubicBezTo>
                    <a:pt x="174" y="37"/>
                    <a:pt x="168" y="44"/>
                    <a:pt x="149" y="56"/>
                  </a:cubicBezTo>
                  <a:lnTo>
                    <a:pt x="106" y="105"/>
                  </a:lnTo>
                  <a:lnTo>
                    <a:pt x="63" y="155"/>
                  </a:lnTo>
                  <a:cubicBezTo>
                    <a:pt x="44" y="167"/>
                    <a:pt x="25" y="192"/>
                    <a:pt x="13" y="204"/>
                  </a:cubicBezTo>
                  <a:cubicBezTo>
                    <a:pt x="7" y="217"/>
                    <a:pt x="1" y="229"/>
                    <a:pt x="1" y="247"/>
                  </a:cubicBezTo>
                  <a:cubicBezTo>
                    <a:pt x="1" y="260"/>
                    <a:pt x="7" y="278"/>
                    <a:pt x="13" y="284"/>
                  </a:cubicBezTo>
                  <a:cubicBezTo>
                    <a:pt x="19" y="291"/>
                    <a:pt x="38" y="297"/>
                    <a:pt x="50" y="297"/>
                  </a:cubicBezTo>
                  <a:cubicBezTo>
                    <a:pt x="69" y="297"/>
                    <a:pt x="75" y="291"/>
                    <a:pt x="93" y="284"/>
                  </a:cubicBezTo>
                  <a:cubicBezTo>
                    <a:pt x="106" y="266"/>
                    <a:pt x="131" y="260"/>
                    <a:pt x="143" y="247"/>
                  </a:cubicBezTo>
                  <a:lnTo>
                    <a:pt x="192" y="198"/>
                  </a:lnTo>
                  <a:lnTo>
                    <a:pt x="236" y="149"/>
                  </a:lnTo>
                  <a:lnTo>
                    <a:pt x="266" y="124"/>
                  </a:lnTo>
                  <a:cubicBezTo>
                    <a:pt x="279" y="111"/>
                    <a:pt x="285" y="105"/>
                    <a:pt x="285" y="93"/>
                  </a:cubicBezTo>
                  <a:cubicBezTo>
                    <a:pt x="316" y="74"/>
                    <a:pt x="316" y="44"/>
                    <a:pt x="291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3">
              <a:extLst>
                <a:ext uri="{FF2B5EF4-FFF2-40B4-BE49-F238E27FC236}">
                  <a16:creationId xmlns:a16="http://schemas.microsoft.com/office/drawing/2014/main" id="{329831B0-8F11-6AD5-5431-29646396005F}"/>
                </a:ext>
              </a:extLst>
            </p:cNvPr>
            <p:cNvSpPr/>
            <p:nvPr/>
          </p:nvSpPr>
          <p:spPr>
            <a:xfrm flipH="1">
              <a:off x="9080542" y="3508925"/>
              <a:ext cx="18401" cy="14596"/>
            </a:xfrm>
            <a:custGeom>
              <a:avLst/>
              <a:gdLst/>
              <a:ahLst/>
              <a:cxnLst/>
              <a:rect l="l" t="t" r="r" b="b"/>
              <a:pathLst>
                <a:path w="266" h="211" extrusionOk="0">
                  <a:moveTo>
                    <a:pt x="136" y="0"/>
                  </a:moveTo>
                  <a:cubicBezTo>
                    <a:pt x="0" y="0"/>
                    <a:pt x="0" y="198"/>
                    <a:pt x="136" y="198"/>
                  </a:cubicBezTo>
                  <a:cubicBezTo>
                    <a:pt x="266" y="210"/>
                    <a:pt x="266" y="0"/>
                    <a:pt x="136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3">
              <a:extLst>
                <a:ext uri="{FF2B5EF4-FFF2-40B4-BE49-F238E27FC236}">
                  <a16:creationId xmlns:a16="http://schemas.microsoft.com/office/drawing/2014/main" id="{B5523F84-D054-7D4B-4814-A240C2072630}"/>
                </a:ext>
              </a:extLst>
            </p:cNvPr>
            <p:cNvSpPr/>
            <p:nvPr/>
          </p:nvSpPr>
          <p:spPr>
            <a:xfrm flipH="1">
              <a:off x="8902344" y="3717005"/>
              <a:ext cx="39362" cy="47938"/>
            </a:xfrm>
            <a:custGeom>
              <a:avLst/>
              <a:gdLst/>
              <a:ahLst/>
              <a:cxnLst/>
              <a:rect l="l" t="t" r="r" b="b"/>
              <a:pathLst>
                <a:path w="569" h="693" extrusionOk="0">
                  <a:moveTo>
                    <a:pt x="563" y="155"/>
                  </a:moveTo>
                  <a:cubicBezTo>
                    <a:pt x="563" y="155"/>
                    <a:pt x="563" y="149"/>
                    <a:pt x="563" y="155"/>
                  </a:cubicBezTo>
                  <a:cubicBezTo>
                    <a:pt x="563" y="100"/>
                    <a:pt x="557" y="63"/>
                    <a:pt x="526" y="32"/>
                  </a:cubicBezTo>
                  <a:cubicBezTo>
                    <a:pt x="501" y="19"/>
                    <a:pt x="470" y="1"/>
                    <a:pt x="445" y="26"/>
                  </a:cubicBezTo>
                  <a:cubicBezTo>
                    <a:pt x="433" y="32"/>
                    <a:pt x="415" y="50"/>
                    <a:pt x="402" y="63"/>
                  </a:cubicBezTo>
                  <a:cubicBezTo>
                    <a:pt x="396" y="81"/>
                    <a:pt x="384" y="94"/>
                    <a:pt x="377" y="118"/>
                  </a:cubicBezTo>
                  <a:lnTo>
                    <a:pt x="377" y="118"/>
                  </a:lnTo>
                  <a:cubicBezTo>
                    <a:pt x="371" y="124"/>
                    <a:pt x="371" y="137"/>
                    <a:pt x="365" y="137"/>
                  </a:cubicBezTo>
                  <a:cubicBezTo>
                    <a:pt x="353" y="143"/>
                    <a:pt x="353" y="155"/>
                    <a:pt x="347" y="174"/>
                  </a:cubicBezTo>
                  <a:cubicBezTo>
                    <a:pt x="340" y="186"/>
                    <a:pt x="334" y="211"/>
                    <a:pt x="322" y="229"/>
                  </a:cubicBezTo>
                  <a:cubicBezTo>
                    <a:pt x="322" y="236"/>
                    <a:pt x="316" y="242"/>
                    <a:pt x="316" y="248"/>
                  </a:cubicBezTo>
                  <a:lnTo>
                    <a:pt x="316" y="248"/>
                  </a:lnTo>
                  <a:lnTo>
                    <a:pt x="316" y="248"/>
                  </a:lnTo>
                  <a:cubicBezTo>
                    <a:pt x="316" y="260"/>
                    <a:pt x="310" y="267"/>
                    <a:pt x="310" y="267"/>
                  </a:cubicBezTo>
                  <a:cubicBezTo>
                    <a:pt x="303" y="273"/>
                    <a:pt x="303" y="279"/>
                    <a:pt x="291" y="297"/>
                  </a:cubicBezTo>
                  <a:lnTo>
                    <a:pt x="291" y="297"/>
                  </a:lnTo>
                  <a:lnTo>
                    <a:pt x="291" y="304"/>
                  </a:lnTo>
                  <a:cubicBezTo>
                    <a:pt x="291" y="310"/>
                    <a:pt x="285" y="322"/>
                    <a:pt x="285" y="328"/>
                  </a:cubicBezTo>
                  <a:cubicBezTo>
                    <a:pt x="279" y="341"/>
                    <a:pt x="272" y="353"/>
                    <a:pt x="260" y="359"/>
                  </a:cubicBezTo>
                  <a:cubicBezTo>
                    <a:pt x="260" y="365"/>
                    <a:pt x="254" y="365"/>
                    <a:pt x="254" y="372"/>
                  </a:cubicBezTo>
                  <a:lnTo>
                    <a:pt x="254" y="372"/>
                  </a:lnTo>
                  <a:cubicBezTo>
                    <a:pt x="242" y="396"/>
                    <a:pt x="217" y="415"/>
                    <a:pt x="198" y="433"/>
                  </a:cubicBezTo>
                  <a:cubicBezTo>
                    <a:pt x="180" y="452"/>
                    <a:pt x="155" y="477"/>
                    <a:pt x="137" y="489"/>
                  </a:cubicBezTo>
                  <a:lnTo>
                    <a:pt x="93" y="538"/>
                  </a:lnTo>
                  <a:cubicBezTo>
                    <a:pt x="87" y="545"/>
                    <a:pt x="75" y="551"/>
                    <a:pt x="62" y="551"/>
                  </a:cubicBezTo>
                  <a:cubicBezTo>
                    <a:pt x="1" y="588"/>
                    <a:pt x="38" y="693"/>
                    <a:pt x="118" y="674"/>
                  </a:cubicBezTo>
                  <a:cubicBezTo>
                    <a:pt x="130" y="674"/>
                    <a:pt x="137" y="668"/>
                    <a:pt x="155" y="668"/>
                  </a:cubicBezTo>
                  <a:cubicBezTo>
                    <a:pt x="180" y="668"/>
                    <a:pt x="211" y="662"/>
                    <a:pt x="229" y="650"/>
                  </a:cubicBezTo>
                  <a:cubicBezTo>
                    <a:pt x="272" y="637"/>
                    <a:pt x="303" y="613"/>
                    <a:pt x="340" y="582"/>
                  </a:cubicBezTo>
                  <a:cubicBezTo>
                    <a:pt x="365" y="569"/>
                    <a:pt x="384" y="545"/>
                    <a:pt x="402" y="520"/>
                  </a:cubicBezTo>
                  <a:cubicBezTo>
                    <a:pt x="408" y="508"/>
                    <a:pt x="427" y="495"/>
                    <a:pt x="433" y="483"/>
                  </a:cubicBezTo>
                  <a:cubicBezTo>
                    <a:pt x="439" y="477"/>
                    <a:pt x="445" y="458"/>
                    <a:pt x="458" y="452"/>
                  </a:cubicBezTo>
                  <a:cubicBezTo>
                    <a:pt x="464" y="446"/>
                    <a:pt x="458" y="446"/>
                    <a:pt x="445" y="458"/>
                  </a:cubicBezTo>
                  <a:lnTo>
                    <a:pt x="458" y="452"/>
                  </a:lnTo>
                  <a:cubicBezTo>
                    <a:pt x="476" y="421"/>
                    <a:pt x="501" y="396"/>
                    <a:pt x="520" y="359"/>
                  </a:cubicBezTo>
                  <a:cubicBezTo>
                    <a:pt x="532" y="328"/>
                    <a:pt x="557" y="291"/>
                    <a:pt x="563" y="248"/>
                  </a:cubicBezTo>
                  <a:cubicBezTo>
                    <a:pt x="569" y="229"/>
                    <a:pt x="569" y="205"/>
                    <a:pt x="569" y="186"/>
                  </a:cubicBezTo>
                  <a:cubicBezTo>
                    <a:pt x="563" y="180"/>
                    <a:pt x="563" y="168"/>
                    <a:pt x="563" y="15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3">
              <a:extLst>
                <a:ext uri="{FF2B5EF4-FFF2-40B4-BE49-F238E27FC236}">
                  <a16:creationId xmlns:a16="http://schemas.microsoft.com/office/drawing/2014/main" id="{E06B9E1F-DCF6-34A3-F938-033371237039}"/>
                </a:ext>
              </a:extLst>
            </p:cNvPr>
            <p:cNvSpPr/>
            <p:nvPr/>
          </p:nvSpPr>
          <p:spPr>
            <a:xfrm flipH="1">
              <a:off x="8919432" y="3733262"/>
              <a:ext cx="484" cy="968"/>
            </a:xfrm>
            <a:custGeom>
              <a:avLst/>
              <a:gdLst/>
              <a:ahLst/>
              <a:cxnLst/>
              <a:rect l="l" t="t" r="r" b="b"/>
              <a:pathLst>
                <a:path w="7" h="14" extrusionOk="0">
                  <a:moveTo>
                    <a:pt x="1" y="13"/>
                  </a:moveTo>
                  <a:cubicBezTo>
                    <a:pt x="7" y="1"/>
                    <a:pt x="1" y="1"/>
                    <a:pt x="1" y="1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3">
              <a:extLst>
                <a:ext uri="{FF2B5EF4-FFF2-40B4-BE49-F238E27FC236}">
                  <a16:creationId xmlns:a16="http://schemas.microsoft.com/office/drawing/2014/main" id="{80F55CAC-23EE-E4E7-2151-F34EEF2B515F}"/>
                </a:ext>
              </a:extLst>
            </p:cNvPr>
            <p:cNvSpPr/>
            <p:nvPr/>
          </p:nvSpPr>
          <p:spPr>
            <a:xfrm flipH="1">
              <a:off x="8513853" y="3261483"/>
              <a:ext cx="21860" cy="22689"/>
            </a:xfrm>
            <a:custGeom>
              <a:avLst/>
              <a:gdLst/>
              <a:ahLst/>
              <a:cxnLst/>
              <a:rect l="l" t="t" r="r" b="b"/>
              <a:pathLst>
                <a:path w="316" h="328" extrusionOk="0">
                  <a:moveTo>
                    <a:pt x="304" y="25"/>
                  </a:moveTo>
                  <a:cubicBezTo>
                    <a:pt x="291" y="19"/>
                    <a:pt x="285" y="19"/>
                    <a:pt x="279" y="6"/>
                  </a:cubicBezTo>
                  <a:cubicBezTo>
                    <a:pt x="260" y="0"/>
                    <a:pt x="254" y="6"/>
                    <a:pt x="242" y="19"/>
                  </a:cubicBezTo>
                  <a:cubicBezTo>
                    <a:pt x="229" y="19"/>
                    <a:pt x="229" y="25"/>
                    <a:pt x="223" y="25"/>
                  </a:cubicBezTo>
                  <a:cubicBezTo>
                    <a:pt x="217" y="25"/>
                    <a:pt x="211" y="31"/>
                    <a:pt x="199" y="37"/>
                  </a:cubicBezTo>
                  <a:lnTo>
                    <a:pt x="180" y="62"/>
                  </a:lnTo>
                  <a:cubicBezTo>
                    <a:pt x="161" y="80"/>
                    <a:pt x="149" y="93"/>
                    <a:pt x="124" y="111"/>
                  </a:cubicBezTo>
                  <a:cubicBezTo>
                    <a:pt x="93" y="142"/>
                    <a:pt x="56" y="173"/>
                    <a:pt x="26" y="192"/>
                  </a:cubicBezTo>
                  <a:cubicBezTo>
                    <a:pt x="7" y="210"/>
                    <a:pt x="1" y="235"/>
                    <a:pt x="1" y="247"/>
                  </a:cubicBezTo>
                  <a:cubicBezTo>
                    <a:pt x="1" y="266"/>
                    <a:pt x="7" y="284"/>
                    <a:pt x="26" y="303"/>
                  </a:cubicBezTo>
                  <a:cubicBezTo>
                    <a:pt x="38" y="315"/>
                    <a:pt x="56" y="328"/>
                    <a:pt x="75" y="328"/>
                  </a:cubicBezTo>
                  <a:cubicBezTo>
                    <a:pt x="100" y="328"/>
                    <a:pt x="118" y="315"/>
                    <a:pt x="131" y="303"/>
                  </a:cubicBezTo>
                  <a:cubicBezTo>
                    <a:pt x="161" y="272"/>
                    <a:pt x="192" y="235"/>
                    <a:pt x="217" y="204"/>
                  </a:cubicBezTo>
                  <a:lnTo>
                    <a:pt x="260" y="155"/>
                  </a:lnTo>
                  <a:lnTo>
                    <a:pt x="285" y="130"/>
                  </a:lnTo>
                  <a:cubicBezTo>
                    <a:pt x="291" y="124"/>
                    <a:pt x="304" y="117"/>
                    <a:pt x="304" y="111"/>
                  </a:cubicBezTo>
                  <a:cubicBezTo>
                    <a:pt x="304" y="99"/>
                    <a:pt x="310" y="99"/>
                    <a:pt x="310" y="93"/>
                  </a:cubicBezTo>
                  <a:cubicBezTo>
                    <a:pt x="316" y="87"/>
                    <a:pt x="316" y="68"/>
                    <a:pt x="316" y="62"/>
                  </a:cubicBezTo>
                  <a:cubicBezTo>
                    <a:pt x="310" y="37"/>
                    <a:pt x="310" y="31"/>
                    <a:pt x="304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3">
              <a:extLst>
                <a:ext uri="{FF2B5EF4-FFF2-40B4-BE49-F238E27FC236}">
                  <a16:creationId xmlns:a16="http://schemas.microsoft.com/office/drawing/2014/main" id="{375ECE11-9DA3-E1F3-8852-4D8563FCCC26}"/>
                </a:ext>
              </a:extLst>
            </p:cNvPr>
            <p:cNvSpPr/>
            <p:nvPr/>
          </p:nvSpPr>
          <p:spPr>
            <a:xfrm flipH="1">
              <a:off x="8398468" y="3269992"/>
              <a:ext cx="25665" cy="27878"/>
            </a:xfrm>
            <a:custGeom>
              <a:avLst/>
              <a:gdLst/>
              <a:ahLst/>
              <a:cxnLst/>
              <a:rect l="l" t="t" r="r" b="b"/>
              <a:pathLst>
                <a:path w="371" h="403" extrusionOk="0">
                  <a:moveTo>
                    <a:pt x="359" y="19"/>
                  </a:moveTo>
                  <a:cubicBezTo>
                    <a:pt x="346" y="7"/>
                    <a:pt x="322" y="1"/>
                    <a:pt x="315" y="7"/>
                  </a:cubicBezTo>
                  <a:cubicBezTo>
                    <a:pt x="266" y="50"/>
                    <a:pt x="217" y="99"/>
                    <a:pt x="161" y="149"/>
                  </a:cubicBezTo>
                  <a:lnTo>
                    <a:pt x="93" y="217"/>
                  </a:lnTo>
                  <a:cubicBezTo>
                    <a:pt x="68" y="242"/>
                    <a:pt x="50" y="260"/>
                    <a:pt x="25" y="291"/>
                  </a:cubicBezTo>
                  <a:cubicBezTo>
                    <a:pt x="0" y="316"/>
                    <a:pt x="0" y="353"/>
                    <a:pt x="25" y="377"/>
                  </a:cubicBezTo>
                  <a:cubicBezTo>
                    <a:pt x="44" y="402"/>
                    <a:pt x="87" y="402"/>
                    <a:pt x="105" y="377"/>
                  </a:cubicBezTo>
                  <a:lnTo>
                    <a:pt x="179" y="310"/>
                  </a:lnTo>
                  <a:cubicBezTo>
                    <a:pt x="198" y="279"/>
                    <a:pt x="223" y="254"/>
                    <a:pt x="247" y="223"/>
                  </a:cubicBezTo>
                  <a:cubicBezTo>
                    <a:pt x="285" y="167"/>
                    <a:pt x="334" y="124"/>
                    <a:pt x="365" y="69"/>
                  </a:cubicBezTo>
                  <a:cubicBezTo>
                    <a:pt x="371" y="38"/>
                    <a:pt x="371" y="25"/>
                    <a:pt x="359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3">
              <a:extLst>
                <a:ext uri="{FF2B5EF4-FFF2-40B4-BE49-F238E27FC236}">
                  <a16:creationId xmlns:a16="http://schemas.microsoft.com/office/drawing/2014/main" id="{3B17B942-D099-19AA-F344-020C5FDBB018}"/>
                </a:ext>
              </a:extLst>
            </p:cNvPr>
            <p:cNvSpPr/>
            <p:nvPr/>
          </p:nvSpPr>
          <p:spPr>
            <a:xfrm flipH="1">
              <a:off x="8327493" y="2908410"/>
              <a:ext cx="27879" cy="27462"/>
            </a:xfrm>
            <a:custGeom>
              <a:avLst/>
              <a:gdLst/>
              <a:ahLst/>
              <a:cxnLst/>
              <a:rect l="l" t="t" r="r" b="b"/>
              <a:pathLst>
                <a:path w="403" h="397" extrusionOk="0">
                  <a:moveTo>
                    <a:pt x="372" y="13"/>
                  </a:moveTo>
                  <a:cubicBezTo>
                    <a:pt x="359" y="7"/>
                    <a:pt x="341" y="1"/>
                    <a:pt x="328" y="1"/>
                  </a:cubicBezTo>
                  <a:lnTo>
                    <a:pt x="304" y="1"/>
                  </a:lnTo>
                  <a:cubicBezTo>
                    <a:pt x="279" y="1"/>
                    <a:pt x="260" y="1"/>
                    <a:pt x="236" y="7"/>
                  </a:cubicBezTo>
                  <a:cubicBezTo>
                    <a:pt x="186" y="26"/>
                    <a:pt x="149" y="44"/>
                    <a:pt x="112" y="75"/>
                  </a:cubicBezTo>
                  <a:cubicBezTo>
                    <a:pt x="44" y="137"/>
                    <a:pt x="1" y="230"/>
                    <a:pt x="1" y="322"/>
                  </a:cubicBezTo>
                  <a:cubicBezTo>
                    <a:pt x="1" y="365"/>
                    <a:pt x="32" y="396"/>
                    <a:pt x="75" y="396"/>
                  </a:cubicBezTo>
                  <a:cubicBezTo>
                    <a:pt x="87" y="396"/>
                    <a:pt x="112" y="384"/>
                    <a:pt x="118" y="372"/>
                  </a:cubicBezTo>
                  <a:cubicBezTo>
                    <a:pt x="137" y="353"/>
                    <a:pt x="137" y="341"/>
                    <a:pt x="143" y="322"/>
                  </a:cubicBezTo>
                  <a:cubicBezTo>
                    <a:pt x="143" y="347"/>
                    <a:pt x="143" y="335"/>
                    <a:pt x="143" y="322"/>
                  </a:cubicBezTo>
                  <a:lnTo>
                    <a:pt x="143" y="310"/>
                  </a:lnTo>
                  <a:cubicBezTo>
                    <a:pt x="143" y="298"/>
                    <a:pt x="149" y="291"/>
                    <a:pt x="149" y="285"/>
                  </a:cubicBezTo>
                  <a:cubicBezTo>
                    <a:pt x="149" y="279"/>
                    <a:pt x="149" y="279"/>
                    <a:pt x="155" y="273"/>
                  </a:cubicBezTo>
                  <a:cubicBezTo>
                    <a:pt x="155" y="260"/>
                    <a:pt x="162" y="254"/>
                    <a:pt x="162" y="248"/>
                  </a:cubicBezTo>
                  <a:cubicBezTo>
                    <a:pt x="174" y="236"/>
                    <a:pt x="174" y="230"/>
                    <a:pt x="180" y="223"/>
                  </a:cubicBezTo>
                  <a:cubicBezTo>
                    <a:pt x="180" y="223"/>
                    <a:pt x="180" y="217"/>
                    <a:pt x="186" y="217"/>
                  </a:cubicBezTo>
                  <a:cubicBezTo>
                    <a:pt x="193" y="205"/>
                    <a:pt x="193" y="199"/>
                    <a:pt x="205" y="199"/>
                  </a:cubicBezTo>
                  <a:cubicBezTo>
                    <a:pt x="205" y="199"/>
                    <a:pt x="205" y="192"/>
                    <a:pt x="211" y="192"/>
                  </a:cubicBezTo>
                  <a:lnTo>
                    <a:pt x="211" y="192"/>
                  </a:lnTo>
                  <a:lnTo>
                    <a:pt x="217" y="186"/>
                  </a:lnTo>
                  <a:cubicBezTo>
                    <a:pt x="223" y="168"/>
                    <a:pt x="242" y="162"/>
                    <a:pt x="254" y="143"/>
                  </a:cubicBezTo>
                  <a:lnTo>
                    <a:pt x="254" y="143"/>
                  </a:lnTo>
                  <a:lnTo>
                    <a:pt x="267" y="137"/>
                  </a:lnTo>
                  <a:cubicBezTo>
                    <a:pt x="273" y="131"/>
                    <a:pt x="279" y="131"/>
                    <a:pt x="285" y="125"/>
                  </a:cubicBezTo>
                  <a:lnTo>
                    <a:pt x="335" y="100"/>
                  </a:lnTo>
                  <a:cubicBezTo>
                    <a:pt x="341" y="100"/>
                    <a:pt x="347" y="94"/>
                    <a:pt x="359" y="94"/>
                  </a:cubicBezTo>
                  <a:cubicBezTo>
                    <a:pt x="341" y="100"/>
                    <a:pt x="365" y="94"/>
                    <a:pt x="365" y="81"/>
                  </a:cubicBezTo>
                  <a:cubicBezTo>
                    <a:pt x="372" y="81"/>
                    <a:pt x="372" y="75"/>
                    <a:pt x="378" y="75"/>
                  </a:cubicBezTo>
                  <a:cubicBezTo>
                    <a:pt x="396" y="69"/>
                    <a:pt x="403" y="32"/>
                    <a:pt x="372" y="1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3">
              <a:extLst>
                <a:ext uri="{FF2B5EF4-FFF2-40B4-BE49-F238E27FC236}">
                  <a16:creationId xmlns:a16="http://schemas.microsoft.com/office/drawing/2014/main" id="{271ACCA2-B044-4CA8-31C4-E33D9B325B6B}"/>
                </a:ext>
              </a:extLst>
            </p:cNvPr>
            <p:cNvSpPr/>
            <p:nvPr/>
          </p:nvSpPr>
          <p:spPr>
            <a:xfrm flipH="1">
              <a:off x="7194869" y="4826100"/>
              <a:ext cx="36387" cy="44895"/>
            </a:xfrm>
            <a:custGeom>
              <a:avLst/>
              <a:gdLst/>
              <a:ahLst/>
              <a:cxnLst/>
              <a:rect l="l" t="t" r="r" b="b"/>
              <a:pathLst>
                <a:path w="526" h="649" extrusionOk="0">
                  <a:moveTo>
                    <a:pt x="432" y="19"/>
                  </a:moveTo>
                  <a:cubicBezTo>
                    <a:pt x="383" y="12"/>
                    <a:pt x="340" y="0"/>
                    <a:pt x="290" y="25"/>
                  </a:cubicBezTo>
                  <a:cubicBezTo>
                    <a:pt x="259" y="43"/>
                    <a:pt x="229" y="62"/>
                    <a:pt x="210" y="87"/>
                  </a:cubicBezTo>
                  <a:cubicBezTo>
                    <a:pt x="161" y="124"/>
                    <a:pt x="117" y="173"/>
                    <a:pt x="87" y="222"/>
                  </a:cubicBezTo>
                  <a:cubicBezTo>
                    <a:pt x="74" y="235"/>
                    <a:pt x="74" y="235"/>
                    <a:pt x="74" y="241"/>
                  </a:cubicBezTo>
                  <a:cubicBezTo>
                    <a:pt x="68" y="247"/>
                    <a:pt x="68" y="260"/>
                    <a:pt x="62" y="272"/>
                  </a:cubicBezTo>
                  <a:lnTo>
                    <a:pt x="62" y="272"/>
                  </a:lnTo>
                  <a:lnTo>
                    <a:pt x="62" y="278"/>
                  </a:lnTo>
                  <a:cubicBezTo>
                    <a:pt x="62" y="290"/>
                    <a:pt x="56" y="297"/>
                    <a:pt x="56" y="297"/>
                  </a:cubicBezTo>
                  <a:cubicBezTo>
                    <a:pt x="37" y="327"/>
                    <a:pt x="25" y="358"/>
                    <a:pt x="12" y="389"/>
                  </a:cubicBezTo>
                  <a:cubicBezTo>
                    <a:pt x="6" y="420"/>
                    <a:pt x="0" y="451"/>
                    <a:pt x="0" y="476"/>
                  </a:cubicBezTo>
                  <a:lnTo>
                    <a:pt x="0" y="513"/>
                  </a:lnTo>
                  <a:lnTo>
                    <a:pt x="0" y="519"/>
                  </a:lnTo>
                  <a:lnTo>
                    <a:pt x="0" y="525"/>
                  </a:lnTo>
                  <a:lnTo>
                    <a:pt x="0" y="575"/>
                  </a:lnTo>
                  <a:cubicBezTo>
                    <a:pt x="0" y="612"/>
                    <a:pt x="25" y="636"/>
                    <a:pt x="62" y="643"/>
                  </a:cubicBezTo>
                  <a:cubicBezTo>
                    <a:pt x="93" y="649"/>
                    <a:pt x="130" y="630"/>
                    <a:pt x="136" y="587"/>
                  </a:cubicBezTo>
                  <a:cubicBezTo>
                    <a:pt x="136" y="581"/>
                    <a:pt x="148" y="568"/>
                    <a:pt x="148" y="556"/>
                  </a:cubicBezTo>
                  <a:lnTo>
                    <a:pt x="148" y="550"/>
                  </a:lnTo>
                  <a:lnTo>
                    <a:pt x="154" y="544"/>
                  </a:lnTo>
                  <a:cubicBezTo>
                    <a:pt x="161" y="525"/>
                    <a:pt x="167" y="513"/>
                    <a:pt x="167" y="494"/>
                  </a:cubicBezTo>
                  <a:lnTo>
                    <a:pt x="167" y="488"/>
                  </a:lnTo>
                  <a:lnTo>
                    <a:pt x="179" y="482"/>
                  </a:lnTo>
                  <a:cubicBezTo>
                    <a:pt x="192" y="451"/>
                    <a:pt x="210" y="414"/>
                    <a:pt x="229" y="383"/>
                  </a:cubicBezTo>
                  <a:cubicBezTo>
                    <a:pt x="241" y="383"/>
                    <a:pt x="241" y="371"/>
                    <a:pt x="247" y="371"/>
                  </a:cubicBezTo>
                  <a:lnTo>
                    <a:pt x="259" y="358"/>
                  </a:lnTo>
                  <a:lnTo>
                    <a:pt x="290" y="327"/>
                  </a:lnTo>
                  <a:cubicBezTo>
                    <a:pt x="303" y="321"/>
                    <a:pt x="315" y="309"/>
                    <a:pt x="321" y="297"/>
                  </a:cubicBezTo>
                  <a:lnTo>
                    <a:pt x="340" y="278"/>
                  </a:lnTo>
                  <a:lnTo>
                    <a:pt x="340" y="278"/>
                  </a:lnTo>
                  <a:lnTo>
                    <a:pt x="408" y="235"/>
                  </a:lnTo>
                  <a:cubicBezTo>
                    <a:pt x="432" y="216"/>
                    <a:pt x="457" y="204"/>
                    <a:pt x="470" y="179"/>
                  </a:cubicBezTo>
                  <a:cubicBezTo>
                    <a:pt x="476" y="173"/>
                    <a:pt x="488" y="154"/>
                    <a:pt x="494" y="148"/>
                  </a:cubicBezTo>
                  <a:cubicBezTo>
                    <a:pt x="525" y="111"/>
                    <a:pt x="488" y="31"/>
                    <a:pt x="432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3">
              <a:extLst>
                <a:ext uri="{FF2B5EF4-FFF2-40B4-BE49-F238E27FC236}">
                  <a16:creationId xmlns:a16="http://schemas.microsoft.com/office/drawing/2014/main" id="{3391E7BC-3B3D-BDA4-CF30-D5ACB2EF0EE7}"/>
                </a:ext>
              </a:extLst>
            </p:cNvPr>
            <p:cNvSpPr/>
            <p:nvPr/>
          </p:nvSpPr>
          <p:spPr>
            <a:xfrm flipH="1">
              <a:off x="6984644" y="4947434"/>
              <a:ext cx="32098" cy="34242"/>
            </a:xfrm>
            <a:custGeom>
              <a:avLst/>
              <a:gdLst/>
              <a:ahLst/>
              <a:cxnLst/>
              <a:rect l="l" t="t" r="r" b="b"/>
              <a:pathLst>
                <a:path w="464" h="495" extrusionOk="0">
                  <a:moveTo>
                    <a:pt x="458" y="186"/>
                  </a:moveTo>
                  <a:cubicBezTo>
                    <a:pt x="458" y="155"/>
                    <a:pt x="451" y="130"/>
                    <a:pt x="433" y="112"/>
                  </a:cubicBezTo>
                  <a:cubicBezTo>
                    <a:pt x="427" y="93"/>
                    <a:pt x="408" y="81"/>
                    <a:pt x="402" y="62"/>
                  </a:cubicBezTo>
                  <a:cubicBezTo>
                    <a:pt x="377" y="38"/>
                    <a:pt x="353" y="19"/>
                    <a:pt x="309" y="7"/>
                  </a:cubicBezTo>
                  <a:cubicBezTo>
                    <a:pt x="297" y="7"/>
                    <a:pt x="272" y="1"/>
                    <a:pt x="260" y="1"/>
                  </a:cubicBezTo>
                  <a:cubicBezTo>
                    <a:pt x="217" y="1"/>
                    <a:pt x="180" y="7"/>
                    <a:pt x="149" y="32"/>
                  </a:cubicBezTo>
                  <a:cubicBezTo>
                    <a:pt x="136" y="38"/>
                    <a:pt x="118" y="56"/>
                    <a:pt x="105" y="62"/>
                  </a:cubicBezTo>
                  <a:cubicBezTo>
                    <a:pt x="81" y="81"/>
                    <a:pt x="62" y="99"/>
                    <a:pt x="56" y="130"/>
                  </a:cubicBezTo>
                  <a:cubicBezTo>
                    <a:pt x="50" y="149"/>
                    <a:pt x="44" y="161"/>
                    <a:pt x="44" y="180"/>
                  </a:cubicBezTo>
                  <a:lnTo>
                    <a:pt x="44" y="180"/>
                  </a:lnTo>
                  <a:cubicBezTo>
                    <a:pt x="44" y="186"/>
                    <a:pt x="31" y="186"/>
                    <a:pt x="31" y="192"/>
                  </a:cubicBezTo>
                  <a:cubicBezTo>
                    <a:pt x="25" y="211"/>
                    <a:pt x="19" y="223"/>
                    <a:pt x="19" y="235"/>
                  </a:cubicBezTo>
                  <a:lnTo>
                    <a:pt x="19" y="242"/>
                  </a:lnTo>
                  <a:cubicBezTo>
                    <a:pt x="25" y="235"/>
                    <a:pt x="25" y="217"/>
                    <a:pt x="31" y="211"/>
                  </a:cubicBezTo>
                  <a:cubicBezTo>
                    <a:pt x="25" y="217"/>
                    <a:pt x="25" y="235"/>
                    <a:pt x="19" y="242"/>
                  </a:cubicBezTo>
                  <a:cubicBezTo>
                    <a:pt x="19" y="254"/>
                    <a:pt x="19" y="266"/>
                    <a:pt x="13" y="279"/>
                  </a:cubicBezTo>
                  <a:cubicBezTo>
                    <a:pt x="13" y="266"/>
                    <a:pt x="13" y="254"/>
                    <a:pt x="19" y="242"/>
                  </a:cubicBezTo>
                  <a:cubicBezTo>
                    <a:pt x="19" y="248"/>
                    <a:pt x="13" y="254"/>
                    <a:pt x="13" y="266"/>
                  </a:cubicBezTo>
                  <a:cubicBezTo>
                    <a:pt x="0" y="285"/>
                    <a:pt x="0" y="310"/>
                    <a:pt x="0" y="322"/>
                  </a:cubicBezTo>
                  <a:cubicBezTo>
                    <a:pt x="0" y="347"/>
                    <a:pt x="13" y="371"/>
                    <a:pt x="19" y="396"/>
                  </a:cubicBezTo>
                  <a:lnTo>
                    <a:pt x="19" y="396"/>
                  </a:lnTo>
                  <a:lnTo>
                    <a:pt x="19" y="408"/>
                  </a:lnTo>
                  <a:cubicBezTo>
                    <a:pt x="25" y="433"/>
                    <a:pt x="50" y="464"/>
                    <a:pt x="75" y="476"/>
                  </a:cubicBezTo>
                  <a:cubicBezTo>
                    <a:pt x="81" y="476"/>
                    <a:pt x="87" y="489"/>
                    <a:pt x="93" y="489"/>
                  </a:cubicBezTo>
                  <a:cubicBezTo>
                    <a:pt x="112" y="495"/>
                    <a:pt x="124" y="495"/>
                    <a:pt x="143" y="489"/>
                  </a:cubicBezTo>
                  <a:cubicBezTo>
                    <a:pt x="167" y="489"/>
                    <a:pt x="186" y="470"/>
                    <a:pt x="204" y="458"/>
                  </a:cubicBezTo>
                  <a:cubicBezTo>
                    <a:pt x="210" y="445"/>
                    <a:pt x="217" y="439"/>
                    <a:pt x="217" y="433"/>
                  </a:cubicBezTo>
                  <a:cubicBezTo>
                    <a:pt x="229" y="427"/>
                    <a:pt x="229" y="408"/>
                    <a:pt x="235" y="402"/>
                  </a:cubicBezTo>
                  <a:lnTo>
                    <a:pt x="235" y="402"/>
                  </a:lnTo>
                  <a:lnTo>
                    <a:pt x="291" y="402"/>
                  </a:lnTo>
                  <a:cubicBezTo>
                    <a:pt x="322" y="402"/>
                    <a:pt x="340" y="396"/>
                    <a:pt x="365" y="377"/>
                  </a:cubicBezTo>
                  <a:cubicBezTo>
                    <a:pt x="390" y="365"/>
                    <a:pt x="414" y="347"/>
                    <a:pt x="427" y="328"/>
                  </a:cubicBezTo>
                  <a:cubicBezTo>
                    <a:pt x="445" y="303"/>
                    <a:pt x="458" y="279"/>
                    <a:pt x="464" y="254"/>
                  </a:cubicBezTo>
                  <a:cubicBezTo>
                    <a:pt x="464" y="242"/>
                    <a:pt x="464" y="211"/>
                    <a:pt x="458" y="1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3">
              <a:extLst>
                <a:ext uri="{FF2B5EF4-FFF2-40B4-BE49-F238E27FC236}">
                  <a16:creationId xmlns:a16="http://schemas.microsoft.com/office/drawing/2014/main" id="{4D233E1F-80AD-F6D8-0709-99317BBA04DD}"/>
                </a:ext>
              </a:extLst>
            </p:cNvPr>
            <p:cNvSpPr/>
            <p:nvPr/>
          </p:nvSpPr>
          <p:spPr>
            <a:xfrm flipH="1">
              <a:off x="7015843" y="4964520"/>
              <a:ext cx="69" cy="6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3">
              <a:extLst>
                <a:ext uri="{FF2B5EF4-FFF2-40B4-BE49-F238E27FC236}">
                  <a16:creationId xmlns:a16="http://schemas.microsoft.com/office/drawing/2014/main" id="{FDE32E74-9F46-189C-1111-5796C0B2225A}"/>
                </a:ext>
              </a:extLst>
            </p:cNvPr>
            <p:cNvSpPr/>
            <p:nvPr/>
          </p:nvSpPr>
          <p:spPr>
            <a:xfrm flipH="1">
              <a:off x="7015843" y="4964520"/>
              <a:ext cx="69" cy="484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" y="7"/>
                    <a:pt x="1" y="7"/>
                    <a:pt x="1" y="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3">
              <a:extLst>
                <a:ext uri="{FF2B5EF4-FFF2-40B4-BE49-F238E27FC236}">
                  <a16:creationId xmlns:a16="http://schemas.microsoft.com/office/drawing/2014/main" id="{57C288A7-2032-C9B3-18CC-6CA263907DB4}"/>
                </a:ext>
              </a:extLst>
            </p:cNvPr>
            <p:cNvSpPr/>
            <p:nvPr/>
          </p:nvSpPr>
          <p:spPr>
            <a:xfrm flipH="1">
              <a:off x="6823049" y="4708086"/>
              <a:ext cx="9892" cy="26148"/>
            </a:xfrm>
            <a:custGeom>
              <a:avLst/>
              <a:gdLst/>
              <a:ahLst/>
              <a:cxnLst/>
              <a:rect l="l" t="t" r="r" b="b"/>
              <a:pathLst>
                <a:path w="143" h="378" extrusionOk="0">
                  <a:moveTo>
                    <a:pt x="117" y="112"/>
                  </a:moveTo>
                  <a:cubicBezTo>
                    <a:pt x="111" y="87"/>
                    <a:pt x="111" y="63"/>
                    <a:pt x="105" y="38"/>
                  </a:cubicBezTo>
                  <a:cubicBezTo>
                    <a:pt x="93" y="1"/>
                    <a:pt x="31" y="1"/>
                    <a:pt x="25" y="38"/>
                  </a:cubicBezTo>
                  <a:cubicBezTo>
                    <a:pt x="19" y="63"/>
                    <a:pt x="12" y="87"/>
                    <a:pt x="12" y="112"/>
                  </a:cubicBezTo>
                  <a:cubicBezTo>
                    <a:pt x="0" y="131"/>
                    <a:pt x="0" y="162"/>
                    <a:pt x="0" y="186"/>
                  </a:cubicBezTo>
                  <a:cubicBezTo>
                    <a:pt x="0" y="211"/>
                    <a:pt x="0" y="236"/>
                    <a:pt x="12" y="254"/>
                  </a:cubicBezTo>
                  <a:cubicBezTo>
                    <a:pt x="12" y="279"/>
                    <a:pt x="12" y="304"/>
                    <a:pt x="19" y="328"/>
                  </a:cubicBezTo>
                  <a:cubicBezTo>
                    <a:pt x="19" y="353"/>
                    <a:pt x="43" y="378"/>
                    <a:pt x="74" y="378"/>
                  </a:cubicBezTo>
                  <a:cubicBezTo>
                    <a:pt x="105" y="378"/>
                    <a:pt x="124" y="359"/>
                    <a:pt x="124" y="328"/>
                  </a:cubicBezTo>
                  <a:cubicBezTo>
                    <a:pt x="124" y="304"/>
                    <a:pt x="124" y="279"/>
                    <a:pt x="136" y="254"/>
                  </a:cubicBezTo>
                  <a:cubicBezTo>
                    <a:pt x="136" y="236"/>
                    <a:pt x="142" y="211"/>
                    <a:pt x="142" y="186"/>
                  </a:cubicBezTo>
                  <a:cubicBezTo>
                    <a:pt x="117" y="162"/>
                    <a:pt x="117" y="131"/>
                    <a:pt x="117" y="11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3">
              <a:extLst>
                <a:ext uri="{FF2B5EF4-FFF2-40B4-BE49-F238E27FC236}">
                  <a16:creationId xmlns:a16="http://schemas.microsoft.com/office/drawing/2014/main" id="{9CED3B4A-C7A3-984D-4F1A-0AC7D54AE0F8}"/>
                </a:ext>
              </a:extLst>
            </p:cNvPr>
            <p:cNvSpPr/>
            <p:nvPr/>
          </p:nvSpPr>
          <p:spPr>
            <a:xfrm flipH="1">
              <a:off x="6915399" y="4567106"/>
              <a:ext cx="26979" cy="26563"/>
            </a:xfrm>
            <a:custGeom>
              <a:avLst/>
              <a:gdLst/>
              <a:ahLst/>
              <a:cxnLst/>
              <a:rect l="l" t="t" r="r" b="b"/>
              <a:pathLst>
                <a:path w="390" h="384" extrusionOk="0">
                  <a:moveTo>
                    <a:pt x="371" y="19"/>
                  </a:moveTo>
                  <a:cubicBezTo>
                    <a:pt x="359" y="0"/>
                    <a:pt x="328" y="0"/>
                    <a:pt x="309" y="19"/>
                  </a:cubicBezTo>
                  <a:cubicBezTo>
                    <a:pt x="285" y="37"/>
                    <a:pt x="260" y="56"/>
                    <a:pt x="229" y="74"/>
                  </a:cubicBezTo>
                  <a:lnTo>
                    <a:pt x="161" y="148"/>
                  </a:lnTo>
                  <a:lnTo>
                    <a:pt x="25" y="284"/>
                  </a:lnTo>
                  <a:cubicBezTo>
                    <a:pt x="0" y="309"/>
                    <a:pt x="0" y="340"/>
                    <a:pt x="25" y="365"/>
                  </a:cubicBezTo>
                  <a:cubicBezTo>
                    <a:pt x="44" y="383"/>
                    <a:pt x="75" y="383"/>
                    <a:pt x="99" y="365"/>
                  </a:cubicBezTo>
                  <a:lnTo>
                    <a:pt x="241" y="223"/>
                  </a:lnTo>
                  <a:lnTo>
                    <a:pt x="309" y="155"/>
                  </a:lnTo>
                  <a:cubicBezTo>
                    <a:pt x="334" y="130"/>
                    <a:pt x="353" y="99"/>
                    <a:pt x="371" y="74"/>
                  </a:cubicBezTo>
                  <a:cubicBezTo>
                    <a:pt x="390" y="62"/>
                    <a:pt x="390" y="31"/>
                    <a:pt x="371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3">
              <a:extLst>
                <a:ext uri="{FF2B5EF4-FFF2-40B4-BE49-F238E27FC236}">
                  <a16:creationId xmlns:a16="http://schemas.microsoft.com/office/drawing/2014/main" id="{A41E8B5D-8CA2-88EE-5103-3EF741FCCD7E}"/>
                </a:ext>
              </a:extLst>
            </p:cNvPr>
            <p:cNvSpPr/>
            <p:nvPr/>
          </p:nvSpPr>
          <p:spPr>
            <a:xfrm flipH="1">
              <a:off x="6585092" y="4849135"/>
              <a:ext cx="39362" cy="59075"/>
            </a:xfrm>
            <a:custGeom>
              <a:avLst/>
              <a:gdLst/>
              <a:ahLst/>
              <a:cxnLst/>
              <a:rect l="l" t="t" r="r" b="b"/>
              <a:pathLst>
                <a:path w="569" h="854" extrusionOk="0">
                  <a:moveTo>
                    <a:pt x="488" y="19"/>
                  </a:moveTo>
                  <a:cubicBezTo>
                    <a:pt x="451" y="32"/>
                    <a:pt x="433" y="69"/>
                    <a:pt x="402" y="93"/>
                  </a:cubicBezTo>
                  <a:cubicBezTo>
                    <a:pt x="390" y="112"/>
                    <a:pt x="371" y="118"/>
                    <a:pt x="359" y="143"/>
                  </a:cubicBezTo>
                  <a:cubicBezTo>
                    <a:pt x="352" y="155"/>
                    <a:pt x="334" y="161"/>
                    <a:pt x="328" y="180"/>
                  </a:cubicBezTo>
                  <a:cubicBezTo>
                    <a:pt x="297" y="211"/>
                    <a:pt x="278" y="242"/>
                    <a:pt x="260" y="272"/>
                  </a:cubicBezTo>
                  <a:cubicBezTo>
                    <a:pt x="235" y="303"/>
                    <a:pt x="210" y="340"/>
                    <a:pt x="198" y="371"/>
                  </a:cubicBezTo>
                  <a:cubicBezTo>
                    <a:pt x="155" y="433"/>
                    <a:pt x="124" y="501"/>
                    <a:pt x="93" y="575"/>
                  </a:cubicBezTo>
                  <a:cubicBezTo>
                    <a:pt x="81" y="612"/>
                    <a:pt x="62" y="649"/>
                    <a:pt x="50" y="680"/>
                  </a:cubicBezTo>
                  <a:cubicBezTo>
                    <a:pt x="50" y="686"/>
                    <a:pt x="44" y="699"/>
                    <a:pt x="44" y="705"/>
                  </a:cubicBezTo>
                  <a:lnTo>
                    <a:pt x="44" y="736"/>
                  </a:lnTo>
                  <a:cubicBezTo>
                    <a:pt x="44" y="742"/>
                    <a:pt x="25" y="767"/>
                    <a:pt x="25" y="773"/>
                  </a:cubicBezTo>
                  <a:cubicBezTo>
                    <a:pt x="0" y="822"/>
                    <a:pt x="62" y="853"/>
                    <a:pt x="87" y="810"/>
                  </a:cubicBezTo>
                  <a:cubicBezTo>
                    <a:pt x="93" y="804"/>
                    <a:pt x="105" y="791"/>
                    <a:pt x="112" y="779"/>
                  </a:cubicBezTo>
                  <a:cubicBezTo>
                    <a:pt x="124" y="779"/>
                    <a:pt x="136" y="773"/>
                    <a:pt x="149" y="767"/>
                  </a:cubicBezTo>
                  <a:cubicBezTo>
                    <a:pt x="167" y="748"/>
                    <a:pt x="173" y="736"/>
                    <a:pt x="186" y="717"/>
                  </a:cubicBezTo>
                  <a:cubicBezTo>
                    <a:pt x="210" y="699"/>
                    <a:pt x="235" y="662"/>
                    <a:pt x="260" y="631"/>
                  </a:cubicBezTo>
                  <a:cubicBezTo>
                    <a:pt x="303" y="575"/>
                    <a:pt x="352" y="520"/>
                    <a:pt x="390" y="458"/>
                  </a:cubicBezTo>
                  <a:cubicBezTo>
                    <a:pt x="402" y="427"/>
                    <a:pt x="427" y="396"/>
                    <a:pt x="445" y="371"/>
                  </a:cubicBezTo>
                  <a:cubicBezTo>
                    <a:pt x="451" y="353"/>
                    <a:pt x="464" y="340"/>
                    <a:pt x="476" y="322"/>
                  </a:cubicBezTo>
                  <a:cubicBezTo>
                    <a:pt x="482" y="310"/>
                    <a:pt x="488" y="285"/>
                    <a:pt x="495" y="272"/>
                  </a:cubicBezTo>
                  <a:cubicBezTo>
                    <a:pt x="507" y="254"/>
                    <a:pt x="513" y="248"/>
                    <a:pt x="519" y="229"/>
                  </a:cubicBezTo>
                  <a:cubicBezTo>
                    <a:pt x="525" y="211"/>
                    <a:pt x="538" y="192"/>
                    <a:pt x="538" y="167"/>
                  </a:cubicBezTo>
                  <a:cubicBezTo>
                    <a:pt x="544" y="130"/>
                    <a:pt x="569" y="100"/>
                    <a:pt x="569" y="62"/>
                  </a:cubicBezTo>
                  <a:cubicBezTo>
                    <a:pt x="550" y="19"/>
                    <a:pt x="519" y="1"/>
                    <a:pt x="488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3">
              <a:extLst>
                <a:ext uri="{FF2B5EF4-FFF2-40B4-BE49-F238E27FC236}">
                  <a16:creationId xmlns:a16="http://schemas.microsoft.com/office/drawing/2014/main" id="{92110556-9BD6-92B4-C742-5A9B5CE25ED9}"/>
                </a:ext>
              </a:extLst>
            </p:cNvPr>
            <p:cNvSpPr/>
            <p:nvPr/>
          </p:nvSpPr>
          <p:spPr>
            <a:xfrm flipH="1">
              <a:off x="7431243" y="2959324"/>
              <a:ext cx="15842" cy="20130"/>
            </a:xfrm>
            <a:custGeom>
              <a:avLst/>
              <a:gdLst/>
              <a:ahLst/>
              <a:cxnLst/>
              <a:rect l="l" t="t" r="r" b="b"/>
              <a:pathLst>
                <a:path w="229" h="291" extrusionOk="0">
                  <a:moveTo>
                    <a:pt x="229" y="62"/>
                  </a:moveTo>
                  <a:cubicBezTo>
                    <a:pt x="229" y="43"/>
                    <a:pt x="222" y="31"/>
                    <a:pt x="210" y="19"/>
                  </a:cubicBezTo>
                  <a:cubicBezTo>
                    <a:pt x="198" y="13"/>
                    <a:pt x="192" y="6"/>
                    <a:pt x="179" y="6"/>
                  </a:cubicBezTo>
                  <a:cubicBezTo>
                    <a:pt x="161" y="0"/>
                    <a:pt x="136" y="0"/>
                    <a:pt x="124" y="6"/>
                  </a:cubicBezTo>
                  <a:cubicBezTo>
                    <a:pt x="93" y="13"/>
                    <a:pt x="68" y="31"/>
                    <a:pt x="43" y="50"/>
                  </a:cubicBezTo>
                  <a:cubicBezTo>
                    <a:pt x="37" y="62"/>
                    <a:pt x="25" y="68"/>
                    <a:pt x="25" y="74"/>
                  </a:cubicBezTo>
                  <a:cubicBezTo>
                    <a:pt x="12" y="80"/>
                    <a:pt x="12" y="99"/>
                    <a:pt x="6" y="105"/>
                  </a:cubicBezTo>
                  <a:cubicBezTo>
                    <a:pt x="0" y="124"/>
                    <a:pt x="0" y="142"/>
                    <a:pt x="0" y="161"/>
                  </a:cubicBezTo>
                  <a:cubicBezTo>
                    <a:pt x="0" y="198"/>
                    <a:pt x="6" y="235"/>
                    <a:pt x="37" y="266"/>
                  </a:cubicBezTo>
                  <a:cubicBezTo>
                    <a:pt x="56" y="284"/>
                    <a:pt x="87" y="291"/>
                    <a:pt x="105" y="284"/>
                  </a:cubicBezTo>
                  <a:lnTo>
                    <a:pt x="124" y="284"/>
                  </a:lnTo>
                  <a:cubicBezTo>
                    <a:pt x="148" y="284"/>
                    <a:pt x="161" y="266"/>
                    <a:pt x="161" y="241"/>
                  </a:cubicBezTo>
                  <a:cubicBezTo>
                    <a:pt x="161" y="229"/>
                    <a:pt x="155" y="216"/>
                    <a:pt x="136" y="204"/>
                  </a:cubicBezTo>
                  <a:cubicBezTo>
                    <a:pt x="136" y="198"/>
                    <a:pt x="130" y="198"/>
                    <a:pt x="130" y="192"/>
                  </a:cubicBezTo>
                  <a:lnTo>
                    <a:pt x="130" y="192"/>
                  </a:lnTo>
                  <a:lnTo>
                    <a:pt x="130" y="198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0" y="179"/>
                  </a:lnTo>
                  <a:lnTo>
                    <a:pt x="130" y="179"/>
                  </a:lnTo>
                  <a:lnTo>
                    <a:pt x="130" y="173"/>
                  </a:lnTo>
                  <a:cubicBezTo>
                    <a:pt x="130" y="167"/>
                    <a:pt x="130" y="161"/>
                    <a:pt x="136" y="148"/>
                  </a:cubicBezTo>
                  <a:cubicBezTo>
                    <a:pt x="136" y="142"/>
                    <a:pt x="136" y="142"/>
                    <a:pt x="148" y="136"/>
                  </a:cubicBezTo>
                  <a:cubicBezTo>
                    <a:pt x="155" y="130"/>
                    <a:pt x="155" y="118"/>
                    <a:pt x="155" y="111"/>
                  </a:cubicBezTo>
                  <a:lnTo>
                    <a:pt x="155" y="111"/>
                  </a:lnTo>
                  <a:lnTo>
                    <a:pt x="161" y="105"/>
                  </a:lnTo>
                  <a:lnTo>
                    <a:pt x="161" y="105"/>
                  </a:lnTo>
                  <a:lnTo>
                    <a:pt x="167" y="105"/>
                  </a:lnTo>
                  <a:lnTo>
                    <a:pt x="161" y="105"/>
                  </a:lnTo>
                  <a:lnTo>
                    <a:pt x="161" y="105"/>
                  </a:lnTo>
                  <a:cubicBezTo>
                    <a:pt x="167" y="105"/>
                    <a:pt x="179" y="111"/>
                    <a:pt x="185" y="111"/>
                  </a:cubicBezTo>
                  <a:cubicBezTo>
                    <a:pt x="192" y="111"/>
                    <a:pt x="198" y="111"/>
                    <a:pt x="185" y="111"/>
                  </a:cubicBezTo>
                  <a:cubicBezTo>
                    <a:pt x="198" y="111"/>
                    <a:pt x="216" y="111"/>
                    <a:pt x="222" y="105"/>
                  </a:cubicBezTo>
                  <a:cubicBezTo>
                    <a:pt x="229" y="93"/>
                    <a:pt x="229" y="74"/>
                    <a:pt x="229" y="6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3">
              <a:extLst>
                <a:ext uri="{FF2B5EF4-FFF2-40B4-BE49-F238E27FC236}">
                  <a16:creationId xmlns:a16="http://schemas.microsoft.com/office/drawing/2014/main" id="{B38A08E0-614E-FDB7-F4CA-B6BC85124DEB}"/>
                </a:ext>
              </a:extLst>
            </p:cNvPr>
            <p:cNvSpPr/>
            <p:nvPr/>
          </p:nvSpPr>
          <p:spPr>
            <a:xfrm flipH="1">
              <a:off x="7352590" y="2985818"/>
              <a:ext cx="13766" cy="39776"/>
            </a:xfrm>
            <a:custGeom>
              <a:avLst/>
              <a:gdLst/>
              <a:ahLst/>
              <a:cxnLst/>
              <a:rect l="l" t="t" r="r" b="b"/>
              <a:pathLst>
                <a:path w="199" h="575" extrusionOk="0">
                  <a:moveTo>
                    <a:pt x="174" y="25"/>
                  </a:moveTo>
                  <a:cubicBezTo>
                    <a:pt x="161" y="0"/>
                    <a:pt x="130" y="0"/>
                    <a:pt x="106" y="13"/>
                  </a:cubicBezTo>
                  <a:cubicBezTo>
                    <a:pt x="75" y="43"/>
                    <a:pt x="75" y="93"/>
                    <a:pt x="63" y="130"/>
                  </a:cubicBezTo>
                  <a:cubicBezTo>
                    <a:pt x="50" y="167"/>
                    <a:pt x="44" y="216"/>
                    <a:pt x="38" y="254"/>
                  </a:cubicBezTo>
                  <a:cubicBezTo>
                    <a:pt x="19" y="334"/>
                    <a:pt x="7" y="420"/>
                    <a:pt x="1" y="501"/>
                  </a:cubicBezTo>
                  <a:cubicBezTo>
                    <a:pt x="1" y="525"/>
                    <a:pt x="7" y="556"/>
                    <a:pt x="32" y="562"/>
                  </a:cubicBezTo>
                  <a:cubicBezTo>
                    <a:pt x="50" y="575"/>
                    <a:pt x="81" y="556"/>
                    <a:pt x="93" y="532"/>
                  </a:cubicBezTo>
                  <a:cubicBezTo>
                    <a:pt x="112" y="451"/>
                    <a:pt x="130" y="371"/>
                    <a:pt x="143" y="284"/>
                  </a:cubicBezTo>
                  <a:lnTo>
                    <a:pt x="168" y="173"/>
                  </a:lnTo>
                  <a:cubicBezTo>
                    <a:pt x="186" y="118"/>
                    <a:pt x="198" y="62"/>
                    <a:pt x="174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3">
              <a:extLst>
                <a:ext uri="{FF2B5EF4-FFF2-40B4-BE49-F238E27FC236}">
                  <a16:creationId xmlns:a16="http://schemas.microsoft.com/office/drawing/2014/main" id="{5F41E589-B6AE-9810-AD0A-902F8876E7E6}"/>
                </a:ext>
              </a:extLst>
            </p:cNvPr>
            <p:cNvSpPr/>
            <p:nvPr/>
          </p:nvSpPr>
          <p:spPr>
            <a:xfrm flipH="1">
              <a:off x="7366287" y="3224682"/>
              <a:ext cx="11622" cy="32166"/>
            </a:xfrm>
            <a:custGeom>
              <a:avLst/>
              <a:gdLst/>
              <a:ahLst/>
              <a:cxnLst/>
              <a:rect l="l" t="t" r="r" b="b"/>
              <a:pathLst>
                <a:path w="168" h="465" extrusionOk="0">
                  <a:moveTo>
                    <a:pt x="118" y="25"/>
                  </a:moveTo>
                  <a:cubicBezTo>
                    <a:pt x="106" y="56"/>
                    <a:pt x="94" y="87"/>
                    <a:pt x="87" y="118"/>
                  </a:cubicBezTo>
                  <a:cubicBezTo>
                    <a:pt x="81" y="149"/>
                    <a:pt x="63" y="180"/>
                    <a:pt x="57" y="211"/>
                  </a:cubicBezTo>
                  <a:cubicBezTo>
                    <a:pt x="32" y="273"/>
                    <a:pt x="26" y="334"/>
                    <a:pt x="13" y="396"/>
                  </a:cubicBezTo>
                  <a:cubicBezTo>
                    <a:pt x="1" y="439"/>
                    <a:pt x="75" y="464"/>
                    <a:pt x="87" y="415"/>
                  </a:cubicBezTo>
                  <a:cubicBezTo>
                    <a:pt x="106" y="353"/>
                    <a:pt x="124" y="291"/>
                    <a:pt x="137" y="229"/>
                  </a:cubicBezTo>
                  <a:cubicBezTo>
                    <a:pt x="143" y="198"/>
                    <a:pt x="149" y="168"/>
                    <a:pt x="149" y="137"/>
                  </a:cubicBezTo>
                  <a:cubicBezTo>
                    <a:pt x="155" y="106"/>
                    <a:pt x="168" y="75"/>
                    <a:pt x="168" y="38"/>
                  </a:cubicBezTo>
                  <a:cubicBezTo>
                    <a:pt x="168" y="7"/>
                    <a:pt x="137" y="1"/>
                    <a:pt x="118" y="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3">
              <a:extLst>
                <a:ext uri="{FF2B5EF4-FFF2-40B4-BE49-F238E27FC236}">
                  <a16:creationId xmlns:a16="http://schemas.microsoft.com/office/drawing/2014/main" id="{B2B6BF43-04EC-98E7-9312-E31A72BC9B5B}"/>
                </a:ext>
              </a:extLst>
            </p:cNvPr>
            <p:cNvSpPr/>
            <p:nvPr/>
          </p:nvSpPr>
          <p:spPr>
            <a:xfrm flipH="1">
              <a:off x="7321392" y="3781131"/>
              <a:ext cx="14596" cy="27462"/>
            </a:xfrm>
            <a:custGeom>
              <a:avLst/>
              <a:gdLst/>
              <a:ahLst/>
              <a:cxnLst/>
              <a:rect l="l" t="t" r="r" b="b"/>
              <a:pathLst>
                <a:path w="211" h="397" extrusionOk="0">
                  <a:moveTo>
                    <a:pt x="161" y="25"/>
                  </a:moveTo>
                  <a:cubicBezTo>
                    <a:pt x="124" y="1"/>
                    <a:pt x="75" y="19"/>
                    <a:pt x="56" y="56"/>
                  </a:cubicBezTo>
                  <a:cubicBezTo>
                    <a:pt x="44" y="75"/>
                    <a:pt x="37" y="87"/>
                    <a:pt x="37" y="99"/>
                  </a:cubicBezTo>
                  <a:cubicBezTo>
                    <a:pt x="31" y="124"/>
                    <a:pt x="31" y="149"/>
                    <a:pt x="19" y="174"/>
                  </a:cubicBezTo>
                  <a:cubicBezTo>
                    <a:pt x="13" y="192"/>
                    <a:pt x="13" y="217"/>
                    <a:pt x="7" y="242"/>
                  </a:cubicBezTo>
                  <a:cubicBezTo>
                    <a:pt x="7" y="254"/>
                    <a:pt x="0" y="272"/>
                    <a:pt x="0" y="285"/>
                  </a:cubicBezTo>
                  <a:cubicBezTo>
                    <a:pt x="0" y="303"/>
                    <a:pt x="0" y="310"/>
                    <a:pt x="7" y="328"/>
                  </a:cubicBezTo>
                  <a:cubicBezTo>
                    <a:pt x="7" y="347"/>
                    <a:pt x="19" y="384"/>
                    <a:pt x="50" y="390"/>
                  </a:cubicBezTo>
                  <a:cubicBezTo>
                    <a:pt x="81" y="396"/>
                    <a:pt x="105" y="377"/>
                    <a:pt x="124" y="359"/>
                  </a:cubicBezTo>
                  <a:cubicBezTo>
                    <a:pt x="136" y="334"/>
                    <a:pt x="155" y="310"/>
                    <a:pt x="155" y="285"/>
                  </a:cubicBezTo>
                  <a:cubicBezTo>
                    <a:pt x="161" y="266"/>
                    <a:pt x="161" y="248"/>
                    <a:pt x="167" y="229"/>
                  </a:cubicBezTo>
                  <a:cubicBezTo>
                    <a:pt x="173" y="204"/>
                    <a:pt x="173" y="186"/>
                    <a:pt x="186" y="167"/>
                  </a:cubicBezTo>
                  <a:cubicBezTo>
                    <a:pt x="192" y="143"/>
                    <a:pt x="192" y="112"/>
                    <a:pt x="192" y="87"/>
                  </a:cubicBezTo>
                  <a:cubicBezTo>
                    <a:pt x="210" y="62"/>
                    <a:pt x="192" y="44"/>
                    <a:pt x="161" y="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3">
              <a:extLst>
                <a:ext uri="{FF2B5EF4-FFF2-40B4-BE49-F238E27FC236}">
                  <a16:creationId xmlns:a16="http://schemas.microsoft.com/office/drawing/2014/main" id="{9F6ABC52-D05E-9776-E3C6-DB0D0C07A8A8}"/>
                </a:ext>
              </a:extLst>
            </p:cNvPr>
            <p:cNvSpPr/>
            <p:nvPr/>
          </p:nvSpPr>
          <p:spPr>
            <a:xfrm flipH="1">
              <a:off x="7285075" y="3804651"/>
              <a:ext cx="16741" cy="12036"/>
            </a:xfrm>
            <a:custGeom>
              <a:avLst/>
              <a:gdLst/>
              <a:ahLst/>
              <a:cxnLst/>
              <a:rect l="l" t="t" r="r" b="b"/>
              <a:pathLst>
                <a:path w="242" h="174" extrusionOk="0">
                  <a:moveTo>
                    <a:pt x="242" y="56"/>
                  </a:moveTo>
                  <a:cubicBezTo>
                    <a:pt x="242" y="44"/>
                    <a:pt x="242" y="25"/>
                    <a:pt x="223" y="19"/>
                  </a:cubicBezTo>
                  <a:cubicBezTo>
                    <a:pt x="217" y="13"/>
                    <a:pt x="198" y="13"/>
                    <a:pt x="186" y="13"/>
                  </a:cubicBezTo>
                  <a:cubicBezTo>
                    <a:pt x="180" y="13"/>
                    <a:pt x="167" y="0"/>
                    <a:pt x="155" y="0"/>
                  </a:cubicBezTo>
                  <a:cubicBezTo>
                    <a:pt x="149" y="0"/>
                    <a:pt x="137" y="0"/>
                    <a:pt x="124" y="13"/>
                  </a:cubicBezTo>
                  <a:cubicBezTo>
                    <a:pt x="106" y="13"/>
                    <a:pt x="99" y="19"/>
                    <a:pt x="81" y="25"/>
                  </a:cubicBezTo>
                  <a:lnTo>
                    <a:pt x="38" y="50"/>
                  </a:lnTo>
                  <a:cubicBezTo>
                    <a:pt x="13" y="62"/>
                    <a:pt x="1" y="93"/>
                    <a:pt x="13" y="124"/>
                  </a:cubicBezTo>
                  <a:cubicBezTo>
                    <a:pt x="25" y="155"/>
                    <a:pt x="62" y="173"/>
                    <a:pt x="87" y="167"/>
                  </a:cubicBezTo>
                  <a:cubicBezTo>
                    <a:pt x="99" y="155"/>
                    <a:pt x="118" y="155"/>
                    <a:pt x="130" y="149"/>
                  </a:cubicBezTo>
                  <a:cubicBezTo>
                    <a:pt x="149" y="143"/>
                    <a:pt x="155" y="143"/>
                    <a:pt x="167" y="130"/>
                  </a:cubicBezTo>
                  <a:cubicBezTo>
                    <a:pt x="180" y="130"/>
                    <a:pt x="180" y="124"/>
                    <a:pt x="186" y="118"/>
                  </a:cubicBezTo>
                  <a:cubicBezTo>
                    <a:pt x="192" y="112"/>
                    <a:pt x="198" y="99"/>
                    <a:pt x="211" y="87"/>
                  </a:cubicBezTo>
                  <a:cubicBezTo>
                    <a:pt x="229" y="81"/>
                    <a:pt x="242" y="68"/>
                    <a:pt x="242" y="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3">
              <a:extLst>
                <a:ext uri="{FF2B5EF4-FFF2-40B4-BE49-F238E27FC236}">
                  <a16:creationId xmlns:a16="http://schemas.microsoft.com/office/drawing/2014/main" id="{369488E9-681D-2C3E-CBA8-020C1CD82F2C}"/>
                </a:ext>
              </a:extLst>
            </p:cNvPr>
            <p:cNvSpPr/>
            <p:nvPr/>
          </p:nvSpPr>
          <p:spPr>
            <a:xfrm flipH="1">
              <a:off x="7238035" y="3887524"/>
              <a:ext cx="14181" cy="23589"/>
            </a:xfrm>
            <a:custGeom>
              <a:avLst/>
              <a:gdLst/>
              <a:ahLst/>
              <a:cxnLst/>
              <a:rect l="l" t="t" r="r" b="b"/>
              <a:pathLst>
                <a:path w="205" h="341" extrusionOk="0">
                  <a:moveTo>
                    <a:pt x="161" y="19"/>
                  </a:moveTo>
                  <a:cubicBezTo>
                    <a:pt x="149" y="26"/>
                    <a:pt x="142" y="32"/>
                    <a:pt x="130" y="50"/>
                  </a:cubicBezTo>
                  <a:cubicBezTo>
                    <a:pt x="124" y="57"/>
                    <a:pt x="118" y="69"/>
                    <a:pt x="111" y="81"/>
                  </a:cubicBezTo>
                  <a:cubicBezTo>
                    <a:pt x="93" y="100"/>
                    <a:pt x="87" y="118"/>
                    <a:pt x="68" y="137"/>
                  </a:cubicBezTo>
                  <a:cubicBezTo>
                    <a:pt x="50" y="180"/>
                    <a:pt x="25" y="223"/>
                    <a:pt x="6" y="273"/>
                  </a:cubicBezTo>
                  <a:cubicBezTo>
                    <a:pt x="0" y="291"/>
                    <a:pt x="0" y="316"/>
                    <a:pt x="25" y="335"/>
                  </a:cubicBezTo>
                  <a:cubicBezTo>
                    <a:pt x="50" y="341"/>
                    <a:pt x="68" y="341"/>
                    <a:pt x="87" y="316"/>
                  </a:cubicBezTo>
                  <a:cubicBezTo>
                    <a:pt x="111" y="273"/>
                    <a:pt x="142" y="230"/>
                    <a:pt x="155" y="186"/>
                  </a:cubicBezTo>
                  <a:cubicBezTo>
                    <a:pt x="161" y="162"/>
                    <a:pt x="173" y="137"/>
                    <a:pt x="179" y="125"/>
                  </a:cubicBezTo>
                  <a:cubicBezTo>
                    <a:pt x="186" y="100"/>
                    <a:pt x="204" y="75"/>
                    <a:pt x="204" y="57"/>
                  </a:cubicBezTo>
                  <a:cubicBezTo>
                    <a:pt x="204" y="19"/>
                    <a:pt x="179" y="1"/>
                    <a:pt x="161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3">
              <a:extLst>
                <a:ext uri="{FF2B5EF4-FFF2-40B4-BE49-F238E27FC236}">
                  <a16:creationId xmlns:a16="http://schemas.microsoft.com/office/drawing/2014/main" id="{F2012AE5-4EB8-52E2-F63A-B83C4F294848}"/>
                </a:ext>
              </a:extLst>
            </p:cNvPr>
            <p:cNvSpPr/>
            <p:nvPr/>
          </p:nvSpPr>
          <p:spPr>
            <a:xfrm flipH="1">
              <a:off x="7310255" y="3646100"/>
              <a:ext cx="19301" cy="11137"/>
            </a:xfrm>
            <a:custGeom>
              <a:avLst/>
              <a:gdLst/>
              <a:ahLst/>
              <a:cxnLst/>
              <a:rect l="l" t="t" r="r" b="b"/>
              <a:pathLst>
                <a:path w="279" h="161" extrusionOk="0">
                  <a:moveTo>
                    <a:pt x="241" y="19"/>
                  </a:moveTo>
                  <a:cubicBezTo>
                    <a:pt x="241" y="19"/>
                    <a:pt x="229" y="19"/>
                    <a:pt x="229" y="7"/>
                  </a:cubicBezTo>
                  <a:cubicBezTo>
                    <a:pt x="216" y="0"/>
                    <a:pt x="210" y="7"/>
                    <a:pt x="192" y="7"/>
                  </a:cubicBezTo>
                  <a:cubicBezTo>
                    <a:pt x="179" y="19"/>
                    <a:pt x="154" y="19"/>
                    <a:pt x="136" y="25"/>
                  </a:cubicBezTo>
                  <a:cubicBezTo>
                    <a:pt x="124" y="31"/>
                    <a:pt x="99" y="31"/>
                    <a:pt x="87" y="37"/>
                  </a:cubicBezTo>
                  <a:cubicBezTo>
                    <a:pt x="68" y="37"/>
                    <a:pt x="62" y="50"/>
                    <a:pt x="43" y="56"/>
                  </a:cubicBezTo>
                  <a:cubicBezTo>
                    <a:pt x="37" y="62"/>
                    <a:pt x="31" y="68"/>
                    <a:pt x="12" y="81"/>
                  </a:cubicBezTo>
                  <a:cubicBezTo>
                    <a:pt x="6" y="93"/>
                    <a:pt x="0" y="112"/>
                    <a:pt x="0" y="124"/>
                  </a:cubicBezTo>
                  <a:cubicBezTo>
                    <a:pt x="6" y="142"/>
                    <a:pt x="12" y="155"/>
                    <a:pt x="31" y="155"/>
                  </a:cubicBezTo>
                  <a:cubicBezTo>
                    <a:pt x="43" y="155"/>
                    <a:pt x="56" y="161"/>
                    <a:pt x="68" y="161"/>
                  </a:cubicBezTo>
                  <a:cubicBezTo>
                    <a:pt x="87" y="161"/>
                    <a:pt x="93" y="155"/>
                    <a:pt x="105" y="155"/>
                  </a:cubicBezTo>
                  <a:cubicBezTo>
                    <a:pt x="124" y="149"/>
                    <a:pt x="148" y="142"/>
                    <a:pt x="161" y="142"/>
                  </a:cubicBezTo>
                  <a:cubicBezTo>
                    <a:pt x="179" y="130"/>
                    <a:pt x="198" y="124"/>
                    <a:pt x="216" y="124"/>
                  </a:cubicBezTo>
                  <a:cubicBezTo>
                    <a:pt x="229" y="118"/>
                    <a:pt x="241" y="118"/>
                    <a:pt x="247" y="105"/>
                  </a:cubicBezTo>
                  <a:lnTo>
                    <a:pt x="260" y="93"/>
                  </a:lnTo>
                  <a:cubicBezTo>
                    <a:pt x="272" y="74"/>
                    <a:pt x="278" y="68"/>
                    <a:pt x="272" y="56"/>
                  </a:cubicBezTo>
                  <a:cubicBezTo>
                    <a:pt x="272" y="31"/>
                    <a:pt x="253" y="25"/>
                    <a:pt x="241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3">
              <a:extLst>
                <a:ext uri="{FF2B5EF4-FFF2-40B4-BE49-F238E27FC236}">
                  <a16:creationId xmlns:a16="http://schemas.microsoft.com/office/drawing/2014/main" id="{97C48F36-B084-D01D-2CF0-A005C06DE014}"/>
                </a:ext>
              </a:extLst>
            </p:cNvPr>
            <p:cNvSpPr/>
            <p:nvPr/>
          </p:nvSpPr>
          <p:spPr>
            <a:xfrm flipH="1">
              <a:off x="7109437" y="3661042"/>
              <a:ext cx="14181" cy="14181"/>
            </a:xfrm>
            <a:custGeom>
              <a:avLst/>
              <a:gdLst/>
              <a:ahLst/>
              <a:cxnLst/>
              <a:rect l="l" t="t" r="r" b="b"/>
              <a:pathLst>
                <a:path w="205" h="205" extrusionOk="0">
                  <a:moveTo>
                    <a:pt x="168" y="7"/>
                  </a:moveTo>
                  <a:cubicBezTo>
                    <a:pt x="168" y="7"/>
                    <a:pt x="155" y="7"/>
                    <a:pt x="155" y="19"/>
                  </a:cubicBezTo>
                  <a:cubicBezTo>
                    <a:pt x="149" y="19"/>
                    <a:pt x="149" y="25"/>
                    <a:pt x="143" y="25"/>
                  </a:cubicBezTo>
                  <a:lnTo>
                    <a:pt x="124" y="38"/>
                  </a:lnTo>
                  <a:cubicBezTo>
                    <a:pt x="112" y="50"/>
                    <a:pt x="106" y="62"/>
                    <a:pt x="87" y="69"/>
                  </a:cubicBezTo>
                  <a:cubicBezTo>
                    <a:pt x="63" y="87"/>
                    <a:pt x="44" y="112"/>
                    <a:pt x="19" y="124"/>
                  </a:cubicBezTo>
                  <a:cubicBezTo>
                    <a:pt x="13" y="130"/>
                    <a:pt x="1" y="149"/>
                    <a:pt x="1" y="155"/>
                  </a:cubicBezTo>
                  <a:cubicBezTo>
                    <a:pt x="1" y="161"/>
                    <a:pt x="13" y="180"/>
                    <a:pt x="19" y="186"/>
                  </a:cubicBezTo>
                  <a:cubicBezTo>
                    <a:pt x="26" y="192"/>
                    <a:pt x="44" y="204"/>
                    <a:pt x="50" y="204"/>
                  </a:cubicBezTo>
                  <a:cubicBezTo>
                    <a:pt x="56" y="204"/>
                    <a:pt x="75" y="192"/>
                    <a:pt x="81" y="186"/>
                  </a:cubicBezTo>
                  <a:cubicBezTo>
                    <a:pt x="94" y="161"/>
                    <a:pt x="118" y="143"/>
                    <a:pt x="137" y="118"/>
                  </a:cubicBezTo>
                  <a:cubicBezTo>
                    <a:pt x="143" y="112"/>
                    <a:pt x="149" y="93"/>
                    <a:pt x="168" y="87"/>
                  </a:cubicBezTo>
                  <a:lnTo>
                    <a:pt x="180" y="69"/>
                  </a:lnTo>
                  <a:cubicBezTo>
                    <a:pt x="180" y="62"/>
                    <a:pt x="186" y="62"/>
                    <a:pt x="186" y="56"/>
                  </a:cubicBezTo>
                  <a:cubicBezTo>
                    <a:pt x="186" y="50"/>
                    <a:pt x="199" y="50"/>
                    <a:pt x="199" y="38"/>
                  </a:cubicBezTo>
                  <a:cubicBezTo>
                    <a:pt x="205" y="19"/>
                    <a:pt x="180" y="1"/>
                    <a:pt x="168" y="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3">
              <a:extLst>
                <a:ext uri="{FF2B5EF4-FFF2-40B4-BE49-F238E27FC236}">
                  <a16:creationId xmlns:a16="http://schemas.microsoft.com/office/drawing/2014/main" id="{4D1BEF22-2C1D-3393-B934-DEF88A0E770D}"/>
                </a:ext>
              </a:extLst>
            </p:cNvPr>
            <p:cNvSpPr/>
            <p:nvPr/>
          </p:nvSpPr>
          <p:spPr>
            <a:xfrm flipH="1">
              <a:off x="7433803" y="3916162"/>
              <a:ext cx="21445" cy="21029"/>
            </a:xfrm>
            <a:custGeom>
              <a:avLst/>
              <a:gdLst/>
              <a:ahLst/>
              <a:cxnLst/>
              <a:rect l="l" t="t" r="r" b="b"/>
              <a:pathLst>
                <a:path w="310" h="304" extrusionOk="0">
                  <a:moveTo>
                    <a:pt x="285" y="19"/>
                  </a:moveTo>
                  <a:cubicBezTo>
                    <a:pt x="273" y="1"/>
                    <a:pt x="248" y="1"/>
                    <a:pt x="235" y="13"/>
                  </a:cubicBezTo>
                  <a:cubicBezTo>
                    <a:pt x="223" y="19"/>
                    <a:pt x="217" y="19"/>
                    <a:pt x="198" y="26"/>
                  </a:cubicBezTo>
                  <a:cubicBezTo>
                    <a:pt x="186" y="38"/>
                    <a:pt x="180" y="44"/>
                    <a:pt x="167" y="56"/>
                  </a:cubicBezTo>
                  <a:lnTo>
                    <a:pt x="124" y="106"/>
                  </a:lnTo>
                  <a:lnTo>
                    <a:pt x="25" y="199"/>
                  </a:lnTo>
                  <a:cubicBezTo>
                    <a:pt x="1" y="223"/>
                    <a:pt x="1" y="260"/>
                    <a:pt x="25" y="285"/>
                  </a:cubicBezTo>
                  <a:cubicBezTo>
                    <a:pt x="44" y="304"/>
                    <a:pt x="87" y="304"/>
                    <a:pt x="106" y="285"/>
                  </a:cubicBezTo>
                  <a:lnTo>
                    <a:pt x="198" y="192"/>
                  </a:lnTo>
                  <a:lnTo>
                    <a:pt x="248" y="143"/>
                  </a:lnTo>
                  <a:lnTo>
                    <a:pt x="279" y="112"/>
                  </a:lnTo>
                  <a:cubicBezTo>
                    <a:pt x="285" y="106"/>
                    <a:pt x="285" y="100"/>
                    <a:pt x="291" y="81"/>
                  </a:cubicBezTo>
                  <a:cubicBezTo>
                    <a:pt x="310" y="69"/>
                    <a:pt x="303" y="38"/>
                    <a:pt x="285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3">
              <a:extLst>
                <a:ext uri="{FF2B5EF4-FFF2-40B4-BE49-F238E27FC236}">
                  <a16:creationId xmlns:a16="http://schemas.microsoft.com/office/drawing/2014/main" id="{42E317C3-A022-87F1-DDA3-77681F1F44C5}"/>
                </a:ext>
              </a:extLst>
            </p:cNvPr>
            <p:cNvSpPr/>
            <p:nvPr/>
          </p:nvSpPr>
          <p:spPr>
            <a:xfrm flipH="1">
              <a:off x="8571961" y="4311087"/>
              <a:ext cx="17156" cy="33412"/>
            </a:xfrm>
            <a:custGeom>
              <a:avLst/>
              <a:gdLst/>
              <a:ahLst/>
              <a:cxnLst/>
              <a:rect l="l" t="t" r="r" b="b"/>
              <a:pathLst>
                <a:path w="248" h="483" extrusionOk="0">
                  <a:moveTo>
                    <a:pt x="192" y="31"/>
                  </a:moveTo>
                  <a:cubicBezTo>
                    <a:pt x="149" y="0"/>
                    <a:pt x="81" y="25"/>
                    <a:pt x="62" y="75"/>
                  </a:cubicBezTo>
                  <a:cubicBezTo>
                    <a:pt x="56" y="87"/>
                    <a:pt x="44" y="112"/>
                    <a:pt x="38" y="124"/>
                  </a:cubicBezTo>
                  <a:cubicBezTo>
                    <a:pt x="31" y="155"/>
                    <a:pt x="25" y="180"/>
                    <a:pt x="25" y="210"/>
                  </a:cubicBezTo>
                  <a:cubicBezTo>
                    <a:pt x="13" y="241"/>
                    <a:pt x="13" y="272"/>
                    <a:pt x="7" y="297"/>
                  </a:cubicBezTo>
                  <a:cubicBezTo>
                    <a:pt x="7" y="322"/>
                    <a:pt x="1" y="334"/>
                    <a:pt x="1" y="359"/>
                  </a:cubicBezTo>
                  <a:cubicBezTo>
                    <a:pt x="1" y="371"/>
                    <a:pt x="1" y="390"/>
                    <a:pt x="7" y="402"/>
                  </a:cubicBezTo>
                  <a:cubicBezTo>
                    <a:pt x="7" y="433"/>
                    <a:pt x="31" y="464"/>
                    <a:pt x="62" y="476"/>
                  </a:cubicBezTo>
                  <a:cubicBezTo>
                    <a:pt x="93" y="482"/>
                    <a:pt x="130" y="464"/>
                    <a:pt x="143" y="445"/>
                  </a:cubicBezTo>
                  <a:cubicBezTo>
                    <a:pt x="161" y="421"/>
                    <a:pt x="180" y="390"/>
                    <a:pt x="186" y="359"/>
                  </a:cubicBezTo>
                  <a:lnTo>
                    <a:pt x="204" y="291"/>
                  </a:lnTo>
                  <a:lnTo>
                    <a:pt x="229" y="217"/>
                  </a:lnTo>
                  <a:cubicBezTo>
                    <a:pt x="235" y="186"/>
                    <a:pt x="248" y="155"/>
                    <a:pt x="248" y="124"/>
                  </a:cubicBezTo>
                  <a:cubicBezTo>
                    <a:pt x="242" y="81"/>
                    <a:pt x="223" y="50"/>
                    <a:pt x="192" y="3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3">
              <a:extLst>
                <a:ext uri="{FF2B5EF4-FFF2-40B4-BE49-F238E27FC236}">
                  <a16:creationId xmlns:a16="http://schemas.microsoft.com/office/drawing/2014/main" id="{4B557768-57E0-5230-EDC5-3747F27B7812}"/>
                </a:ext>
              </a:extLst>
            </p:cNvPr>
            <p:cNvSpPr/>
            <p:nvPr/>
          </p:nvSpPr>
          <p:spPr>
            <a:xfrm flipH="1">
              <a:off x="8528795" y="4339310"/>
              <a:ext cx="18885" cy="14181"/>
            </a:xfrm>
            <a:custGeom>
              <a:avLst/>
              <a:gdLst/>
              <a:ahLst/>
              <a:cxnLst/>
              <a:rect l="l" t="t" r="r" b="b"/>
              <a:pathLst>
                <a:path w="273" h="205" extrusionOk="0">
                  <a:moveTo>
                    <a:pt x="273" y="68"/>
                  </a:moveTo>
                  <a:cubicBezTo>
                    <a:pt x="273" y="43"/>
                    <a:pt x="273" y="25"/>
                    <a:pt x="260" y="19"/>
                  </a:cubicBezTo>
                  <a:cubicBezTo>
                    <a:pt x="242" y="13"/>
                    <a:pt x="229" y="13"/>
                    <a:pt x="211" y="13"/>
                  </a:cubicBezTo>
                  <a:cubicBezTo>
                    <a:pt x="205" y="0"/>
                    <a:pt x="186" y="0"/>
                    <a:pt x="180" y="0"/>
                  </a:cubicBezTo>
                  <a:cubicBezTo>
                    <a:pt x="174" y="0"/>
                    <a:pt x="155" y="0"/>
                    <a:pt x="149" y="13"/>
                  </a:cubicBezTo>
                  <a:cubicBezTo>
                    <a:pt x="137" y="19"/>
                    <a:pt x="118" y="19"/>
                    <a:pt x="106" y="25"/>
                  </a:cubicBezTo>
                  <a:cubicBezTo>
                    <a:pt x="87" y="37"/>
                    <a:pt x="63" y="50"/>
                    <a:pt x="50" y="56"/>
                  </a:cubicBezTo>
                  <a:cubicBezTo>
                    <a:pt x="19" y="74"/>
                    <a:pt x="1" y="118"/>
                    <a:pt x="19" y="148"/>
                  </a:cubicBezTo>
                  <a:cubicBezTo>
                    <a:pt x="32" y="179"/>
                    <a:pt x="75" y="204"/>
                    <a:pt x="100" y="198"/>
                  </a:cubicBezTo>
                  <a:cubicBezTo>
                    <a:pt x="124" y="192"/>
                    <a:pt x="143" y="179"/>
                    <a:pt x="161" y="179"/>
                  </a:cubicBezTo>
                  <a:cubicBezTo>
                    <a:pt x="180" y="173"/>
                    <a:pt x="199" y="173"/>
                    <a:pt x="211" y="161"/>
                  </a:cubicBezTo>
                  <a:cubicBezTo>
                    <a:pt x="217" y="148"/>
                    <a:pt x="223" y="148"/>
                    <a:pt x="236" y="142"/>
                  </a:cubicBezTo>
                  <a:cubicBezTo>
                    <a:pt x="248" y="136"/>
                    <a:pt x="254" y="118"/>
                    <a:pt x="254" y="105"/>
                  </a:cubicBezTo>
                  <a:cubicBezTo>
                    <a:pt x="260" y="99"/>
                    <a:pt x="273" y="81"/>
                    <a:pt x="273" y="68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3">
              <a:extLst>
                <a:ext uri="{FF2B5EF4-FFF2-40B4-BE49-F238E27FC236}">
                  <a16:creationId xmlns:a16="http://schemas.microsoft.com/office/drawing/2014/main" id="{04EC959C-D54E-6248-0120-82E60F07F87D}"/>
                </a:ext>
              </a:extLst>
            </p:cNvPr>
            <p:cNvSpPr/>
            <p:nvPr/>
          </p:nvSpPr>
          <p:spPr>
            <a:xfrm flipH="1">
              <a:off x="8471933" y="4438439"/>
              <a:ext cx="17156" cy="28293"/>
            </a:xfrm>
            <a:custGeom>
              <a:avLst/>
              <a:gdLst/>
              <a:ahLst/>
              <a:cxnLst/>
              <a:rect l="l" t="t" r="r" b="b"/>
              <a:pathLst>
                <a:path w="248" h="409" extrusionOk="0">
                  <a:moveTo>
                    <a:pt x="192" y="13"/>
                  </a:moveTo>
                  <a:cubicBezTo>
                    <a:pt x="173" y="25"/>
                    <a:pt x="167" y="38"/>
                    <a:pt x="161" y="56"/>
                  </a:cubicBezTo>
                  <a:cubicBezTo>
                    <a:pt x="155" y="68"/>
                    <a:pt x="142" y="75"/>
                    <a:pt x="136" y="93"/>
                  </a:cubicBezTo>
                  <a:lnTo>
                    <a:pt x="93" y="161"/>
                  </a:lnTo>
                  <a:cubicBezTo>
                    <a:pt x="62" y="211"/>
                    <a:pt x="37" y="260"/>
                    <a:pt x="13" y="316"/>
                  </a:cubicBezTo>
                  <a:cubicBezTo>
                    <a:pt x="0" y="340"/>
                    <a:pt x="6" y="377"/>
                    <a:pt x="31" y="396"/>
                  </a:cubicBezTo>
                  <a:cubicBezTo>
                    <a:pt x="50" y="408"/>
                    <a:pt x="93" y="402"/>
                    <a:pt x="105" y="377"/>
                  </a:cubicBezTo>
                  <a:cubicBezTo>
                    <a:pt x="136" y="322"/>
                    <a:pt x="167" y="279"/>
                    <a:pt x="192" y="217"/>
                  </a:cubicBezTo>
                  <a:cubicBezTo>
                    <a:pt x="198" y="192"/>
                    <a:pt x="204" y="161"/>
                    <a:pt x="223" y="136"/>
                  </a:cubicBezTo>
                  <a:cubicBezTo>
                    <a:pt x="229" y="106"/>
                    <a:pt x="247" y="81"/>
                    <a:pt x="247" y="56"/>
                  </a:cubicBezTo>
                  <a:cubicBezTo>
                    <a:pt x="235" y="13"/>
                    <a:pt x="204" y="1"/>
                    <a:pt x="192" y="1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3">
              <a:extLst>
                <a:ext uri="{FF2B5EF4-FFF2-40B4-BE49-F238E27FC236}">
                  <a16:creationId xmlns:a16="http://schemas.microsoft.com/office/drawing/2014/main" id="{9806AED5-3A9F-0CDE-6E46-61897C24D0AE}"/>
                </a:ext>
              </a:extLst>
            </p:cNvPr>
            <p:cNvSpPr/>
            <p:nvPr/>
          </p:nvSpPr>
          <p:spPr>
            <a:xfrm flipH="1">
              <a:off x="8578809" y="2334044"/>
              <a:ext cx="17156" cy="28293"/>
            </a:xfrm>
            <a:custGeom>
              <a:avLst/>
              <a:gdLst/>
              <a:ahLst/>
              <a:cxnLst/>
              <a:rect l="l" t="t" r="r" b="b"/>
              <a:pathLst>
                <a:path w="248" h="409" extrusionOk="0">
                  <a:moveTo>
                    <a:pt x="192" y="19"/>
                  </a:moveTo>
                  <a:cubicBezTo>
                    <a:pt x="174" y="25"/>
                    <a:pt x="168" y="38"/>
                    <a:pt x="161" y="56"/>
                  </a:cubicBezTo>
                  <a:cubicBezTo>
                    <a:pt x="155" y="69"/>
                    <a:pt x="143" y="81"/>
                    <a:pt x="137" y="93"/>
                  </a:cubicBezTo>
                  <a:lnTo>
                    <a:pt x="93" y="161"/>
                  </a:lnTo>
                  <a:cubicBezTo>
                    <a:pt x="62" y="211"/>
                    <a:pt x="38" y="266"/>
                    <a:pt x="13" y="316"/>
                  </a:cubicBezTo>
                  <a:cubicBezTo>
                    <a:pt x="1" y="340"/>
                    <a:pt x="7" y="377"/>
                    <a:pt x="32" y="396"/>
                  </a:cubicBezTo>
                  <a:cubicBezTo>
                    <a:pt x="50" y="408"/>
                    <a:pt x="93" y="402"/>
                    <a:pt x="106" y="377"/>
                  </a:cubicBezTo>
                  <a:cubicBezTo>
                    <a:pt x="137" y="328"/>
                    <a:pt x="168" y="279"/>
                    <a:pt x="192" y="217"/>
                  </a:cubicBezTo>
                  <a:cubicBezTo>
                    <a:pt x="198" y="192"/>
                    <a:pt x="205" y="161"/>
                    <a:pt x="223" y="143"/>
                  </a:cubicBezTo>
                  <a:cubicBezTo>
                    <a:pt x="229" y="112"/>
                    <a:pt x="248" y="87"/>
                    <a:pt x="248" y="56"/>
                  </a:cubicBezTo>
                  <a:cubicBezTo>
                    <a:pt x="248" y="25"/>
                    <a:pt x="217" y="1"/>
                    <a:pt x="192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3">
              <a:extLst>
                <a:ext uri="{FF2B5EF4-FFF2-40B4-BE49-F238E27FC236}">
                  <a16:creationId xmlns:a16="http://schemas.microsoft.com/office/drawing/2014/main" id="{2C2EAE1A-9D1D-950F-DA7A-A5F856665D62}"/>
                </a:ext>
              </a:extLst>
            </p:cNvPr>
            <p:cNvSpPr/>
            <p:nvPr/>
          </p:nvSpPr>
          <p:spPr>
            <a:xfrm flipH="1">
              <a:off x="8706162" y="4472612"/>
              <a:ext cx="25665" cy="24419"/>
            </a:xfrm>
            <a:custGeom>
              <a:avLst/>
              <a:gdLst/>
              <a:ahLst/>
              <a:cxnLst/>
              <a:rect l="l" t="t" r="r" b="b"/>
              <a:pathLst>
                <a:path w="371" h="353" extrusionOk="0">
                  <a:moveTo>
                    <a:pt x="346" y="25"/>
                  </a:moveTo>
                  <a:cubicBezTo>
                    <a:pt x="334" y="7"/>
                    <a:pt x="303" y="1"/>
                    <a:pt x="278" y="13"/>
                  </a:cubicBezTo>
                  <a:cubicBezTo>
                    <a:pt x="272" y="25"/>
                    <a:pt x="253" y="25"/>
                    <a:pt x="247" y="32"/>
                  </a:cubicBezTo>
                  <a:cubicBezTo>
                    <a:pt x="235" y="38"/>
                    <a:pt x="216" y="56"/>
                    <a:pt x="210" y="63"/>
                  </a:cubicBezTo>
                  <a:cubicBezTo>
                    <a:pt x="185" y="75"/>
                    <a:pt x="173" y="100"/>
                    <a:pt x="148" y="118"/>
                  </a:cubicBezTo>
                  <a:lnTo>
                    <a:pt x="31" y="223"/>
                  </a:lnTo>
                  <a:cubicBezTo>
                    <a:pt x="0" y="248"/>
                    <a:pt x="0" y="303"/>
                    <a:pt x="31" y="322"/>
                  </a:cubicBezTo>
                  <a:cubicBezTo>
                    <a:pt x="62" y="347"/>
                    <a:pt x="99" y="353"/>
                    <a:pt x="130" y="322"/>
                  </a:cubicBezTo>
                  <a:cubicBezTo>
                    <a:pt x="173" y="285"/>
                    <a:pt x="210" y="248"/>
                    <a:pt x="247" y="217"/>
                  </a:cubicBezTo>
                  <a:lnTo>
                    <a:pt x="303" y="161"/>
                  </a:lnTo>
                  <a:lnTo>
                    <a:pt x="340" y="124"/>
                  </a:lnTo>
                  <a:cubicBezTo>
                    <a:pt x="346" y="118"/>
                    <a:pt x="358" y="100"/>
                    <a:pt x="365" y="93"/>
                  </a:cubicBezTo>
                  <a:cubicBezTo>
                    <a:pt x="371" y="69"/>
                    <a:pt x="365" y="38"/>
                    <a:pt x="346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3">
              <a:extLst>
                <a:ext uri="{FF2B5EF4-FFF2-40B4-BE49-F238E27FC236}">
                  <a16:creationId xmlns:a16="http://schemas.microsoft.com/office/drawing/2014/main" id="{C0DEBDEE-9567-CD90-B4D3-82195960432A}"/>
                </a:ext>
              </a:extLst>
            </p:cNvPr>
            <p:cNvSpPr/>
            <p:nvPr/>
          </p:nvSpPr>
          <p:spPr>
            <a:xfrm flipH="1">
              <a:off x="5548623" y="4081561"/>
              <a:ext cx="10792" cy="35141"/>
            </a:xfrm>
            <a:custGeom>
              <a:avLst/>
              <a:gdLst/>
              <a:ahLst/>
              <a:cxnLst/>
              <a:rect l="l" t="t" r="r" b="b"/>
              <a:pathLst>
                <a:path w="156" h="508" extrusionOk="0">
                  <a:moveTo>
                    <a:pt x="124" y="38"/>
                  </a:moveTo>
                  <a:cubicBezTo>
                    <a:pt x="106" y="1"/>
                    <a:pt x="50" y="1"/>
                    <a:pt x="25" y="38"/>
                  </a:cubicBezTo>
                  <a:cubicBezTo>
                    <a:pt x="13" y="63"/>
                    <a:pt x="1" y="75"/>
                    <a:pt x="1" y="106"/>
                  </a:cubicBezTo>
                  <a:lnTo>
                    <a:pt x="1" y="155"/>
                  </a:lnTo>
                  <a:lnTo>
                    <a:pt x="1" y="248"/>
                  </a:lnTo>
                  <a:cubicBezTo>
                    <a:pt x="1" y="310"/>
                    <a:pt x="1" y="371"/>
                    <a:pt x="7" y="439"/>
                  </a:cubicBezTo>
                  <a:cubicBezTo>
                    <a:pt x="7" y="477"/>
                    <a:pt x="38" y="507"/>
                    <a:pt x="81" y="507"/>
                  </a:cubicBezTo>
                  <a:cubicBezTo>
                    <a:pt x="118" y="507"/>
                    <a:pt x="149" y="477"/>
                    <a:pt x="149" y="439"/>
                  </a:cubicBezTo>
                  <a:cubicBezTo>
                    <a:pt x="149" y="378"/>
                    <a:pt x="149" y="316"/>
                    <a:pt x="155" y="248"/>
                  </a:cubicBezTo>
                  <a:lnTo>
                    <a:pt x="155" y="155"/>
                  </a:lnTo>
                  <a:lnTo>
                    <a:pt x="155" y="106"/>
                  </a:lnTo>
                  <a:cubicBezTo>
                    <a:pt x="149" y="87"/>
                    <a:pt x="143" y="63"/>
                    <a:pt x="124" y="38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3">
              <a:extLst>
                <a:ext uri="{FF2B5EF4-FFF2-40B4-BE49-F238E27FC236}">
                  <a16:creationId xmlns:a16="http://schemas.microsoft.com/office/drawing/2014/main" id="{00D1C27D-787F-CCB8-3112-41B48841C89F}"/>
                </a:ext>
              </a:extLst>
            </p:cNvPr>
            <p:cNvSpPr/>
            <p:nvPr/>
          </p:nvSpPr>
          <p:spPr>
            <a:xfrm flipH="1">
              <a:off x="5451223" y="4138424"/>
              <a:ext cx="12867" cy="30852"/>
            </a:xfrm>
            <a:custGeom>
              <a:avLst/>
              <a:gdLst/>
              <a:ahLst/>
              <a:cxnLst/>
              <a:rect l="l" t="t" r="r" b="b"/>
              <a:pathLst>
                <a:path w="186" h="446" extrusionOk="0">
                  <a:moveTo>
                    <a:pt x="149" y="316"/>
                  </a:moveTo>
                  <a:lnTo>
                    <a:pt x="149" y="316"/>
                  </a:lnTo>
                  <a:cubicBezTo>
                    <a:pt x="136" y="303"/>
                    <a:pt x="136" y="303"/>
                    <a:pt x="149" y="316"/>
                  </a:cubicBezTo>
                  <a:cubicBezTo>
                    <a:pt x="136" y="297"/>
                    <a:pt x="130" y="297"/>
                    <a:pt x="130" y="291"/>
                  </a:cubicBezTo>
                  <a:lnTo>
                    <a:pt x="130" y="285"/>
                  </a:lnTo>
                  <a:lnTo>
                    <a:pt x="130" y="285"/>
                  </a:lnTo>
                  <a:cubicBezTo>
                    <a:pt x="124" y="266"/>
                    <a:pt x="124" y="260"/>
                    <a:pt x="124" y="241"/>
                  </a:cubicBezTo>
                  <a:lnTo>
                    <a:pt x="124" y="241"/>
                  </a:lnTo>
                  <a:lnTo>
                    <a:pt x="124" y="235"/>
                  </a:lnTo>
                  <a:lnTo>
                    <a:pt x="124" y="211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192"/>
                  </a:lnTo>
                  <a:cubicBezTo>
                    <a:pt x="124" y="180"/>
                    <a:pt x="124" y="173"/>
                    <a:pt x="130" y="173"/>
                  </a:cubicBezTo>
                  <a:lnTo>
                    <a:pt x="130" y="167"/>
                  </a:lnTo>
                  <a:cubicBezTo>
                    <a:pt x="136" y="155"/>
                    <a:pt x="149" y="143"/>
                    <a:pt x="149" y="136"/>
                  </a:cubicBezTo>
                  <a:cubicBezTo>
                    <a:pt x="149" y="124"/>
                    <a:pt x="155" y="124"/>
                    <a:pt x="155" y="118"/>
                  </a:cubicBezTo>
                  <a:lnTo>
                    <a:pt x="155" y="118"/>
                  </a:lnTo>
                  <a:lnTo>
                    <a:pt x="161" y="112"/>
                  </a:lnTo>
                  <a:cubicBezTo>
                    <a:pt x="173" y="87"/>
                    <a:pt x="186" y="56"/>
                    <a:pt x="167" y="31"/>
                  </a:cubicBezTo>
                  <a:cubicBezTo>
                    <a:pt x="155" y="13"/>
                    <a:pt x="124" y="0"/>
                    <a:pt x="99" y="19"/>
                  </a:cubicBezTo>
                  <a:cubicBezTo>
                    <a:pt x="81" y="25"/>
                    <a:pt x="68" y="44"/>
                    <a:pt x="50" y="56"/>
                  </a:cubicBezTo>
                  <a:cubicBezTo>
                    <a:pt x="38" y="75"/>
                    <a:pt x="31" y="87"/>
                    <a:pt x="19" y="112"/>
                  </a:cubicBezTo>
                  <a:cubicBezTo>
                    <a:pt x="7" y="143"/>
                    <a:pt x="0" y="180"/>
                    <a:pt x="0" y="217"/>
                  </a:cubicBezTo>
                  <a:cubicBezTo>
                    <a:pt x="0" y="291"/>
                    <a:pt x="31" y="365"/>
                    <a:pt x="81" y="421"/>
                  </a:cubicBezTo>
                  <a:cubicBezTo>
                    <a:pt x="106" y="445"/>
                    <a:pt x="143" y="445"/>
                    <a:pt x="161" y="421"/>
                  </a:cubicBezTo>
                  <a:cubicBezTo>
                    <a:pt x="186" y="396"/>
                    <a:pt x="186" y="365"/>
                    <a:pt x="161" y="340"/>
                  </a:cubicBezTo>
                  <a:cubicBezTo>
                    <a:pt x="155" y="322"/>
                    <a:pt x="149" y="316"/>
                    <a:pt x="149" y="316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3">
              <a:extLst>
                <a:ext uri="{FF2B5EF4-FFF2-40B4-BE49-F238E27FC236}">
                  <a16:creationId xmlns:a16="http://schemas.microsoft.com/office/drawing/2014/main" id="{FDF1D1D4-58F5-12F6-55BA-29F6DA8732BC}"/>
                </a:ext>
              </a:extLst>
            </p:cNvPr>
            <p:cNvSpPr/>
            <p:nvPr/>
          </p:nvSpPr>
          <p:spPr>
            <a:xfrm flipH="1">
              <a:off x="5472114" y="4653852"/>
              <a:ext cx="8647" cy="26978"/>
            </a:xfrm>
            <a:custGeom>
              <a:avLst/>
              <a:gdLst/>
              <a:ahLst/>
              <a:cxnLst/>
              <a:rect l="l" t="t" r="r" b="b"/>
              <a:pathLst>
                <a:path w="125" h="390" extrusionOk="0">
                  <a:moveTo>
                    <a:pt x="112" y="93"/>
                  </a:moveTo>
                  <a:cubicBezTo>
                    <a:pt x="99" y="68"/>
                    <a:pt x="99" y="37"/>
                    <a:pt x="87" y="13"/>
                  </a:cubicBezTo>
                  <a:cubicBezTo>
                    <a:pt x="69" y="0"/>
                    <a:pt x="50" y="0"/>
                    <a:pt x="31" y="13"/>
                  </a:cubicBezTo>
                  <a:cubicBezTo>
                    <a:pt x="19" y="37"/>
                    <a:pt x="19" y="68"/>
                    <a:pt x="7" y="93"/>
                  </a:cubicBezTo>
                  <a:cubicBezTo>
                    <a:pt x="1" y="124"/>
                    <a:pt x="1" y="155"/>
                    <a:pt x="1" y="186"/>
                  </a:cubicBezTo>
                  <a:cubicBezTo>
                    <a:pt x="1" y="235"/>
                    <a:pt x="7" y="291"/>
                    <a:pt x="13" y="346"/>
                  </a:cubicBezTo>
                  <a:cubicBezTo>
                    <a:pt x="13" y="371"/>
                    <a:pt x="31" y="389"/>
                    <a:pt x="62" y="389"/>
                  </a:cubicBezTo>
                  <a:cubicBezTo>
                    <a:pt x="87" y="389"/>
                    <a:pt x="106" y="371"/>
                    <a:pt x="106" y="346"/>
                  </a:cubicBezTo>
                  <a:cubicBezTo>
                    <a:pt x="118" y="291"/>
                    <a:pt x="118" y="235"/>
                    <a:pt x="124" y="186"/>
                  </a:cubicBezTo>
                  <a:cubicBezTo>
                    <a:pt x="112" y="155"/>
                    <a:pt x="118" y="124"/>
                    <a:pt x="112" y="9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3">
              <a:extLst>
                <a:ext uri="{FF2B5EF4-FFF2-40B4-BE49-F238E27FC236}">
                  <a16:creationId xmlns:a16="http://schemas.microsoft.com/office/drawing/2014/main" id="{3FCBE808-CBED-9FD9-B521-DB083F6FF63D}"/>
                </a:ext>
              </a:extLst>
            </p:cNvPr>
            <p:cNvSpPr/>
            <p:nvPr/>
          </p:nvSpPr>
          <p:spPr>
            <a:xfrm flipH="1">
              <a:off x="5444789" y="4564062"/>
              <a:ext cx="26979" cy="9477"/>
            </a:xfrm>
            <a:custGeom>
              <a:avLst/>
              <a:gdLst/>
              <a:ahLst/>
              <a:cxnLst/>
              <a:rect l="l" t="t" r="r" b="b"/>
              <a:pathLst>
                <a:path w="390" h="137" extrusionOk="0">
                  <a:moveTo>
                    <a:pt x="359" y="1"/>
                  </a:moveTo>
                  <a:cubicBezTo>
                    <a:pt x="303" y="1"/>
                    <a:pt x="247" y="7"/>
                    <a:pt x="204" y="13"/>
                  </a:cubicBezTo>
                  <a:cubicBezTo>
                    <a:pt x="173" y="13"/>
                    <a:pt x="142" y="13"/>
                    <a:pt x="118" y="19"/>
                  </a:cubicBezTo>
                  <a:cubicBezTo>
                    <a:pt x="93" y="32"/>
                    <a:pt x="62" y="32"/>
                    <a:pt x="44" y="38"/>
                  </a:cubicBezTo>
                  <a:cubicBezTo>
                    <a:pt x="19" y="44"/>
                    <a:pt x="0" y="75"/>
                    <a:pt x="13" y="100"/>
                  </a:cubicBezTo>
                  <a:cubicBezTo>
                    <a:pt x="19" y="131"/>
                    <a:pt x="44" y="137"/>
                    <a:pt x="74" y="131"/>
                  </a:cubicBezTo>
                  <a:cubicBezTo>
                    <a:pt x="93" y="124"/>
                    <a:pt x="124" y="124"/>
                    <a:pt x="149" y="112"/>
                  </a:cubicBezTo>
                  <a:cubicBezTo>
                    <a:pt x="167" y="112"/>
                    <a:pt x="173" y="106"/>
                    <a:pt x="186" y="100"/>
                  </a:cubicBezTo>
                  <a:cubicBezTo>
                    <a:pt x="204" y="94"/>
                    <a:pt x="210" y="94"/>
                    <a:pt x="229" y="81"/>
                  </a:cubicBezTo>
                  <a:cubicBezTo>
                    <a:pt x="278" y="69"/>
                    <a:pt x="334" y="63"/>
                    <a:pt x="383" y="38"/>
                  </a:cubicBezTo>
                  <a:cubicBezTo>
                    <a:pt x="390" y="32"/>
                    <a:pt x="383" y="1"/>
                    <a:pt x="3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3">
              <a:extLst>
                <a:ext uri="{FF2B5EF4-FFF2-40B4-BE49-F238E27FC236}">
                  <a16:creationId xmlns:a16="http://schemas.microsoft.com/office/drawing/2014/main" id="{6AABB723-D8AC-9D31-9F84-3066169ABDC2}"/>
                </a:ext>
              </a:extLst>
            </p:cNvPr>
            <p:cNvSpPr/>
            <p:nvPr/>
          </p:nvSpPr>
          <p:spPr>
            <a:xfrm flipH="1">
              <a:off x="5375545" y="4558943"/>
              <a:ext cx="13766" cy="22759"/>
            </a:xfrm>
            <a:custGeom>
              <a:avLst/>
              <a:gdLst/>
              <a:ahLst/>
              <a:cxnLst/>
              <a:rect l="l" t="t" r="r" b="b"/>
              <a:pathLst>
                <a:path w="199" h="329" extrusionOk="0">
                  <a:moveTo>
                    <a:pt x="180" y="13"/>
                  </a:moveTo>
                  <a:cubicBezTo>
                    <a:pt x="161" y="1"/>
                    <a:pt x="149" y="1"/>
                    <a:pt x="137" y="19"/>
                  </a:cubicBezTo>
                  <a:cubicBezTo>
                    <a:pt x="130" y="25"/>
                    <a:pt x="124" y="32"/>
                    <a:pt x="118" y="50"/>
                  </a:cubicBezTo>
                  <a:cubicBezTo>
                    <a:pt x="106" y="56"/>
                    <a:pt x="106" y="75"/>
                    <a:pt x="100" y="81"/>
                  </a:cubicBezTo>
                  <a:cubicBezTo>
                    <a:pt x="93" y="106"/>
                    <a:pt x="75" y="124"/>
                    <a:pt x="69" y="143"/>
                  </a:cubicBezTo>
                  <a:cubicBezTo>
                    <a:pt x="44" y="180"/>
                    <a:pt x="32" y="229"/>
                    <a:pt x="7" y="266"/>
                  </a:cubicBezTo>
                  <a:cubicBezTo>
                    <a:pt x="1" y="279"/>
                    <a:pt x="1" y="310"/>
                    <a:pt x="19" y="322"/>
                  </a:cubicBezTo>
                  <a:cubicBezTo>
                    <a:pt x="38" y="328"/>
                    <a:pt x="69" y="328"/>
                    <a:pt x="75" y="303"/>
                  </a:cubicBezTo>
                  <a:lnTo>
                    <a:pt x="137" y="180"/>
                  </a:lnTo>
                  <a:cubicBezTo>
                    <a:pt x="143" y="155"/>
                    <a:pt x="161" y="143"/>
                    <a:pt x="167" y="118"/>
                  </a:cubicBezTo>
                  <a:cubicBezTo>
                    <a:pt x="174" y="112"/>
                    <a:pt x="174" y="93"/>
                    <a:pt x="186" y="87"/>
                  </a:cubicBezTo>
                  <a:cubicBezTo>
                    <a:pt x="192" y="75"/>
                    <a:pt x="192" y="63"/>
                    <a:pt x="198" y="50"/>
                  </a:cubicBezTo>
                  <a:cubicBezTo>
                    <a:pt x="192" y="32"/>
                    <a:pt x="186" y="19"/>
                    <a:pt x="180" y="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3">
              <a:extLst>
                <a:ext uri="{FF2B5EF4-FFF2-40B4-BE49-F238E27FC236}">
                  <a16:creationId xmlns:a16="http://schemas.microsoft.com/office/drawing/2014/main" id="{29683DE7-6162-BF84-A684-34B67947FD2C}"/>
                </a:ext>
              </a:extLst>
            </p:cNvPr>
            <p:cNvSpPr/>
            <p:nvPr/>
          </p:nvSpPr>
          <p:spPr>
            <a:xfrm flipH="1">
              <a:off x="5728134" y="3174253"/>
              <a:ext cx="15012" cy="24903"/>
            </a:xfrm>
            <a:custGeom>
              <a:avLst/>
              <a:gdLst/>
              <a:ahLst/>
              <a:cxnLst/>
              <a:rect l="l" t="t" r="r" b="b"/>
              <a:pathLst>
                <a:path w="217" h="360" extrusionOk="0">
                  <a:moveTo>
                    <a:pt x="167" y="25"/>
                  </a:moveTo>
                  <a:lnTo>
                    <a:pt x="118" y="75"/>
                  </a:lnTo>
                  <a:cubicBezTo>
                    <a:pt x="105" y="87"/>
                    <a:pt x="87" y="112"/>
                    <a:pt x="74" y="137"/>
                  </a:cubicBezTo>
                  <a:cubicBezTo>
                    <a:pt x="62" y="143"/>
                    <a:pt x="56" y="149"/>
                    <a:pt x="56" y="168"/>
                  </a:cubicBezTo>
                  <a:cubicBezTo>
                    <a:pt x="56" y="174"/>
                    <a:pt x="50" y="180"/>
                    <a:pt x="50" y="186"/>
                  </a:cubicBezTo>
                  <a:cubicBezTo>
                    <a:pt x="50" y="198"/>
                    <a:pt x="50" y="198"/>
                    <a:pt x="43" y="205"/>
                  </a:cubicBezTo>
                  <a:cubicBezTo>
                    <a:pt x="31" y="229"/>
                    <a:pt x="25" y="248"/>
                    <a:pt x="13" y="273"/>
                  </a:cubicBezTo>
                  <a:cubicBezTo>
                    <a:pt x="0" y="291"/>
                    <a:pt x="0" y="297"/>
                    <a:pt x="0" y="310"/>
                  </a:cubicBezTo>
                  <a:cubicBezTo>
                    <a:pt x="0" y="322"/>
                    <a:pt x="19" y="334"/>
                    <a:pt x="25" y="341"/>
                  </a:cubicBezTo>
                  <a:cubicBezTo>
                    <a:pt x="50" y="359"/>
                    <a:pt x="81" y="353"/>
                    <a:pt x="93" y="328"/>
                  </a:cubicBezTo>
                  <a:cubicBezTo>
                    <a:pt x="111" y="303"/>
                    <a:pt x="118" y="291"/>
                    <a:pt x="136" y="266"/>
                  </a:cubicBezTo>
                  <a:cubicBezTo>
                    <a:pt x="136" y="254"/>
                    <a:pt x="142" y="254"/>
                    <a:pt x="142" y="248"/>
                  </a:cubicBezTo>
                  <a:lnTo>
                    <a:pt x="142" y="248"/>
                  </a:lnTo>
                  <a:cubicBezTo>
                    <a:pt x="148" y="248"/>
                    <a:pt x="148" y="242"/>
                    <a:pt x="155" y="236"/>
                  </a:cubicBezTo>
                  <a:cubicBezTo>
                    <a:pt x="167" y="223"/>
                    <a:pt x="167" y="211"/>
                    <a:pt x="173" y="205"/>
                  </a:cubicBezTo>
                  <a:cubicBezTo>
                    <a:pt x="179" y="198"/>
                    <a:pt x="179" y="180"/>
                    <a:pt x="186" y="174"/>
                  </a:cubicBezTo>
                  <a:cubicBezTo>
                    <a:pt x="198" y="155"/>
                    <a:pt x="198" y="149"/>
                    <a:pt x="204" y="137"/>
                  </a:cubicBezTo>
                  <a:cubicBezTo>
                    <a:pt x="210" y="112"/>
                    <a:pt x="210" y="87"/>
                    <a:pt x="216" y="63"/>
                  </a:cubicBezTo>
                  <a:cubicBezTo>
                    <a:pt x="216" y="25"/>
                    <a:pt x="186" y="1"/>
                    <a:pt x="167" y="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3">
              <a:extLst>
                <a:ext uri="{FF2B5EF4-FFF2-40B4-BE49-F238E27FC236}">
                  <a16:creationId xmlns:a16="http://schemas.microsoft.com/office/drawing/2014/main" id="{B200B21F-5478-59CA-88B6-B661BDC884AD}"/>
                </a:ext>
              </a:extLst>
            </p:cNvPr>
            <p:cNvSpPr/>
            <p:nvPr/>
          </p:nvSpPr>
          <p:spPr>
            <a:xfrm flipH="1">
              <a:off x="5683723" y="3192238"/>
              <a:ext cx="6434" cy="18885"/>
            </a:xfrm>
            <a:custGeom>
              <a:avLst/>
              <a:gdLst/>
              <a:ahLst/>
              <a:cxnLst/>
              <a:rect l="l" t="t" r="r" b="b"/>
              <a:pathLst>
                <a:path w="93" h="273" extrusionOk="0">
                  <a:moveTo>
                    <a:pt x="81" y="13"/>
                  </a:moveTo>
                  <a:cubicBezTo>
                    <a:pt x="62" y="0"/>
                    <a:pt x="37" y="0"/>
                    <a:pt x="19" y="13"/>
                  </a:cubicBezTo>
                  <a:cubicBezTo>
                    <a:pt x="0" y="31"/>
                    <a:pt x="0" y="62"/>
                    <a:pt x="0" y="81"/>
                  </a:cubicBezTo>
                  <a:lnTo>
                    <a:pt x="0" y="229"/>
                  </a:lnTo>
                  <a:cubicBezTo>
                    <a:pt x="0" y="254"/>
                    <a:pt x="25" y="272"/>
                    <a:pt x="50" y="272"/>
                  </a:cubicBezTo>
                  <a:cubicBezTo>
                    <a:pt x="68" y="272"/>
                    <a:pt x="93" y="254"/>
                    <a:pt x="93" y="229"/>
                  </a:cubicBezTo>
                  <a:lnTo>
                    <a:pt x="93" y="81"/>
                  </a:lnTo>
                  <a:cubicBezTo>
                    <a:pt x="93" y="50"/>
                    <a:pt x="93" y="31"/>
                    <a:pt x="81" y="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3">
              <a:extLst>
                <a:ext uri="{FF2B5EF4-FFF2-40B4-BE49-F238E27FC236}">
                  <a16:creationId xmlns:a16="http://schemas.microsoft.com/office/drawing/2014/main" id="{6EB35BAF-1EC0-FD13-DFF5-090AC368B342}"/>
                </a:ext>
              </a:extLst>
            </p:cNvPr>
            <p:cNvSpPr/>
            <p:nvPr/>
          </p:nvSpPr>
          <p:spPr>
            <a:xfrm flipH="1">
              <a:off x="5738856" y="3461885"/>
              <a:ext cx="7333" cy="10791"/>
            </a:xfrm>
            <a:custGeom>
              <a:avLst/>
              <a:gdLst/>
              <a:ahLst/>
              <a:cxnLst/>
              <a:rect l="l" t="t" r="r" b="b"/>
              <a:pathLst>
                <a:path w="106" h="156" extrusionOk="0">
                  <a:moveTo>
                    <a:pt x="100" y="31"/>
                  </a:moveTo>
                  <a:lnTo>
                    <a:pt x="94" y="25"/>
                  </a:lnTo>
                  <a:lnTo>
                    <a:pt x="87" y="13"/>
                  </a:lnTo>
                  <a:lnTo>
                    <a:pt x="75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9" y="7"/>
                  </a:lnTo>
                  <a:cubicBezTo>
                    <a:pt x="63" y="7"/>
                    <a:pt x="63" y="1"/>
                    <a:pt x="57" y="1"/>
                  </a:cubicBezTo>
                  <a:cubicBezTo>
                    <a:pt x="44" y="1"/>
                    <a:pt x="38" y="1"/>
                    <a:pt x="38" y="7"/>
                  </a:cubicBezTo>
                  <a:cubicBezTo>
                    <a:pt x="38" y="7"/>
                    <a:pt x="32" y="7"/>
                    <a:pt x="32" y="13"/>
                  </a:cubicBezTo>
                  <a:lnTo>
                    <a:pt x="26" y="13"/>
                  </a:lnTo>
                  <a:cubicBezTo>
                    <a:pt x="13" y="13"/>
                    <a:pt x="13" y="25"/>
                    <a:pt x="7" y="31"/>
                  </a:cubicBezTo>
                  <a:cubicBezTo>
                    <a:pt x="7" y="38"/>
                    <a:pt x="7" y="38"/>
                    <a:pt x="1" y="44"/>
                  </a:cubicBezTo>
                  <a:lnTo>
                    <a:pt x="1" y="75"/>
                  </a:lnTo>
                  <a:cubicBezTo>
                    <a:pt x="1" y="93"/>
                    <a:pt x="7" y="106"/>
                    <a:pt x="7" y="118"/>
                  </a:cubicBezTo>
                  <a:cubicBezTo>
                    <a:pt x="7" y="118"/>
                    <a:pt x="7" y="124"/>
                    <a:pt x="13" y="124"/>
                  </a:cubicBezTo>
                  <a:cubicBezTo>
                    <a:pt x="13" y="130"/>
                    <a:pt x="26" y="130"/>
                    <a:pt x="32" y="137"/>
                  </a:cubicBezTo>
                  <a:lnTo>
                    <a:pt x="38" y="149"/>
                  </a:lnTo>
                  <a:cubicBezTo>
                    <a:pt x="44" y="149"/>
                    <a:pt x="44" y="155"/>
                    <a:pt x="57" y="155"/>
                  </a:cubicBezTo>
                  <a:cubicBezTo>
                    <a:pt x="63" y="155"/>
                    <a:pt x="69" y="155"/>
                    <a:pt x="75" y="149"/>
                  </a:cubicBezTo>
                  <a:cubicBezTo>
                    <a:pt x="87" y="149"/>
                    <a:pt x="87" y="137"/>
                    <a:pt x="94" y="130"/>
                  </a:cubicBezTo>
                  <a:cubicBezTo>
                    <a:pt x="100" y="124"/>
                    <a:pt x="100" y="124"/>
                    <a:pt x="100" y="118"/>
                  </a:cubicBezTo>
                  <a:cubicBezTo>
                    <a:pt x="100" y="99"/>
                    <a:pt x="106" y="87"/>
                    <a:pt x="106" y="75"/>
                  </a:cubicBezTo>
                  <a:lnTo>
                    <a:pt x="106" y="56"/>
                  </a:lnTo>
                  <a:cubicBezTo>
                    <a:pt x="100" y="44"/>
                    <a:pt x="100" y="38"/>
                    <a:pt x="100" y="3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3">
              <a:extLst>
                <a:ext uri="{FF2B5EF4-FFF2-40B4-BE49-F238E27FC236}">
                  <a16:creationId xmlns:a16="http://schemas.microsoft.com/office/drawing/2014/main" id="{1FDC97C6-5562-4AE4-9415-34DF9217FC4C}"/>
                </a:ext>
              </a:extLst>
            </p:cNvPr>
            <p:cNvSpPr/>
            <p:nvPr/>
          </p:nvSpPr>
          <p:spPr>
            <a:xfrm flipH="1">
              <a:off x="5686282" y="3376868"/>
              <a:ext cx="26979" cy="21444"/>
            </a:xfrm>
            <a:custGeom>
              <a:avLst/>
              <a:gdLst/>
              <a:ahLst/>
              <a:cxnLst/>
              <a:rect l="l" t="t" r="r" b="b"/>
              <a:pathLst>
                <a:path w="390" h="310" extrusionOk="0">
                  <a:moveTo>
                    <a:pt x="198" y="0"/>
                  </a:moveTo>
                  <a:cubicBezTo>
                    <a:pt x="1" y="0"/>
                    <a:pt x="1" y="303"/>
                    <a:pt x="198" y="303"/>
                  </a:cubicBezTo>
                  <a:cubicBezTo>
                    <a:pt x="390" y="309"/>
                    <a:pt x="390" y="0"/>
                    <a:pt x="198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3">
              <a:extLst>
                <a:ext uri="{FF2B5EF4-FFF2-40B4-BE49-F238E27FC236}">
                  <a16:creationId xmlns:a16="http://schemas.microsoft.com/office/drawing/2014/main" id="{A2B2F010-EF96-7493-3067-C77826C7EDBC}"/>
                </a:ext>
              </a:extLst>
            </p:cNvPr>
            <p:cNvSpPr/>
            <p:nvPr/>
          </p:nvSpPr>
          <p:spPr>
            <a:xfrm flipH="1">
              <a:off x="5605485" y="3315302"/>
              <a:ext cx="8163" cy="15910"/>
            </a:xfrm>
            <a:custGeom>
              <a:avLst/>
              <a:gdLst/>
              <a:ahLst/>
              <a:cxnLst/>
              <a:rect l="l" t="t" r="r" b="b"/>
              <a:pathLst>
                <a:path w="118" h="230" extrusionOk="0">
                  <a:moveTo>
                    <a:pt x="105" y="112"/>
                  </a:moveTo>
                  <a:lnTo>
                    <a:pt x="105" y="81"/>
                  </a:lnTo>
                  <a:lnTo>
                    <a:pt x="105" y="50"/>
                  </a:lnTo>
                  <a:cubicBezTo>
                    <a:pt x="105" y="31"/>
                    <a:pt x="99" y="25"/>
                    <a:pt x="80" y="19"/>
                  </a:cubicBezTo>
                  <a:cubicBezTo>
                    <a:pt x="68" y="1"/>
                    <a:pt x="37" y="1"/>
                    <a:pt x="19" y="19"/>
                  </a:cubicBezTo>
                  <a:cubicBezTo>
                    <a:pt x="13" y="25"/>
                    <a:pt x="6" y="31"/>
                    <a:pt x="0" y="50"/>
                  </a:cubicBezTo>
                  <a:lnTo>
                    <a:pt x="0" y="81"/>
                  </a:lnTo>
                  <a:lnTo>
                    <a:pt x="0" y="112"/>
                  </a:lnTo>
                  <a:lnTo>
                    <a:pt x="0" y="173"/>
                  </a:lnTo>
                  <a:cubicBezTo>
                    <a:pt x="0" y="186"/>
                    <a:pt x="6" y="204"/>
                    <a:pt x="13" y="211"/>
                  </a:cubicBezTo>
                  <a:cubicBezTo>
                    <a:pt x="19" y="217"/>
                    <a:pt x="37" y="229"/>
                    <a:pt x="50" y="229"/>
                  </a:cubicBezTo>
                  <a:cubicBezTo>
                    <a:pt x="68" y="229"/>
                    <a:pt x="80" y="217"/>
                    <a:pt x="93" y="211"/>
                  </a:cubicBezTo>
                  <a:cubicBezTo>
                    <a:pt x="99" y="204"/>
                    <a:pt x="105" y="186"/>
                    <a:pt x="105" y="173"/>
                  </a:cubicBezTo>
                  <a:cubicBezTo>
                    <a:pt x="118" y="155"/>
                    <a:pt x="118" y="136"/>
                    <a:pt x="105" y="112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3">
              <a:extLst>
                <a:ext uri="{FF2B5EF4-FFF2-40B4-BE49-F238E27FC236}">
                  <a16:creationId xmlns:a16="http://schemas.microsoft.com/office/drawing/2014/main" id="{F8EBB04C-1DF9-2506-95BB-BF70741EC70A}"/>
                </a:ext>
              </a:extLst>
            </p:cNvPr>
            <p:cNvSpPr/>
            <p:nvPr/>
          </p:nvSpPr>
          <p:spPr>
            <a:xfrm flipH="1">
              <a:off x="5619182" y="3439680"/>
              <a:ext cx="9892" cy="9892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137" y="37"/>
                  </a:moveTo>
                  <a:cubicBezTo>
                    <a:pt x="137" y="25"/>
                    <a:pt x="130" y="25"/>
                    <a:pt x="130" y="19"/>
                  </a:cubicBezTo>
                  <a:cubicBezTo>
                    <a:pt x="124" y="13"/>
                    <a:pt x="106" y="0"/>
                    <a:pt x="100" y="0"/>
                  </a:cubicBezTo>
                  <a:lnTo>
                    <a:pt x="81" y="0"/>
                  </a:lnTo>
                  <a:cubicBezTo>
                    <a:pt x="75" y="0"/>
                    <a:pt x="69" y="13"/>
                    <a:pt x="63" y="19"/>
                  </a:cubicBezTo>
                  <a:cubicBezTo>
                    <a:pt x="50" y="37"/>
                    <a:pt x="44" y="44"/>
                    <a:pt x="32" y="56"/>
                  </a:cubicBezTo>
                  <a:lnTo>
                    <a:pt x="13" y="74"/>
                  </a:lnTo>
                  <a:cubicBezTo>
                    <a:pt x="7" y="81"/>
                    <a:pt x="7" y="81"/>
                    <a:pt x="7" y="87"/>
                  </a:cubicBezTo>
                  <a:cubicBezTo>
                    <a:pt x="7" y="87"/>
                    <a:pt x="7" y="99"/>
                    <a:pt x="1" y="99"/>
                  </a:cubicBezTo>
                  <a:lnTo>
                    <a:pt x="1" y="105"/>
                  </a:lnTo>
                  <a:lnTo>
                    <a:pt x="1" y="118"/>
                  </a:lnTo>
                  <a:cubicBezTo>
                    <a:pt x="1" y="130"/>
                    <a:pt x="1" y="136"/>
                    <a:pt x="7" y="136"/>
                  </a:cubicBezTo>
                  <a:cubicBezTo>
                    <a:pt x="13" y="136"/>
                    <a:pt x="13" y="142"/>
                    <a:pt x="19" y="142"/>
                  </a:cubicBezTo>
                  <a:lnTo>
                    <a:pt x="38" y="142"/>
                  </a:lnTo>
                  <a:lnTo>
                    <a:pt x="50" y="142"/>
                  </a:lnTo>
                  <a:cubicBezTo>
                    <a:pt x="50" y="142"/>
                    <a:pt x="56" y="142"/>
                    <a:pt x="56" y="136"/>
                  </a:cubicBezTo>
                  <a:cubicBezTo>
                    <a:pt x="69" y="136"/>
                    <a:pt x="69" y="130"/>
                    <a:pt x="75" y="130"/>
                  </a:cubicBezTo>
                  <a:cubicBezTo>
                    <a:pt x="81" y="118"/>
                    <a:pt x="87" y="118"/>
                    <a:pt x="87" y="112"/>
                  </a:cubicBezTo>
                  <a:cubicBezTo>
                    <a:pt x="106" y="105"/>
                    <a:pt x="112" y="99"/>
                    <a:pt x="130" y="81"/>
                  </a:cubicBezTo>
                  <a:cubicBezTo>
                    <a:pt x="137" y="74"/>
                    <a:pt x="137" y="74"/>
                    <a:pt x="137" y="68"/>
                  </a:cubicBezTo>
                  <a:cubicBezTo>
                    <a:pt x="137" y="56"/>
                    <a:pt x="143" y="56"/>
                    <a:pt x="143" y="50"/>
                  </a:cubicBezTo>
                  <a:cubicBezTo>
                    <a:pt x="137" y="44"/>
                    <a:pt x="137" y="44"/>
                    <a:pt x="137" y="3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3">
              <a:extLst>
                <a:ext uri="{FF2B5EF4-FFF2-40B4-BE49-F238E27FC236}">
                  <a16:creationId xmlns:a16="http://schemas.microsoft.com/office/drawing/2014/main" id="{488B8A95-C371-2FC4-299F-23FC2DED9B4F}"/>
                </a:ext>
              </a:extLst>
            </p:cNvPr>
            <p:cNvSpPr/>
            <p:nvPr/>
          </p:nvSpPr>
          <p:spPr>
            <a:xfrm flipH="1">
              <a:off x="5803328" y="3723024"/>
              <a:ext cx="7333" cy="6018"/>
            </a:xfrm>
            <a:custGeom>
              <a:avLst/>
              <a:gdLst/>
              <a:ahLst/>
              <a:cxnLst/>
              <a:rect l="l" t="t" r="r" b="b"/>
              <a:pathLst>
                <a:path w="106" h="87" extrusionOk="0">
                  <a:moveTo>
                    <a:pt x="49" y="0"/>
                  </a:moveTo>
                  <a:cubicBezTo>
                    <a:pt x="0" y="0"/>
                    <a:pt x="0" y="87"/>
                    <a:pt x="49" y="87"/>
                  </a:cubicBezTo>
                  <a:cubicBezTo>
                    <a:pt x="105" y="87"/>
                    <a:pt x="105" y="0"/>
                    <a:pt x="49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3">
              <a:extLst>
                <a:ext uri="{FF2B5EF4-FFF2-40B4-BE49-F238E27FC236}">
                  <a16:creationId xmlns:a16="http://schemas.microsoft.com/office/drawing/2014/main" id="{E6A4237F-489E-09C8-C356-C19EF564CD8F}"/>
                </a:ext>
              </a:extLst>
            </p:cNvPr>
            <p:cNvSpPr/>
            <p:nvPr/>
          </p:nvSpPr>
          <p:spPr>
            <a:xfrm flipH="1">
              <a:off x="5408472" y="2695211"/>
              <a:ext cx="16741" cy="13282"/>
            </a:xfrm>
            <a:custGeom>
              <a:avLst/>
              <a:gdLst/>
              <a:ahLst/>
              <a:cxnLst/>
              <a:rect l="l" t="t" r="r" b="b"/>
              <a:pathLst>
                <a:path w="242" h="192" extrusionOk="0">
                  <a:moveTo>
                    <a:pt x="118" y="0"/>
                  </a:moveTo>
                  <a:cubicBezTo>
                    <a:pt x="1" y="0"/>
                    <a:pt x="1" y="185"/>
                    <a:pt x="118" y="185"/>
                  </a:cubicBezTo>
                  <a:cubicBezTo>
                    <a:pt x="242" y="192"/>
                    <a:pt x="242" y="0"/>
                    <a:pt x="1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3">
              <a:extLst>
                <a:ext uri="{FF2B5EF4-FFF2-40B4-BE49-F238E27FC236}">
                  <a16:creationId xmlns:a16="http://schemas.microsoft.com/office/drawing/2014/main" id="{8FE87157-F165-9B1F-8815-0D2BA8EC8347}"/>
                </a:ext>
              </a:extLst>
            </p:cNvPr>
            <p:cNvSpPr/>
            <p:nvPr/>
          </p:nvSpPr>
          <p:spPr>
            <a:xfrm flipH="1">
              <a:off x="5346076" y="2898172"/>
              <a:ext cx="12867" cy="10307"/>
            </a:xfrm>
            <a:custGeom>
              <a:avLst/>
              <a:gdLst/>
              <a:ahLst/>
              <a:cxnLst/>
              <a:rect l="l" t="t" r="r" b="b"/>
              <a:pathLst>
                <a:path w="186" h="149" extrusionOk="0">
                  <a:moveTo>
                    <a:pt x="93" y="1"/>
                  </a:moveTo>
                  <a:cubicBezTo>
                    <a:pt x="0" y="1"/>
                    <a:pt x="0" y="149"/>
                    <a:pt x="93" y="149"/>
                  </a:cubicBezTo>
                  <a:cubicBezTo>
                    <a:pt x="186" y="149"/>
                    <a:pt x="186" y="1"/>
                    <a:pt x="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3">
              <a:extLst>
                <a:ext uri="{FF2B5EF4-FFF2-40B4-BE49-F238E27FC236}">
                  <a16:creationId xmlns:a16="http://schemas.microsoft.com/office/drawing/2014/main" id="{7745C5D8-3F37-E734-1792-E11F4440D9D5}"/>
                </a:ext>
              </a:extLst>
            </p:cNvPr>
            <p:cNvSpPr/>
            <p:nvPr/>
          </p:nvSpPr>
          <p:spPr>
            <a:xfrm flipH="1">
              <a:off x="5313978" y="2865729"/>
              <a:ext cx="9062" cy="6848"/>
            </a:xfrm>
            <a:custGeom>
              <a:avLst/>
              <a:gdLst/>
              <a:ahLst/>
              <a:cxnLst/>
              <a:rect l="l" t="t" r="r" b="b"/>
              <a:pathLst>
                <a:path w="131" h="99" extrusionOk="0">
                  <a:moveTo>
                    <a:pt x="68" y="0"/>
                  </a:moveTo>
                  <a:cubicBezTo>
                    <a:pt x="0" y="0"/>
                    <a:pt x="0" y="99"/>
                    <a:pt x="68" y="99"/>
                  </a:cubicBezTo>
                  <a:cubicBezTo>
                    <a:pt x="130" y="99"/>
                    <a:pt x="130" y="0"/>
                    <a:pt x="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3">
              <a:extLst>
                <a:ext uri="{FF2B5EF4-FFF2-40B4-BE49-F238E27FC236}">
                  <a16:creationId xmlns:a16="http://schemas.microsoft.com/office/drawing/2014/main" id="{FC0E534A-2350-6632-C23A-4A68A01054E0}"/>
                </a:ext>
              </a:extLst>
            </p:cNvPr>
            <p:cNvSpPr/>
            <p:nvPr/>
          </p:nvSpPr>
          <p:spPr>
            <a:xfrm flipH="1">
              <a:off x="5987543" y="3735821"/>
              <a:ext cx="12037" cy="11621"/>
            </a:xfrm>
            <a:custGeom>
              <a:avLst/>
              <a:gdLst/>
              <a:ahLst/>
              <a:cxnLst/>
              <a:rect l="l" t="t" r="r" b="b"/>
              <a:pathLst>
                <a:path w="174" h="168" extrusionOk="0">
                  <a:moveTo>
                    <a:pt x="167" y="81"/>
                  </a:moveTo>
                  <a:cubicBezTo>
                    <a:pt x="155" y="63"/>
                    <a:pt x="149" y="56"/>
                    <a:pt x="142" y="38"/>
                  </a:cubicBezTo>
                  <a:cubicBezTo>
                    <a:pt x="142" y="32"/>
                    <a:pt x="136" y="32"/>
                    <a:pt x="136" y="25"/>
                  </a:cubicBezTo>
                  <a:cubicBezTo>
                    <a:pt x="136" y="25"/>
                    <a:pt x="124" y="13"/>
                    <a:pt x="118" y="13"/>
                  </a:cubicBezTo>
                  <a:lnTo>
                    <a:pt x="112" y="13"/>
                  </a:lnTo>
                  <a:lnTo>
                    <a:pt x="105" y="7"/>
                  </a:lnTo>
                  <a:lnTo>
                    <a:pt x="93" y="1"/>
                  </a:lnTo>
                  <a:lnTo>
                    <a:pt x="87" y="1"/>
                  </a:lnTo>
                  <a:lnTo>
                    <a:pt x="87" y="1"/>
                  </a:lnTo>
                  <a:lnTo>
                    <a:pt x="81" y="1"/>
                  </a:lnTo>
                  <a:lnTo>
                    <a:pt x="74" y="1"/>
                  </a:lnTo>
                  <a:lnTo>
                    <a:pt x="44" y="1"/>
                  </a:lnTo>
                  <a:cubicBezTo>
                    <a:pt x="31" y="1"/>
                    <a:pt x="25" y="7"/>
                    <a:pt x="19" y="13"/>
                  </a:cubicBezTo>
                  <a:cubicBezTo>
                    <a:pt x="13" y="25"/>
                    <a:pt x="13" y="32"/>
                    <a:pt x="0" y="38"/>
                  </a:cubicBezTo>
                  <a:lnTo>
                    <a:pt x="0" y="69"/>
                  </a:lnTo>
                  <a:cubicBezTo>
                    <a:pt x="0" y="75"/>
                    <a:pt x="13" y="93"/>
                    <a:pt x="19" y="100"/>
                  </a:cubicBezTo>
                  <a:lnTo>
                    <a:pt x="25" y="106"/>
                  </a:lnTo>
                  <a:lnTo>
                    <a:pt x="25" y="118"/>
                  </a:lnTo>
                  <a:cubicBezTo>
                    <a:pt x="25" y="118"/>
                    <a:pt x="25" y="124"/>
                    <a:pt x="31" y="124"/>
                  </a:cubicBezTo>
                  <a:lnTo>
                    <a:pt x="50" y="137"/>
                  </a:lnTo>
                  <a:cubicBezTo>
                    <a:pt x="62" y="149"/>
                    <a:pt x="74" y="155"/>
                    <a:pt x="87" y="161"/>
                  </a:cubicBezTo>
                  <a:cubicBezTo>
                    <a:pt x="93" y="161"/>
                    <a:pt x="93" y="161"/>
                    <a:pt x="99" y="168"/>
                  </a:cubicBezTo>
                  <a:lnTo>
                    <a:pt x="124" y="168"/>
                  </a:lnTo>
                  <a:lnTo>
                    <a:pt x="142" y="168"/>
                  </a:lnTo>
                  <a:cubicBezTo>
                    <a:pt x="149" y="168"/>
                    <a:pt x="155" y="161"/>
                    <a:pt x="155" y="161"/>
                  </a:cubicBezTo>
                  <a:lnTo>
                    <a:pt x="161" y="155"/>
                  </a:lnTo>
                  <a:cubicBezTo>
                    <a:pt x="161" y="149"/>
                    <a:pt x="161" y="149"/>
                    <a:pt x="173" y="137"/>
                  </a:cubicBezTo>
                  <a:lnTo>
                    <a:pt x="173" y="118"/>
                  </a:lnTo>
                  <a:cubicBezTo>
                    <a:pt x="173" y="93"/>
                    <a:pt x="173" y="87"/>
                    <a:pt x="167" y="8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3">
              <a:extLst>
                <a:ext uri="{FF2B5EF4-FFF2-40B4-BE49-F238E27FC236}">
                  <a16:creationId xmlns:a16="http://schemas.microsoft.com/office/drawing/2014/main" id="{41984609-3064-7252-FE3C-E8361EC47470}"/>
                </a:ext>
              </a:extLst>
            </p:cNvPr>
            <p:cNvSpPr/>
            <p:nvPr/>
          </p:nvSpPr>
          <p:spPr>
            <a:xfrm flipH="1">
              <a:off x="6229036" y="4279058"/>
              <a:ext cx="21445" cy="16740"/>
            </a:xfrm>
            <a:custGeom>
              <a:avLst/>
              <a:gdLst/>
              <a:ahLst/>
              <a:cxnLst/>
              <a:rect l="l" t="t" r="r" b="b"/>
              <a:pathLst>
                <a:path w="310" h="242" extrusionOk="0">
                  <a:moveTo>
                    <a:pt x="155" y="0"/>
                  </a:moveTo>
                  <a:cubicBezTo>
                    <a:pt x="1" y="0"/>
                    <a:pt x="1" y="241"/>
                    <a:pt x="155" y="241"/>
                  </a:cubicBezTo>
                  <a:cubicBezTo>
                    <a:pt x="310" y="241"/>
                    <a:pt x="310" y="0"/>
                    <a:pt x="155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3">
              <a:extLst>
                <a:ext uri="{FF2B5EF4-FFF2-40B4-BE49-F238E27FC236}">
                  <a16:creationId xmlns:a16="http://schemas.microsoft.com/office/drawing/2014/main" id="{23A0D26E-78D6-A709-1C0E-6FA98809CCE6}"/>
                </a:ext>
              </a:extLst>
            </p:cNvPr>
            <p:cNvSpPr/>
            <p:nvPr/>
          </p:nvSpPr>
          <p:spPr>
            <a:xfrm flipH="1">
              <a:off x="6135026" y="4117464"/>
              <a:ext cx="8993" cy="6502"/>
            </a:xfrm>
            <a:custGeom>
              <a:avLst/>
              <a:gdLst/>
              <a:ahLst/>
              <a:cxnLst/>
              <a:rect l="l" t="t" r="r" b="b"/>
              <a:pathLst>
                <a:path w="130" h="94" extrusionOk="0">
                  <a:moveTo>
                    <a:pt x="124" y="19"/>
                  </a:moveTo>
                  <a:cubicBezTo>
                    <a:pt x="111" y="13"/>
                    <a:pt x="111" y="13"/>
                    <a:pt x="105" y="13"/>
                  </a:cubicBezTo>
                  <a:lnTo>
                    <a:pt x="74" y="13"/>
                  </a:lnTo>
                  <a:cubicBezTo>
                    <a:pt x="68" y="7"/>
                    <a:pt x="62" y="1"/>
                    <a:pt x="43" y="1"/>
                  </a:cubicBezTo>
                  <a:cubicBezTo>
                    <a:pt x="37" y="1"/>
                    <a:pt x="19" y="7"/>
                    <a:pt x="12" y="13"/>
                  </a:cubicBezTo>
                  <a:cubicBezTo>
                    <a:pt x="6" y="19"/>
                    <a:pt x="0" y="38"/>
                    <a:pt x="0" y="44"/>
                  </a:cubicBezTo>
                  <a:cubicBezTo>
                    <a:pt x="0" y="50"/>
                    <a:pt x="6" y="69"/>
                    <a:pt x="12" y="75"/>
                  </a:cubicBezTo>
                  <a:cubicBezTo>
                    <a:pt x="19" y="81"/>
                    <a:pt x="25" y="93"/>
                    <a:pt x="43" y="93"/>
                  </a:cubicBezTo>
                  <a:lnTo>
                    <a:pt x="50" y="93"/>
                  </a:lnTo>
                  <a:cubicBezTo>
                    <a:pt x="62" y="93"/>
                    <a:pt x="62" y="93"/>
                    <a:pt x="68" y="81"/>
                  </a:cubicBezTo>
                  <a:lnTo>
                    <a:pt x="74" y="75"/>
                  </a:lnTo>
                  <a:lnTo>
                    <a:pt x="105" y="75"/>
                  </a:lnTo>
                  <a:cubicBezTo>
                    <a:pt x="111" y="75"/>
                    <a:pt x="111" y="75"/>
                    <a:pt x="118" y="69"/>
                  </a:cubicBezTo>
                  <a:cubicBezTo>
                    <a:pt x="130" y="63"/>
                    <a:pt x="130" y="63"/>
                    <a:pt x="130" y="50"/>
                  </a:cubicBezTo>
                  <a:cubicBezTo>
                    <a:pt x="130" y="38"/>
                    <a:pt x="124" y="32"/>
                    <a:pt x="124" y="19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3">
              <a:extLst>
                <a:ext uri="{FF2B5EF4-FFF2-40B4-BE49-F238E27FC236}">
                  <a16:creationId xmlns:a16="http://schemas.microsoft.com/office/drawing/2014/main" id="{795DCB05-0CF4-0CD9-77CC-9CBD4F23E260}"/>
                </a:ext>
              </a:extLst>
            </p:cNvPr>
            <p:cNvSpPr/>
            <p:nvPr/>
          </p:nvSpPr>
          <p:spPr>
            <a:xfrm flipH="1">
              <a:off x="6072145" y="4150806"/>
              <a:ext cx="9477" cy="7748"/>
            </a:xfrm>
            <a:custGeom>
              <a:avLst/>
              <a:gdLst/>
              <a:ahLst/>
              <a:cxnLst/>
              <a:rect l="l" t="t" r="r" b="b"/>
              <a:pathLst>
                <a:path w="137" h="112" extrusionOk="0">
                  <a:moveTo>
                    <a:pt x="68" y="1"/>
                  </a:moveTo>
                  <a:cubicBezTo>
                    <a:pt x="0" y="1"/>
                    <a:pt x="0" y="112"/>
                    <a:pt x="68" y="112"/>
                  </a:cubicBezTo>
                  <a:cubicBezTo>
                    <a:pt x="136" y="112"/>
                    <a:pt x="136" y="1"/>
                    <a:pt x="68" y="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3">
              <a:extLst>
                <a:ext uri="{FF2B5EF4-FFF2-40B4-BE49-F238E27FC236}">
                  <a16:creationId xmlns:a16="http://schemas.microsoft.com/office/drawing/2014/main" id="{0AFD8621-460B-2153-4885-0452B431D7D1}"/>
                </a:ext>
              </a:extLst>
            </p:cNvPr>
            <p:cNvSpPr/>
            <p:nvPr/>
          </p:nvSpPr>
          <p:spPr>
            <a:xfrm flipH="1">
              <a:off x="7192802" y="4120922"/>
              <a:ext cx="13766" cy="14596"/>
            </a:xfrm>
            <a:custGeom>
              <a:avLst/>
              <a:gdLst/>
              <a:ahLst/>
              <a:cxnLst/>
              <a:rect l="l" t="t" r="r" b="b"/>
              <a:pathLst>
                <a:path w="199" h="211" extrusionOk="0">
                  <a:moveTo>
                    <a:pt x="180" y="81"/>
                  </a:moveTo>
                  <a:cubicBezTo>
                    <a:pt x="180" y="74"/>
                    <a:pt x="168" y="56"/>
                    <a:pt x="161" y="50"/>
                  </a:cubicBezTo>
                  <a:lnTo>
                    <a:pt x="130" y="19"/>
                  </a:lnTo>
                  <a:cubicBezTo>
                    <a:pt x="124" y="13"/>
                    <a:pt x="124" y="13"/>
                    <a:pt x="118" y="13"/>
                  </a:cubicBezTo>
                  <a:cubicBezTo>
                    <a:pt x="106" y="13"/>
                    <a:pt x="100" y="0"/>
                    <a:pt x="100" y="0"/>
                  </a:cubicBezTo>
                  <a:lnTo>
                    <a:pt x="81" y="0"/>
                  </a:lnTo>
                  <a:cubicBezTo>
                    <a:pt x="75" y="0"/>
                    <a:pt x="69" y="13"/>
                    <a:pt x="63" y="19"/>
                  </a:cubicBezTo>
                  <a:lnTo>
                    <a:pt x="32" y="50"/>
                  </a:lnTo>
                  <a:cubicBezTo>
                    <a:pt x="19" y="56"/>
                    <a:pt x="19" y="62"/>
                    <a:pt x="13" y="62"/>
                  </a:cubicBezTo>
                  <a:cubicBezTo>
                    <a:pt x="13" y="74"/>
                    <a:pt x="7" y="81"/>
                    <a:pt x="7" y="87"/>
                  </a:cubicBezTo>
                  <a:cubicBezTo>
                    <a:pt x="7" y="105"/>
                    <a:pt x="1" y="111"/>
                    <a:pt x="7" y="124"/>
                  </a:cubicBezTo>
                  <a:cubicBezTo>
                    <a:pt x="7" y="136"/>
                    <a:pt x="7" y="142"/>
                    <a:pt x="13" y="148"/>
                  </a:cubicBezTo>
                  <a:cubicBezTo>
                    <a:pt x="13" y="155"/>
                    <a:pt x="19" y="167"/>
                    <a:pt x="32" y="173"/>
                  </a:cubicBezTo>
                  <a:cubicBezTo>
                    <a:pt x="38" y="179"/>
                    <a:pt x="38" y="186"/>
                    <a:pt x="44" y="186"/>
                  </a:cubicBezTo>
                  <a:cubicBezTo>
                    <a:pt x="50" y="198"/>
                    <a:pt x="63" y="198"/>
                    <a:pt x="69" y="204"/>
                  </a:cubicBezTo>
                  <a:cubicBezTo>
                    <a:pt x="75" y="210"/>
                    <a:pt x="93" y="210"/>
                    <a:pt x="106" y="210"/>
                  </a:cubicBezTo>
                  <a:lnTo>
                    <a:pt x="130" y="210"/>
                  </a:lnTo>
                  <a:cubicBezTo>
                    <a:pt x="137" y="210"/>
                    <a:pt x="143" y="204"/>
                    <a:pt x="155" y="204"/>
                  </a:cubicBezTo>
                  <a:cubicBezTo>
                    <a:pt x="161" y="198"/>
                    <a:pt x="168" y="198"/>
                    <a:pt x="168" y="186"/>
                  </a:cubicBezTo>
                  <a:cubicBezTo>
                    <a:pt x="174" y="179"/>
                    <a:pt x="174" y="173"/>
                    <a:pt x="186" y="173"/>
                  </a:cubicBezTo>
                  <a:cubicBezTo>
                    <a:pt x="186" y="167"/>
                    <a:pt x="192" y="155"/>
                    <a:pt x="192" y="148"/>
                  </a:cubicBezTo>
                  <a:cubicBezTo>
                    <a:pt x="192" y="136"/>
                    <a:pt x="198" y="124"/>
                    <a:pt x="192" y="111"/>
                  </a:cubicBezTo>
                  <a:cubicBezTo>
                    <a:pt x="186" y="93"/>
                    <a:pt x="186" y="87"/>
                    <a:pt x="180" y="8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3">
              <a:extLst>
                <a:ext uri="{FF2B5EF4-FFF2-40B4-BE49-F238E27FC236}">
                  <a16:creationId xmlns:a16="http://schemas.microsoft.com/office/drawing/2014/main" id="{E285AB83-6B26-3018-D206-F6AB9F8D6D51}"/>
                </a:ext>
              </a:extLst>
            </p:cNvPr>
            <p:cNvSpPr/>
            <p:nvPr/>
          </p:nvSpPr>
          <p:spPr>
            <a:xfrm flipH="1">
              <a:off x="7003468" y="4027743"/>
              <a:ext cx="6918" cy="9892"/>
            </a:xfrm>
            <a:custGeom>
              <a:avLst/>
              <a:gdLst/>
              <a:ahLst/>
              <a:cxnLst/>
              <a:rect l="l" t="t" r="r" b="b"/>
              <a:pathLst>
                <a:path w="100" h="143" extrusionOk="0">
                  <a:moveTo>
                    <a:pt x="99" y="81"/>
                  </a:moveTo>
                  <a:cubicBezTo>
                    <a:pt x="99" y="75"/>
                    <a:pt x="93" y="62"/>
                    <a:pt x="93" y="50"/>
                  </a:cubicBezTo>
                  <a:lnTo>
                    <a:pt x="81" y="37"/>
                  </a:lnTo>
                  <a:cubicBezTo>
                    <a:pt x="81" y="31"/>
                    <a:pt x="75" y="19"/>
                    <a:pt x="75" y="13"/>
                  </a:cubicBezTo>
                  <a:cubicBezTo>
                    <a:pt x="68" y="7"/>
                    <a:pt x="62" y="0"/>
                    <a:pt x="50" y="0"/>
                  </a:cubicBezTo>
                  <a:cubicBezTo>
                    <a:pt x="44" y="0"/>
                    <a:pt x="31" y="7"/>
                    <a:pt x="31" y="13"/>
                  </a:cubicBezTo>
                  <a:cubicBezTo>
                    <a:pt x="31" y="19"/>
                    <a:pt x="19" y="31"/>
                    <a:pt x="19" y="37"/>
                  </a:cubicBezTo>
                  <a:cubicBezTo>
                    <a:pt x="19" y="44"/>
                    <a:pt x="19" y="44"/>
                    <a:pt x="13" y="50"/>
                  </a:cubicBezTo>
                  <a:cubicBezTo>
                    <a:pt x="13" y="62"/>
                    <a:pt x="7" y="75"/>
                    <a:pt x="7" y="81"/>
                  </a:cubicBezTo>
                  <a:cubicBezTo>
                    <a:pt x="1" y="99"/>
                    <a:pt x="7" y="124"/>
                    <a:pt x="19" y="130"/>
                  </a:cubicBezTo>
                  <a:cubicBezTo>
                    <a:pt x="31" y="136"/>
                    <a:pt x="44" y="142"/>
                    <a:pt x="62" y="142"/>
                  </a:cubicBezTo>
                  <a:cubicBezTo>
                    <a:pt x="75" y="142"/>
                    <a:pt x="81" y="136"/>
                    <a:pt x="99" y="13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3">
              <a:extLst>
                <a:ext uri="{FF2B5EF4-FFF2-40B4-BE49-F238E27FC236}">
                  <a16:creationId xmlns:a16="http://schemas.microsoft.com/office/drawing/2014/main" id="{0331BAD2-38E6-8B6F-E099-CCE0B298EC2A}"/>
                </a:ext>
              </a:extLst>
            </p:cNvPr>
            <p:cNvSpPr/>
            <p:nvPr/>
          </p:nvSpPr>
          <p:spPr>
            <a:xfrm flipH="1">
              <a:off x="6982508" y="4090969"/>
              <a:ext cx="9962" cy="6087"/>
            </a:xfrm>
            <a:custGeom>
              <a:avLst/>
              <a:gdLst/>
              <a:ahLst/>
              <a:cxnLst/>
              <a:rect l="l" t="t" r="r" b="b"/>
              <a:pathLst>
                <a:path w="144" h="88" extrusionOk="0">
                  <a:moveTo>
                    <a:pt x="131" y="19"/>
                  </a:moveTo>
                  <a:lnTo>
                    <a:pt x="125" y="13"/>
                  </a:lnTo>
                  <a:cubicBezTo>
                    <a:pt x="118" y="1"/>
                    <a:pt x="112" y="1"/>
                    <a:pt x="100" y="1"/>
                  </a:cubicBezTo>
                  <a:cubicBezTo>
                    <a:pt x="81" y="1"/>
                    <a:pt x="63" y="13"/>
                    <a:pt x="38" y="13"/>
                  </a:cubicBezTo>
                  <a:lnTo>
                    <a:pt x="26" y="13"/>
                  </a:lnTo>
                  <a:cubicBezTo>
                    <a:pt x="20" y="13"/>
                    <a:pt x="20" y="19"/>
                    <a:pt x="7" y="19"/>
                  </a:cubicBezTo>
                  <a:cubicBezTo>
                    <a:pt x="1" y="25"/>
                    <a:pt x="1" y="32"/>
                    <a:pt x="1" y="44"/>
                  </a:cubicBezTo>
                  <a:cubicBezTo>
                    <a:pt x="1" y="50"/>
                    <a:pt x="1" y="56"/>
                    <a:pt x="7" y="63"/>
                  </a:cubicBezTo>
                  <a:cubicBezTo>
                    <a:pt x="7" y="63"/>
                    <a:pt x="20" y="63"/>
                    <a:pt x="20" y="75"/>
                  </a:cubicBezTo>
                  <a:cubicBezTo>
                    <a:pt x="26" y="75"/>
                    <a:pt x="32" y="81"/>
                    <a:pt x="32" y="81"/>
                  </a:cubicBezTo>
                  <a:cubicBezTo>
                    <a:pt x="57" y="81"/>
                    <a:pt x="69" y="87"/>
                    <a:pt x="94" y="87"/>
                  </a:cubicBezTo>
                  <a:lnTo>
                    <a:pt x="112" y="87"/>
                  </a:lnTo>
                  <a:cubicBezTo>
                    <a:pt x="118" y="87"/>
                    <a:pt x="118" y="81"/>
                    <a:pt x="125" y="81"/>
                  </a:cubicBezTo>
                  <a:cubicBezTo>
                    <a:pt x="131" y="75"/>
                    <a:pt x="131" y="75"/>
                    <a:pt x="131" y="63"/>
                  </a:cubicBezTo>
                  <a:cubicBezTo>
                    <a:pt x="131" y="56"/>
                    <a:pt x="143" y="56"/>
                    <a:pt x="131" y="50"/>
                  </a:cubicBezTo>
                  <a:cubicBezTo>
                    <a:pt x="143" y="44"/>
                    <a:pt x="143" y="25"/>
                    <a:pt x="131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3">
              <a:extLst>
                <a:ext uri="{FF2B5EF4-FFF2-40B4-BE49-F238E27FC236}">
                  <a16:creationId xmlns:a16="http://schemas.microsoft.com/office/drawing/2014/main" id="{CCC5FD7A-A06A-8E6A-C135-0E60C5D90A3B}"/>
                </a:ext>
              </a:extLst>
            </p:cNvPr>
            <p:cNvSpPr/>
            <p:nvPr/>
          </p:nvSpPr>
          <p:spPr>
            <a:xfrm flipH="1">
              <a:off x="7749668" y="4564961"/>
              <a:ext cx="8647" cy="10722"/>
            </a:xfrm>
            <a:custGeom>
              <a:avLst/>
              <a:gdLst/>
              <a:ahLst/>
              <a:cxnLst/>
              <a:rect l="l" t="t" r="r" b="b"/>
              <a:pathLst>
                <a:path w="125" h="155" extrusionOk="0">
                  <a:moveTo>
                    <a:pt x="106" y="50"/>
                  </a:moveTo>
                  <a:cubicBezTo>
                    <a:pt x="100" y="37"/>
                    <a:pt x="93" y="37"/>
                    <a:pt x="93" y="31"/>
                  </a:cubicBezTo>
                  <a:cubicBezTo>
                    <a:pt x="69" y="6"/>
                    <a:pt x="50" y="0"/>
                    <a:pt x="38" y="0"/>
                  </a:cubicBezTo>
                  <a:cubicBezTo>
                    <a:pt x="7" y="0"/>
                    <a:pt x="1" y="37"/>
                    <a:pt x="1" y="68"/>
                  </a:cubicBezTo>
                  <a:cubicBezTo>
                    <a:pt x="1" y="105"/>
                    <a:pt x="7" y="148"/>
                    <a:pt x="38" y="148"/>
                  </a:cubicBezTo>
                  <a:cubicBezTo>
                    <a:pt x="50" y="155"/>
                    <a:pt x="69" y="148"/>
                    <a:pt x="93" y="118"/>
                  </a:cubicBezTo>
                  <a:cubicBezTo>
                    <a:pt x="100" y="105"/>
                    <a:pt x="106" y="105"/>
                    <a:pt x="106" y="99"/>
                  </a:cubicBezTo>
                  <a:cubicBezTo>
                    <a:pt x="124" y="87"/>
                    <a:pt x="124" y="62"/>
                    <a:pt x="106" y="5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3">
              <a:extLst>
                <a:ext uri="{FF2B5EF4-FFF2-40B4-BE49-F238E27FC236}">
                  <a16:creationId xmlns:a16="http://schemas.microsoft.com/office/drawing/2014/main" id="{193BFD9D-2EA8-36CF-40CA-DDD250DC6CFC}"/>
                </a:ext>
              </a:extLst>
            </p:cNvPr>
            <p:cNvSpPr/>
            <p:nvPr/>
          </p:nvSpPr>
          <p:spPr>
            <a:xfrm flipH="1">
              <a:off x="7514600" y="5135454"/>
              <a:ext cx="17156" cy="13351"/>
            </a:xfrm>
            <a:custGeom>
              <a:avLst/>
              <a:gdLst/>
              <a:ahLst/>
              <a:cxnLst/>
              <a:rect l="l" t="t" r="r" b="b"/>
              <a:pathLst>
                <a:path w="248" h="193" extrusionOk="0">
                  <a:moveTo>
                    <a:pt x="124" y="1"/>
                  </a:moveTo>
                  <a:cubicBezTo>
                    <a:pt x="1" y="1"/>
                    <a:pt x="1" y="186"/>
                    <a:pt x="124" y="186"/>
                  </a:cubicBezTo>
                  <a:cubicBezTo>
                    <a:pt x="248" y="192"/>
                    <a:pt x="248" y="1"/>
                    <a:pt x="1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3">
              <a:extLst>
                <a:ext uri="{FF2B5EF4-FFF2-40B4-BE49-F238E27FC236}">
                  <a16:creationId xmlns:a16="http://schemas.microsoft.com/office/drawing/2014/main" id="{A86279FC-76A6-AF6D-2824-2D3A0DFF7FFC}"/>
                </a:ext>
              </a:extLst>
            </p:cNvPr>
            <p:cNvSpPr/>
            <p:nvPr/>
          </p:nvSpPr>
          <p:spPr>
            <a:xfrm flipH="1">
              <a:off x="7394027" y="5066278"/>
              <a:ext cx="14181" cy="10722"/>
            </a:xfrm>
            <a:custGeom>
              <a:avLst/>
              <a:gdLst/>
              <a:ahLst/>
              <a:cxnLst/>
              <a:rect l="l" t="t" r="r" b="b"/>
              <a:pathLst>
                <a:path w="205" h="155" extrusionOk="0">
                  <a:moveTo>
                    <a:pt x="99" y="0"/>
                  </a:moveTo>
                  <a:cubicBezTo>
                    <a:pt x="0" y="0"/>
                    <a:pt x="0" y="155"/>
                    <a:pt x="99" y="155"/>
                  </a:cubicBezTo>
                  <a:cubicBezTo>
                    <a:pt x="204" y="155"/>
                    <a:pt x="204" y="0"/>
                    <a:pt x="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3">
              <a:extLst>
                <a:ext uri="{FF2B5EF4-FFF2-40B4-BE49-F238E27FC236}">
                  <a16:creationId xmlns:a16="http://schemas.microsoft.com/office/drawing/2014/main" id="{10403BBB-19E7-6492-B306-7360C3C29A56}"/>
                </a:ext>
              </a:extLst>
            </p:cNvPr>
            <p:cNvSpPr/>
            <p:nvPr/>
          </p:nvSpPr>
          <p:spPr>
            <a:xfrm flipH="1">
              <a:off x="7334213" y="5106950"/>
              <a:ext cx="15183" cy="14319"/>
            </a:xfrm>
            <a:custGeom>
              <a:avLst/>
              <a:gdLst/>
              <a:ahLst/>
              <a:cxnLst/>
              <a:rect l="l" t="t" r="r" b="b"/>
              <a:pathLst>
                <a:path w="211" h="199" extrusionOk="0">
                  <a:moveTo>
                    <a:pt x="198" y="13"/>
                  </a:moveTo>
                  <a:cubicBezTo>
                    <a:pt x="179" y="1"/>
                    <a:pt x="167" y="1"/>
                    <a:pt x="142" y="7"/>
                  </a:cubicBezTo>
                  <a:cubicBezTo>
                    <a:pt x="136" y="7"/>
                    <a:pt x="136" y="13"/>
                    <a:pt x="124" y="13"/>
                  </a:cubicBezTo>
                  <a:cubicBezTo>
                    <a:pt x="117" y="25"/>
                    <a:pt x="111" y="25"/>
                    <a:pt x="105" y="32"/>
                  </a:cubicBezTo>
                  <a:lnTo>
                    <a:pt x="80" y="56"/>
                  </a:lnTo>
                  <a:cubicBezTo>
                    <a:pt x="62" y="69"/>
                    <a:pt x="43" y="87"/>
                    <a:pt x="25" y="93"/>
                  </a:cubicBezTo>
                  <a:cubicBezTo>
                    <a:pt x="19" y="100"/>
                    <a:pt x="19" y="106"/>
                    <a:pt x="12" y="118"/>
                  </a:cubicBezTo>
                  <a:cubicBezTo>
                    <a:pt x="0" y="124"/>
                    <a:pt x="0" y="130"/>
                    <a:pt x="0" y="137"/>
                  </a:cubicBezTo>
                  <a:cubicBezTo>
                    <a:pt x="0" y="155"/>
                    <a:pt x="12" y="167"/>
                    <a:pt x="19" y="186"/>
                  </a:cubicBezTo>
                  <a:cubicBezTo>
                    <a:pt x="31" y="192"/>
                    <a:pt x="49" y="198"/>
                    <a:pt x="62" y="198"/>
                  </a:cubicBezTo>
                  <a:lnTo>
                    <a:pt x="80" y="198"/>
                  </a:lnTo>
                  <a:cubicBezTo>
                    <a:pt x="87" y="198"/>
                    <a:pt x="105" y="192"/>
                    <a:pt x="111" y="186"/>
                  </a:cubicBezTo>
                  <a:cubicBezTo>
                    <a:pt x="124" y="167"/>
                    <a:pt x="142" y="149"/>
                    <a:pt x="148" y="130"/>
                  </a:cubicBezTo>
                  <a:lnTo>
                    <a:pt x="173" y="106"/>
                  </a:lnTo>
                  <a:cubicBezTo>
                    <a:pt x="179" y="100"/>
                    <a:pt x="185" y="93"/>
                    <a:pt x="185" y="87"/>
                  </a:cubicBezTo>
                  <a:cubicBezTo>
                    <a:pt x="185" y="75"/>
                    <a:pt x="198" y="75"/>
                    <a:pt x="198" y="69"/>
                  </a:cubicBezTo>
                  <a:cubicBezTo>
                    <a:pt x="210" y="56"/>
                    <a:pt x="210" y="32"/>
                    <a:pt x="198" y="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3">
              <a:extLst>
                <a:ext uri="{FF2B5EF4-FFF2-40B4-BE49-F238E27FC236}">
                  <a16:creationId xmlns:a16="http://schemas.microsoft.com/office/drawing/2014/main" id="{CA82136F-D8E3-8DCD-21A4-004022CCC19A}"/>
                </a:ext>
              </a:extLst>
            </p:cNvPr>
            <p:cNvSpPr/>
            <p:nvPr/>
          </p:nvSpPr>
          <p:spPr>
            <a:xfrm flipH="1">
              <a:off x="7230771" y="5073956"/>
              <a:ext cx="30853" cy="31267"/>
            </a:xfrm>
            <a:custGeom>
              <a:avLst/>
              <a:gdLst/>
              <a:ahLst/>
              <a:cxnLst/>
              <a:rect l="l" t="t" r="r" b="b"/>
              <a:pathLst>
                <a:path w="446" h="452" extrusionOk="0">
                  <a:moveTo>
                    <a:pt x="445" y="44"/>
                  </a:moveTo>
                  <a:cubicBezTo>
                    <a:pt x="445" y="25"/>
                    <a:pt x="420" y="13"/>
                    <a:pt x="408" y="0"/>
                  </a:cubicBezTo>
                  <a:lnTo>
                    <a:pt x="383" y="0"/>
                  </a:lnTo>
                  <a:cubicBezTo>
                    <a:pt x="371" y="0"/>
                    <a:pt x="359" y="13"/>
                    <a:pt x="346" y="13"/>
                  </a:cubicBezTo>
                  <a:cubicBezTo>
                    <a:pt x="340" y="19"/>
                    <a:pt x="322" y="19"/>
                    <a:pt x="315" y="25"/>
                  </a:cubicBezTo>
                  <a:cubicBezTo>
                    <a:pt x="297" y="31"/>
                    <a:pt x="285" y="44"/>
                    <a:pt x="266" y="56"/>
                  </a:cubicBezTo>
                  <a:cubicBezTo>
                    <a:pt x="260" y="56"/>
                    <a:pt x="254" y="56"/>
                    <a:pt x="247" y="62"/>
                  </a:cubicBezTo>
                  <a:cubicBezTo>
                    <a:pt x="235" y="62"/>
                    <a:pt x="235" y="74"/>
                    <a:pt x="229" y="81"/>
                  </a:cubicBezTo>
                  <a:lnTo>
                    <a:pt x="204" y="105"/>
                  </a:lnTo>
                  <a:cubicBezTo>
                    <a:pt x="186" y="118"/>
                    <a:pt x="155" y="142"/>
                    <a:pt x="130" y="155"/>
                  </a:cubicBezTo>
                  <a:lnTo>
                    <a:pt x="81" y="204"/>
                  </a:lnTo>
                  <a:cubicBezTo>
                    <a:pt x="68" y="217"/>
                    <a:pt x="50" y="241"/>
                    <a:pt x="31" y="260"/>
                  </a:cubicBezTo>
                  <a:cubicBezTo>
                    <a:pt x="7" y="278"/>
                    <a:pt x="0" y="303"/>
                    <a:pt x="0" y="334"/>
                  </a:cubicBezTo>
                  <a:cubicBezTo>
                    <a:pt x="0" y="359"/>
                    <a:pt x="13" y="396"/>
                    <a:pt x="31" y="414"/>
                  </a:cubicBezTo>
                  <a:cubicBezTo>
                    <a:pt x="75" y="451"/>
                    <a:pt x="136" y="451"/>
                    <a:pt x="186" y="414"/>
                  </a:cubicBezTo>
                  <a:cubicBezTo>
                    <a:pt x="198" y="396"/>
                    <a:pt x="217" y="383"/>
                    <a:pt x="235" y="365"/>
                  </a:cubicBezTo>
                  <a:cubicBezTo>
                    <a:pt x="254" y="352"/>
                    <a:pt x="278" y="334"/>
                    <a:pt x="291" y="322"/>
                  </a:cubicBezTo>
                  <a:cubicBezTo>
                    <a:pt x="309" y="303"/>
                    <a:pt x="322" y="278"/>
                    <a:pt x="328" y="266"/>
                  </a:cubicBezTo>
                  <a:cubicBezTo>
                    <a:pt x="346" y="241"/>
                    <a:pt x="377" y="210"/>
                    <a:pt x="383" y="186"/>
                  </a:cubicBezTo>
                  <a:cubicBezTo>
                    <a:pt x="402" y="173"/>
                    <a:pt x="408" y="155"/>
                    <a:pt x="414" y="136"/>
                  </a:cubicBezTo>
                  <a:cubicBezTo>
                    <a:pt x="420" y="124"/>
                    <a:pt x="420" y="112"/>
                    <a:pt x="433" y="105"/>
                  </a:cubicBezTo>
                  <a:cubicBezTo>
                    <a:pt x="445" y="81"/>
                    <a:pt x="445" y="62"/>
                    <a:pt x="445" y="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3">
              <a:extLst>
                <a:ext uri="{FF2B5EF4-FFF2-40B4-BE49-F238E27FC236}">
                  <a16:creationId xmlns:a16="http://schemas.microsoft.com/office/drawing/2014/main" id="{47275FF9-07D1-3ACE-7A41-E4968620214C}"/>
                </a:ext>
              </a:extLst>
            </p:cNvPr>
            <p:cNvSpPr/>
            <p:nvPr/>
          </p:nvSpPr>
          <p:spPr>
            <a:xfrm flipH="1">
              <a:off x="7261140" y="4958571"/>
              <a:ext cx="9892" cy="7333"/>
            </a:xfrm>
            <a:custGeom>
              <a:avLst/>
              <a:gdLst/>
              <a:ahLst/>
              <a:cxnLst/>
              <a:rect l="l" t="t" r="r" b="b"/>
              <a:pathLst>
                <a:path w="143" h="106" extrusionOk="0">
                  <a:moveTo>
                    <a:pt x="75" y="0"/>
                  </a:moveTo>
                  <a:cubicBezTo>
                    <a:pt x="0" y="0"/>
                    <a:pt x="0" y="105"/>
                    <a:pt x="75" y="105"/>
                  </a:cubicBezTo>
                  <a:cubicBezTo>
                    <a:pt x="143" y="105"/>
                    <a:pt x="143" y="0"/>
                    <a:pt x="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3">
              <a:extLst>
                <a:ext uri="{FF2B5EF4-FFF2-40B4-BE49-F238E27FC236}">
                  <a16:creationId xmlns:a16="http://schemas.microsoft.com/office/drawing/2014/main" id="{F1128431-5E1D-8472-C3BB-329ADAE9E983}"/>
                </a:ext>
              </a:extLst>
            </p:cNvPr>
            <p:cNvSpPr/>
            <p:nvPr/>
          </p:nvSpPr>
          <p:spPr>
            <a:xfrm flipH="1">
              <a:off x="7427370" y="4874384"/>
              <a:ext cx="11207" cy="8578"/>
            </a:xfrm>
            <a:custGeom>
              <a:avLst/>
              <a:gdLst/>
              <a:ahLst/>
              <a:cxnLst/>
              <a:rect l="l" t="t" r="r" b="b"/>
              <a:pathLst>
                <a:path w="162" h="124" extrusionOk="0">
                  <a:moveTo>
                    <a:pt x="75" y="0"/>
                  </a:moveTo>
                  <a:cubicBezTo>
                    <a:pt x="1" y="0"/>
                    <a:pt x="1" y="124"/>
                    <a:pt x="75" y="124"/>
                  </a:cubicBezTo>
                  <a:cubicBezTo>
                    <a:pt x="161" y="124"/>
                    <a:pt x="161" y="0"/>
                    <a:pt x="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3">
              <a:extLst>
                <a:ext uri="{FF2B5EF4-FFF2-40B4-BE49-F238E27FC236}">
                  <a16:creationId xmlns:a16="http://schemas.microsoft.com/office/drawing/2014/main" id="{2FE5906B-039F-8973-7921-FBB114F99334}"/>
                </a:ext>
              </a:extLst>
            </p:cNvPr>
            <p:cNvSpPr/>
            <p:nvPr/>
          </p:nvSpPr>
          <p:spPr>
            <a:xfrm flipH="1">
              <a:off x="5858945" y="3447358"/>
              <a:ext cx="35972" cy="44964"/>
            </a:xfrm>
            <a:custGeom>
              <a:avLst/>
              <a:gdLst/>
              <a:ahLst/>
              <a:cxnLst/>
              <a:rect l="l" t="t" r="r" b="b"/>
              <a:pathLst>
                <a:path w="520" h="650" extrusionOk="0">
                  <a:moveTo>
                    <a:pt x="433" y="19"/>
                  </a:moveTo>
                  <a:cubicBezTo>
                    <a:pt x="390" y="7"/>
                    <a:pt x="341" y="1"/>
                    <a:pt x="298" y="25"/>
                  </a:cubicBezTo>
                  <a:cubicBezTo>
                    <a:pt x="267" y="38"/>
                    <a:pt x="236" y="62"/>
                    <a:pt x="211" y="87"/>
                  </a:cubicBezTo>
                  <a:cubicBezTo>
                    <a:pt x="168" y="124"/>
                    <a:pt x="118" y="174"/>
                    <a:pt x="87" y="223"/>
                  </a:cubicBezTo>
                  <a:cubicBezTo>
                    <a:pt x="81" y="235"/>
                    <a:pt x="81" y="235"/>
                    <a:pt x="81" y="241"/>
                  </a:cubicBezTo>
                  <a:cubicBezTo>
                    <a:pt x="75" y="248"/>
                    <a:pt x="75" y="254"/>
                    <a:pt x="63" y="272"/>
                  </a:cubicBezTo>
                  <a:lnTo>
                    <a:pt x="63" y="272"/>
                  </a:lnTo>
                  <a:lnTo>
                    <a:pt x="63" y="279"/>
                  </a:lnTo>
                  <a:cubicBezTo>
                    <a:pt x="63" y="285"/>
                    <a:pt x="57" y="297"/>
                    <a:pt x="57" y="297"/>
                  </a:cubicBezTo>
                  <a:cubicBezTo>
                    <a:pt x="44" y="328"/>
                    <a:pt x="26" y="359"/>
                    <a:pt x="19" y="390"/>
                  </a:cubicBezTo>
                  <a:cubicBezTo>
                    <a:pt x="13" y="421"/>
                    <a:pt x="1" y="452"/>
                    <a:pt x="1" y="470"/>
                  </a:cubicBezTo>
                  <a:lnTo>
                    <a:pt x="1" y="513"/>
                  </a:lnTo>
                  <a:lnTo>
                    <a:pt x="1" y="519"/>
                  </a:lnTo>
                  <a:lnTo>
                    <a:pt x="1" y="526"/>
                  </a:lnTo>
                  <a:lnTo>
                    <a:pt x="1" y="575"/>
                  </a:lnTo>
                  <a:cubicBezTo>
                    <a:pt x="1" y="612"/>
                    <a:pt x="26" y="637"/>
                    <a:pt x="63" y="643"/>
                  </a:cubicBezTo>
                  <a:cubicBezTo>
                    <a:pt x="94" y="649"/>
                    <a:pt x="137" y="625"/>
                    <a:pt x="143" y="587"/>
                  </a:cubicBezTo>
                  <a:cubicBezTo>
                    <a:pt x="143" y="581"/>
                    <a:pt x="149" y="563"/>
                    <a:pt x="149" y="557"/>
                  </a:cubicBezTo>
                  <a:lnTo>
                    <a:pt x="149" y="550"/>
                  </a:lnTo>
                  <a:lnTo>
                    <a:pt x="155" y="544"/>
                  </a:lnTo>
                  <a:cubicBezTo>
                    <a:pt x="168" y="526"/>
                    <a:pt x="174" y="513"/>
                    <a:pt x="174" y="495"/>
                  </a:cubicBezTo>
                  <a:lnTo>
                    <a:pt x="174" y="489"/>
                  </a:lnTo>
                  <a:lnTo>
                    <a:pt x="180" y="482"/>
                  </a:lnTo>
                  <a:cubicBezTo>
                    <a:pt x="199" y="452"/>
                    <a:pt x="211" y="408"/>
                    <a:pt x="236" y="377"/>
                  </a:cubicBezTo>
                  <a:cubicBezTo>
                    <a:pt x="242" y="377"/>
                    <a:pt x="242" y="371"/>
                    <a:pt x="248" y="371"/>
                  </a:cubicBezTo>
                  <a:lnTo>
                    <a:pt x="267" y="359"/>
                  </a:lnTo>
                  <a:lnTo>
                    <a:pt x="298" y="328"/>
                  </a:lnTo>
                  <a:cubicBezTo>
                    <a:pt x="304" y="316"/>
                    <a:pt x="322" y="309"/>
                    <a:pt x="328" y="297"/>
                  </a:cubicBezTo>
                  <a:lnTo>
                    <a:pt x="341" y="279"/>
                  </a:lnTo>
                  <a:lnTo>
                    <a:pt x="341" y="279"/>
                  </a:lnTo>
                  <a:lnTo>
                    <a:pt x="409" y="235"/>
                  </a:lnTo>
                  <a:cubicBezTo>
                    <a:pt x="440" y="217"/>
                    <a:pt x="458" y="204"/>
                    <a:pt x="477" y="180"/>
                  </a:cubicBezTo>
                  <a:cubicBezTo>
                    <a:pt x="483" y="167"/>
                    <a:pt x="489" y="155"/>
                    <a:pt x="495" y="149"/>
                  </a:cubicBezTo>
                  <a:cubicBezTo>
                    <a:pt x="520" y="99"/>
                    <a:pt x="489" y="25"/>
                    <a:pt x="433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3">
              <a:extLst>
                <a:ext uri="{FF2B5EF4-FFF2-40B4-BE49-F238E27FC236}">
                  <a16:creationId xmlns:a16="http://schemas.microsoft.com/office/drawing/2014/main" id="{52D409F5-38CA-EAFA-AE2C-DBCFB64018D3}"/>
                </a:ext>
              </a:extLst>
            </p:cNvPr>
            <p:cNvSpPr/>
            <p:nvPr/>
          </p:nvSpPr>
          <p:spPr>
            <a:xfrm flipH="1">
              <a:off x="6178192" y="3756781"/>
              <a:ext cx="17156" cy="12867"/>
            </a:xfrm>
            <a:custGeom>
              <a:avLst/>
              <a:gdLst/>
              <a:ahLst/>
              <a:cxnLst/>
              <a:rect l="l" t="t" r="r" b="b"/>
              <a:pathLst>
                <a:path w="248" h="186" extrusionOk="0">
                  <a:moveTo>
                    <a:pt x="124" y="0"/>
                  </a:moveTo>
                  <a:cubicBezTo>
                    <a:pt x="1" y="0"/>
                    <a:pt x="1" y="186"/>
                    <a:pt x="124" y="186"/>
                  </a:cubicBezTo>
                  <a:cubicBezTo>
                    <a:pt x="248" y="186"/>
                    <a:pt x="248" y="0"/>
                    <a:pt x="124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3">
              <a:extLst>
                <a:ext uri="{FF2B5EF4-FFF2-40B4-BE49-F238E27FC236}">
                  <a16:creationId xmlns:a16="http://schemas.microsoft.com/office/drawing/2014/main" id="{F17FEB7F-3660-F0E9-54DE-CB7B00A3D81C}"/>
                </a:ext>
              </a:extLst>
            </p:cNvPr>
            <p:cNvSpPr/>
            <p:nvPr/>
          </p:nvSpPr>
          <p:spPr>
            <a:xfrm flipH="1">
              <a:off x="6057618" y="3686706"/>
              <a:ext cx="14181" cy="11137"/>
            </a:xfrm>
            <a:custGeom>
              <a:avLst/>
              <a:gdLst/>
              <a:ahLst/>
              <a:cxnLst/>
              <a:rect l="l" t="t" r="r" b="b"/>
              <a:pathLst>
                <a:path w="205" h="161" extrusionOk="0">
                  <a:moveTo>
                    <a:pt x="105" y="0"/>
                  </a:moveTo>
                  <a:cubicBezTo>
                    <a:pt x="0" y="0"/>
                    <a:pt x="0" y="155"/>
                    <a:pt x="105" y="155"/>
                  </a:cubicBezTo>
                  <a:cubicBezTo>
                    <a:pt x="204" y="161"/>
                    <a:pt x="204" y="0"/>
                    <a:pt x="105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3">
              <a:extLst>
                <a:ext uri="{FF2B5EF4-FFF2-40B4-BE49-F238E27FC236}">
                  <a16:creationId xmlns:a16="http://schemas.microsoft.com/office/drawing/2014/main" id="{5EDF307E-F47C-247C-12FA-EE48A41DAA39}"/>
                </a:ext>
              </a:extLst>
            </p:cNvPr>
            <p:cNvSpPr/>
            <p:nvPr/>
          </p:nvSpPr>
          <p:spPr>
            <a:xfrm flipH="1">
              <a:off x="6758093" y="4228629"/>
              <a:ext cx="13766" cy="10722"/>
            </a:xfrm>
            <a:custGeom>
              <a:avLst/>
              <a:gdLst/>
              <a:ahLst/>
              <a:cxnLst/>
              <a:rect l="l" t="t" r="r" b="b"/>
              <a:pathLst>
                <a:path w="199" h="155" extrusionOk="0">
                  <a:moveTo>
                    <a:pt x="99" y="0"/>
                  </a:moveTo>
                  <a:cubicBezTo>
                    <a:pt x="0" y="0"/>
                    <a:pt x="0" y="155"/>
                    <a:pt x="99" y="155"/>
                  </a:cubicBezTo>
                  <a:cubicBezTo>
                    <a:pt x="198" y="155"/>
                    <a:pt x="198" y="0"/>
                    <a:pt x="99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3">
              <a:extLst>
                <a:ext uri="{FF2B5EF4-FFF2-40B4-BE49-F238E27FC236}">
                  <a16:creationId xmlns:a16="http://schemas.microsoft.com/office/drawing/2014/main" id="{D5EC62DD-CD3A-06C1-43BD-7718087776E4}"/>
                </a:ext>
              </a:extLst>
            </p:cNvPr>
            <p:cNvSpPr/>
            <p:nvPr/>
          </p:nvSpPr>
          <p:spPr>
            <a:xfrm flipH="1">
              <a:off x="5971771" y="3875556"/>
              <a:ext cx="14112" cy="14181"/>
            </a:xfrm>
            <a:custGeom>
              <a:avLst/>
              <a:gdLst/>
              <a:ahLst/>
              <a:cxnLst/>
              <a:rect l="l" t="t" r="r" b="b"/>
              <a:pathLst>
                <a:path w="204" h="205" extrusionOk="0">
                  <a:moveTo>
                    <a:pt x="192" y="20"/>
                  </a:moveTo>
                  <a:cubicBezTo>
                    <a:pt x="173" y="1"/>
                    <a:pt x="161" y="1"/>
                    <a:pt x="136" y="13"/>
                  </a:cubicBezTo>
                  <a:cubicBezTo>
                    <a:pt x="130" y="13"/>
                    <a:pt x="130" y="20"/>
                    <a:pt x="124" y="20"/>
                  </a:cubicBezTo>
                  <a:cubicBezTo>
                    <a:pt x="111" y="26"/>
                    <a:pt x="105" y="26"/>
                    <a:pt x="99" y="38"/>
                  </a:cubicBezTo>
                  <a:lnTo>
                    <a:pt x="74" y="57"/>
                  </a:lnTo>
                  <a:cubicBezTo>
                    <a:pt x="62" y="75"/>
                    <a:pt x="37" y="87"/>
                    <a:pt x="19" y="100"/>
                  </a:cubicBezTo>
                  <a:cubicBezTo>
                    <a:pt x="12" y="106"/>
                    <a:pt x="12" y="112"/>
                    <a:pt x="6" y="118"/>
                  </a:cubicBezTo>
                  <a:cubicBezTo>
                    <a:pt x="0" y="125"/>
                    <a:pt x="0" y="137"/>
                    <a:pt x="0" y="143"/>
                  </a:cubicBezTo>
                  <a:cubicBezTo>
                    <a:pt x="0" y="155"/>
                    <a:pt x="6" y="174"/>
                    <a:pt x="12" y="186"/>
                  </a:cubicBezTo>
                  <a:cubicBezTo>
                    <a:pt x="31" y="199"/>
                    <a:pt x="43" y="205"/>
                    <a:pt x="62" y="205"/>
                  </a:cubicBezTo>
                  <a:lnTo>
                    <a:pt x="74" y="205"/>
                  </a:lnTo>
                  <a:cubicBezTo>
                    <a:pt x="80" y="205"/>
                    <a:pt x="99" y="199"/>
                    <a:pt x="105" y="186"/>
                  </a:cubicBezTo>
                  <a:cubicBezTo>
                    <a:pt x="124" y="174"/>
                    <a:pt x="136" y="149"/>
                    <a:pt x="142" y="137"/>
                  </a:cubicBezTo>
                  <a:lnTo>
                    <a:pt x="167" y="112"/>
                  </a:lnTo>
                  <a:cubicBezTo>
                    <a:pt x="173" y="106"/>
                    <a:pt x="185" y="94"/>
                    <a:pt x="185" y="87"/>
                  </a:cubicBezTo>
                  <a:cubicBezTo>
                    <a:pt x="185" y="81"/>
                    <a:pt x="192" y="81"/>
                    <a:pt x="192" y="75"/>
                  </a:cubicBezTo>
                  <a:cubicBezTo>
                    <a:pt x="204" y="50"/>
                    <a:pt x="204" y="26"/>
                    <a:pt x="192" y="2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3">
              <a:extLst>
                <a:ext uri="{FF2B5EF4-FFF2-40B4-BE49-F238E27FC236}">
                  <a16:creationId xmlns:a16="http://schemas.microsoft.com/office/drawing/2014/main" id="{57DB2D0A-3120-7F07-3635-149217AD4EED}"/>
                </a:ext>
              </a:extLst>
            </p:cNvPr>
            <p:cNvSpPr/>
            <p:nvPr/>
          </p:nvSpPr>
          <p:spPr>
            <a:xfrm flipH="1">
              <a:off x="5925147" y="3579415"/>
              <a:ext cx="9062" cy="7333"/>
            </a:xfrm>
            <a:custGeom>
              <a:avLst/>
              <a:gdLst/>
              <a:ahLst/>
              <a:cxnLst/>
              <a:rect l="l" t="t" r="r" b="b"/>
              <a:pathLst>
                <a:path w="131" h="106" extrusionOk="0">
                  <a:moveTo>
                    <a:pt x="69" y="1"/>
                  </a:moveTo>
                  <a:cubicBezTo>
                    <a:pt x="1" y="1"/>
                    <a:pt x="1" y="99"/>
                    <a:pt x="69" y="99"/>
                  </a:cubicBezTo>
                  <a:cubicBezTo>
                    <a:pt x="130" y="106"/>
                    <a:pt x="130" y="1"/>
                    <a:pt x="69" y="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3">
              <a:extLst>
                <a:ext uri="{FF2B5EF4-FFF2-40B4-BE49-F238E27FC236}">
                  <a16:creationId xmlns:a16="http://schemas.microsoft.com/office/drawing/2014/main" id="{C8B6C07C-817C-5903-AE35-967C45F6E501}"/>
                </a:ext>
              </a:extLst>
            </p:cNvPr>
            <p:cNvSpPr/>
            <p:nvPr/>
          </p:nvSpPr>
          <p:spPr>
            <a:xfrm flipH="1">
              <a:off x="6091376" y="3495643"/>
              <a:ext cx="10792" cy="8647"/>
            </a:xfrm>
            <a:custGeom>
              <a:avLst/>
              <a:gdLst/>
              <a:ahLst/>
              <a:cxnLst/>
              <a:rect l="l" t="t" r="r" b="b"/>
              <a:pathLst>
                <a:path w="156" h="125" extrusionOk="0">
                  <a:moveTo>
                    <a:pt x="81" y="1"/>
                  </a:moveTo>
                  <a:cubicBezTo>
                    <a:pt x="1" y="1"/>
                    <a:pt x="1" y="124"/>
                    <a:pt x="81" y="124"/>
                  </a:cubicBezTo>
                  <a:cubicBezTo>
                    <a:pt x="155" y="124"/>
                    <a:pt x="155" y="1"/>
                    <a:pt x="81" y="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3">
              <a:extLst>
                <a:ext uri="{FF2B5EF4-FFF2-40B4-BE49-F238E27FC236}">
                  <a16:creationId xmlns:a16="http://schemas.microsoft.com/office/drawing/2014/main" id="{9E259C78-CF63-A775-8E10-518355E52D55}"/>
                </a:ext>
              </a:extLst>
            </p:cNvPr>
            <p:cNvSpPr/>
            <p:nvPr/>
          </p:nvSpPr>
          <p:spPr>
            <a:xfrm flipH="1">
              <a:off x="6947012" y="5027332"/>
              <a:ext cx="16326" cy="11621"/>
            </a:xfrm>
            <a:custGeom>
              <a:avLst/>
              <a:gdLst/>
              <a:ahLst/>
              <a:cxnLst/>
              <a:rect l="l" t="t" r="r" b="b"/>
              <a:pathLst>
                <a:path w="236" h="168" extrusionOk="0">
                  <a:moveTo>
                    <a:pt x="217" y="44"/>
                  </a:moveTo>
                  <a:cubicBezTo>
                    <a:pt x="211" y="44"/>
                    <a:pt x="211" y="38"/>
                    <a:pt x="205" y="38"/>
                  </a:cubicBezTo>
                  <a:cubicBezTo>
                    <a:pt x="198" y="26"/>
                    <a:pt x="186" y="26"/>
                    <a:pt x="174" y="26"/>
                  </a:cubicBezTo>
                  <a:cubicBezTo>
                    <a:pt x="155" y="26"/>
                    <a:pt x="143" y="26"/>
                    <a:pt x="124" y="19"/>
                  </a:cubicBezTo>
                  <a:lnTo>
                    <a:pt x="118" y="13"/>
                  </a:lnTo>
                  <a:cubicBezTo>
                    <a:pt x="112" y="13"/>
                    <a:pt x="106" y="1"/>
                    <a:pt x="106" y="1"/>
                  </a:cubicBezTo>
                  <a:lnTo>
                    <a:pt x="75" y="1"/>
                  </a:lnTo>
                  <a:cubicBezTo>
                    <a:pt x="62" y="1"/>
                    <a:pt x="50" y="1"/>
                    <a:pt x="44" y="13"/>
                  </a:cubicBezTo>
                  <a:lnTo>
                    <a:pt x="25" y="26"/>
                  </a:lnTo>
                  <a:cubicBezTo>
                    <a:pt x="19" y="38"/>
                    <a:pt x="13" y="44"/>
                    <a:pt x="13" y="50"/>
                  </a:cubicBezTo>
                  <a:cubicBezTo>
                    <a:pt x="1" y="57"/>
                    <a:pt x="1" y="75"/>
                    <a:pt x="1" y="81"/>
                  </a:cubicBezTo>
                  <a:lnTo>
                    <a:pt x="1" y="106"/>
                  </a:lnTo>
                  <a:cubicBezTo>
                    <a:pt x="1" y="112"/>
                    <a:pt x="13" y="124"/>
                    <a:pt x="19" y="137"/>
                  </a:cubicBezTo>
                  <a:lnTo>
                    <a:pt x="44" y="155"/>
                  </a:lnTo>
                  <a:cubicBezTo>
                    <a:pt x="50" y="155"/>
                    <a:pt x="56" y="168"/>
                    <a:pt x="56" y="168"/>
                  </a:cubicBezTo>
                  <a:lnTo>
                    <a:pt x="87" y="168"/>
                  </a:lnTo>
                  <a:cubicBezTo>
                    <a:pt x="93" y="168"/>
                    <a:pt x="112" y="168"/>
                    <a:pt x="118" y="155"/>
                  </a:cubicBezTo>
                  <a:cubicBezTo>
                    <a:pt x="118" y="155"/>
                    <a:pt x="124" y="155"/>
                    <a:pt x="124" y="149"/>
                  </a:cubicBezTo>
                  <a:cubicBezTo>
                    <a:pt x="143" y="149"/>
                    <a:pt x="155" y="149"/>
                    <a:pt x="174" y="143"/>
                  </a:cubicBezTo>
                  <a:cubicBezTo>
                    <a:pt x="180" y="143"/>
                    <a:pt x="186" y="143"/>
                    <a:pt x="198" y="137"/>
                  </a:cubicBezTo>
                  <a:cubicBezTo>
                    <a:pt x="205" y="137"/>
                    <a:pt x="211" y="124"/>
                    <a:pt x="211" y="118"/>
                  </a:cubicBezTo>
                  <a:cubicBezTo>
                    <a:pt x="217" y="112"/>
                    <a:pt x="229" y="87"/>
                    <a:pt x="229" y="81"/>
                  </a:cubicBezTo>
                  <a:cubicBezTo>
                    <a:pt x="235" y="69"/>
                    <a:pt x="235" y="50"/>
                    <a:pt x="217" y="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3">
              <a:extLst>
                <a:ext uri="{FF2B5EF4-FFF2-40B4-BE49-F238E27FC236}">
                  <a16:creationId xmlns:a16="http://schemas.microsoft.com/office/drawing/2014/main" id="{11AFF1A8-B098-C9BB-8EA3-382154898624}"/>
                </a:ext>
              </a:extLst>
            </p:cNvPr>
            <p:cNvSpPr/>
            <p:nvPr/>
          </p:nvSpPr>
          <p:spPr>
            <a:xfrm flipH="1">
              <a:off x="6765841" y="5002567"/>
              <a:ext cx="14112" cy="10791"/>
            </a:xfrm>
            <a:custGeom>
              <a:avLst/>
              <a:gdLst/>
              <a:ahLst/>
              <a:cxnLst/>
              <a:rect l="l" t="t" r="r" b="b"/>
              <a:pathLst>
                <a:path w="204" h="156" extrusionOk="0">
                  <a:moveTo>
                    <a:pt x="179" y="25"/>
                  </a:moveTo>
                  <a:cubicBezTo>
                    <a:pt x="161" y="7"/>
                    <a:pt x="130" y="1"/>
                    <a:pt x="105" y="7"/>
                  </a:cubicBezTo>
                  <a:cubicBezTo>
                    <a:pt x="93" y="13"/>
                    <a:pt x="74" y="13"/>
                    <a:pt x="62" y="25"/>
                  </a:cubicBezTo>
                  <a:lnTo>
                    <a:pt x="56" y="25"/>
                  </a:lnTo>
                  <a:cubicBezTo>
                    <a:pt x="50" y="25"/>
                    <a:pt x="37" y="31"/>
                    <a:pt x="31" y="31"/>
                  </a:cubicBezTo>
                  <a:cubicBezTo>
                    <a:pt x="25" y="31"/>
                    <a:pt x="25" y="38"/>
                    <a:pt x="19" y="44"/>
                  </a:cubicBezTo>
                  <a:cubicBezTo>
                    <a:pt x="6" y="56"/>
                    <a:pt x="0" y="62"/>
                    <a:pt x="0" y="75"/>
                  </a:cubicBezTo>
                  <a:cubicBezTo>
                    <a:pt x="0" y="93"/>
                    <a:pt x="6" y="99"/>
                    <a:pt x="19" y="106"/>
                  </a:cubicBezTo>
                  <a:lnTo>
                    <a:pt x="31" y="124"/>
                  </a:lnTo>
                  <a:cubicBezTo>
                    <a:pt x="37" y="124"/>
                    <a:pt x="43" y="130"/>
                    <a:pt x="56" y="130"/>
                  </a:cubicBezTo>
                  <a:lnTo>
                    <a:pt x="62" y="130"/>
                  </a:lnTo>
                  <a:cubicBezTo>
                    <a:pt x="74" y="137"/>
                    <a:pt x="93" y="137"/>
                    <a:pt x="105" y="149"/>
                  </a:cubicBezTo>
                  <a:cubicBezTo>
                    <a:pt x="130" y="155"/>
                    <a:pt x="155" y="149"/>
                    <a:pt x="179" y="130"/>
                  </a:cubicBezTo>
                  <a:cubicBezTo>
                    <a:pt x="192" y="118"/>
                    <a:pt x="204" y="99"/>
                    <a:pt x="204" y="87"/>
                  </a:cubicBezTo>
                  <a:cubicBezTo>
                    <a:pt x="192" y="56"/>
                    <a:pt x="185" y="31"/>
                    <a:pt x="179" y="2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3">
              <a:extLst>
                <a:ext uri="{FF2B5EF4-FFF2-40B4-BE49-F238E27FC236}">
                  <a16:creationId xmlns:a16="http://schemas.microsoft.com/office/drawing/2014/main" id="{07F15B04-605A-354A-8984-07BAB2306D46}"/>
                </a:ext>
              </a:extLst>
            </p:cNvPr>
            <p:cNvSpPr/>
            <p:nvPr/>
          </p:nvSpPr>
          <p:spPr>
            <a:xfrm flipH="1">
              <a:off x="8294151" y="1882742"/>
              <a:ext cx="24005" cy="30437"/>
            </a:xfrm>
            <a:custGeom>
              <a:avLst/>
              <a:gdLst/>
              <a:ahLst/>
              <a:cxnLst/>
              <a:rect l="l" t="t" r="r" b="b"/>
              <a:pathLst>
                <a:path w="347" h="440" extrusionOk="0">
                  <a:moveTo>
                    <a:pt x="291" y="25"/>
                  </a:moveTo>
                  <a:cubicBezTo>
                    <a:pt x="254" y="1"/>
                    <a:pt x="217" y="13"/>
                    <a:pt x="192" y="56"/>
                  </a:cubicBezTo>
                  <a:cubicBezTo>
                    <a:pt x="161" y="99"/>
                    <a:pt x="124" y="149"/>
                    <a:pt x="99" y="192"/>
                  </a:cubicBezTo>
                  <a:cubicBezTo>
                    <a:pt x="68" y="242"/>
                    <a:pt x="38" y="285"/>
                    <a:pt x="13" y="334"/>
                  </a:cubicBezTo>
                  <a:cubicBezTo>
                    <a:pt x="0" y="353"/>
                    <a:pt x="7" y="396"/>
                    <a:pt x="31" y="414"/>
                  </a:cubicBezTo>
                  <a:cubicBezTo>
                    <a:pt x="50" y="433"/>
                    <a:pt x="93" y="439"/>
                    <a:pt x="112" y="408"/>
                  </a:cubicBezTo>
                  <a:cubicBezTo>
                    <a:pt x="155" y="365"/>
                    <a:pt x="186" y="322"/>
                    <a:pt x="223" y="279"/>
                  </a:cubicBezTo>
                  <a:cubicBezTo>
                    <a:pt x="260" y="229"/>
                    <a:pt x="291" y="180"/>
                    <a:pt x="328" y="130"/>
                  </a:cubicBezTo>
                  <a:cubicBezTo>
                    <a:pt x="346" y="93"/>
                    <a:pt x="328" y="38"/>
                    <a:pt x="291" y="2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3">
              <a:extLst>
                <a:ext uri="{FF2B5EF4-FFF2-40B4-BE49-F238E27FC236}">
                  <a16:creationId xmlns:a16="http://schemas.microsoft.com/office/drawing/2014/main" id="{CCE31D5F-3C17-B5FF-7120-7AE882BA1630}"/>
                </a:ext>
              </a:extLst>
            </p:cNvPr>
            <p:cNvSpPr/>
            <p:nvPr/>
          </p:nvSpPr>
          <p:spPr>
            <a:xfrm flipH="1">
              <a:off x="8109520" y="1835287"/>
              <a:ext cx="13766" cy="13351"/>
            </a:xfrm>
            <a:custGeom>
              <a:avLst/>
              <a:gdLst/>
              <a:ahLst/>
              <a:cxnLst/>
              <a:rect l="l" t="t" r="r" b="b"/>
              <a:pathLst>
                <a:path w="199" h="193" extrusionOk="0">
                  <a:moveTo>
                    <a:pt x="186" y="13"/>
                  </a:moveTo>
                  <a:cubicBezTo>
                    <a:pt x="180" y="7"/>
                    <a:pt x="161" y="1"/>
                    <a:pt x="149" y="1"/>
                  </a:cubicBezTo>
                  <a:lnTo>
                    <a:pt x="124" y="1"/>
                  </a:lnTo>
                  <a:lnTo>
                    <a:pt x="106" y="1"/>
                  </a:lnTo>
                  <a:lnTo>
                    <a:pt x="100" y="1"/>
                  </a:lnTo>
                  <a:cubicBezTo>
                    <a:pt x="87" y="7"/>
                    <a:pt x="75" y="7"/>
                    <a:pt x="62" y="19"/>
                  </a:cubicBezTo>
                  <a:cubicBezTo>
                    <a:pt x="44" y="38"/>
                    <a:pt x="32" y="44"/>
                    <a:pt x="25" y="63"/>
                  </a:cubicBezTo>
                  <a:cubicBezTo>
                    <a:pt x="13" y="69"/>
                    <a:pt x="7" y="75"/>
                    <a:pt x="7" y="81"/>
                  </a:cubicBezTo>
                  <a:cubicBezTo>
                    <a:pt x="1" y="93"/>
                    <a:pt x="1" y="100"/>
                    <a:pt x="1" y="112"/>
                  </a:cubicBezTo>
                  <a:cubicBezTo>
                    <a:pt x="1" y="124"/>
                    <a:pt x="1" y="137"/>
                    <a:pt x="7" y="143"/>
                  </a:cubicBezTo>
                  <a:cubicBezTo>
                    <a:pt x="7" y="155"/>
                    <a:pt x="13" y="161"/>
                    <a:pt x="25" y="168"/>
                  </a:cubicBezTo>
                  <a:cubicBezTo>
                    <a:pt x="38" y="186"/>
                    <a:pt x="56" y="192"/>
                    <a:pt x="75" y="192"/>
                  </a:cubicBezTo>
                  <a:cubicBezTo>
                    <a:pt x="100" y="192"/>
                    <a:pt x="118" y="186"/>
                    <a:pt x="130" y="168"/>
                  </a:cubicBezTo>
                  <a:cubicBezTo>
                    <a:pt x="149" y="155"/>
                    <a:pt x="155" y="137"/>
                    <a:pt x="168" y="131"/>
                  </a:cubicBezTo>
                  <a:cubicBezTo>
                    <a:pt x="180" y="124"/>
                    <a:pt x="186" y="106"/>
                    <a:pt x="192" y="93"/>
                  </a:cubicBezTo>
                  <a:lnTo>
                    <a:pt x="192" y="81"/>
                  </a:lnTo>
                  <a:lnTo>
                    <a:pt x="192" y="69"/>
                  </a:lnTo>
                  <a:cubicBezTo>
                    <a:pt x="192" y="63"/>
                    <a:pt x="198" y="50"/>
                    <a:pt x="192" y="44"/>
                  </a:cubicBezTo>
                  <a:cubicBezTo>
                    <a:pt x="198" y="38"/>
                    <a:pt x="198" y="19"/>
                    <a:pt x="186" y="1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3">
              <a:extLst>
                <a:ext uri="{FF2B5EF4-FFF2-40B4-BE49-F238E27FC236}">
                  <a16:creationId xmlns:a16="http://schemas.microsoft.com/office/drawing/2014/main" id="{FEEC4A0D-975F-A016-F5E7-2A9EF1F7C0F7}"/>
                </a:ext>
              </a:extLst>
            </p:cNvPr>
            <p:cNvSpPr/>
            <p:nvPr/>
          </p:nvSpPr>
          <p:spPr>
            <a:xfrm flipH="1">
              <a:off x="8430081" y="1472460"/>
              <a:ext cx="24420" cy="30437"/>
            </a:xfrm>
            <a:custGeom>
              <a:avLst/>
              <a:gdLst/>
              <a:ahLst/>
              <a:cxnLst/>
              <a:rect l="l" t="t" r="r" b="b"/>
              <a:pathLst>
                <a:path w="353" h="440" extrusionOk="0">
                  <a:moveTo>
                    <a:pt x="334" y="44"/>
                  </a:moveTo>
                  <a:cubicBezTo>
                    <a:pt x="316" y="31"/>
                    <a:pt x="291" y="25"/>
                    <a:pt x="272" y="13"/>
                  </a:cubicBezTo>
                  <a:cubicBezTo>
                    <a:pt x="260" y="13"/>
                    <a:pt x="254" y="7"/>
                    <a:pt x="248" y="7"/>
                  </a:cubicBezTo>
                  <a:cubicBezTo>
                    <a:pt x="217" y="1"/>
                    <a:pt x="186" y="7"/>
                    <a:pt x="155" y="25"/>
                  </a:cubicBezTo>
                  <a:cubicBezTo>
                    <a:pt x="106" y="44"/>
                    <a:pt x="75" y="87"/>
                    <a:pt x="44" y="124"/>
                  </a:cubicBezTo>
                  <a:cubicBezTo>
                    <a:pt x="13" y="167"/>
                    <a:pt x="7" y="217"/>
                    <a:pt x="1" y="260"/>
                  </a:cubicBezTo>
                  <a:cubicBezTo>
                    <a:pt x="1" y="285"/>
                    <a:pt x="7" y="310"/>
                    <a:pt x="13" y="322"/>
                  </a:cubicBezTo>
                  <a:cubicBezTo>
                    <a:pt x="13" y="334"/>
                    <a:pt x="25" y="334"/>
                    <a:pt x="25" y="340"/>
                  </a:cubicBezTo>
                  <a:cubicBezTo>
                    <a:pt x="32" y="353"/>
                    <a:pt x="38" y="377"/>
                    <a:pt x="44" y="396"/>
                  </a:cubicBezTo>
                  <a:cubicBezTo>
                    <a:pt x="62" y="427"/>
                    <a:pt x="100" y="439"/>
                    <a:pt x="130" y="427"/>
                  </a:cubicBezTo>
                  <a:cubicBezTo>
                    <a:pt x="161" y="408"/>
                    <a:pt x="174" y="377"/>
                    <a:pt x="167" y="340"/>
                  </a:cubicBezTo>
                  <a:lnTo>
                    <a:pt x="167" y="340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4"/>
                  </a:lnTo>
                  <a:cubicBezTo>
                    <a:pt x="174" y="316"/>
                    <a:pt x="186" y="303"/>
                    <a:pt x="186" y="285"/>
                  </a:cubicBezTo>
                  <a:cubicBezTo>
                    <a:pt x="186" y="279"/>
                    <a:pt x="192" y="272"/>
                    <a:pt x="192" y="254"/>
                  </a:cubicBezTo>
                  <a:cubicBezTo>
                    <a:pt x="198" y="248"/>
                    <a:pt x="198" y="229"/>
                    <a:pt x="205" y="223"/>
                  </a:cubicBezTo>
                  <a:cubicBezTo>
                    <a:pt x="223" y="211"/>
                    <a:pt x="229" y="192"/>
                    <a:pt x="248" y="186"/>
                  </a:cubicBezTo>
                  <a:cubicBezTo>
                    <a:pt x="254" y="180"/>
                    <a:pt x="260" y="180"/>
                    <a:pt x="266" y="167"/>
                  </a:cubicBezTo>
                  <a:cubicBezTo>
                    <a:pt x="279" y="161"/>
                    <a:pt x="285" y="149"/>
                    <a:pt x="291" y="137"/>
                  </a:cubicBezTo>
                  <a:lnTo>
                    <a:pt x="291" y="137"/>
                  </a:lnTo>
                  <a:lnTo>
                    <a:pt x="310" y="124"/>
                  </a:lnTo>
                  <a:cubicBezTo>
                    <a:pt x="347" y="99"/>
                    <a:pt x="353" y="69"/>
                    <a:pt x="334" y="44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3">
              <a:extLst>
                <a:ext uri="{FF2B5EF4-FFF2-40B4-BE49-F238E27FC236}">
                  <a16:creationId xmlns:a16="http://schemas.microsoft.com/office/drawing/2014/main" id="{38061637-0985-05DF-A7B1-F510F0A53A6F}"/>
                </a:ext>
              </a:extLst>
            </p:cNvPr>
            <p:cNvSpPr/>
            <p:nvPr/>
          </p:nvSpPr>
          <p:spPr>
            <a:xfrm rot="10800000" flipH="1">
              <a:off x="8441634" y="1495980"/>
              <a:ext cx="0" cy="484"/>
            </a:xfrm>
            <a:custGeom>
              <a:avLst/>
              <a:gdLst/>
              <a:ahLst/>
              <a:cxnLst/>
              <a:rect l="l" t="t" r="r" b="b"/>
              <a:pathLst>
                <a:path h="7" extrusionOk="0">
                  <a:moveTo>
                    <a:pt x="0" y="7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3">
              <a:extLst>
                <a:ext uri="{FF2B5EF4-FFF2-40B4-BE49-F238E27FC236}">
                  <a16:creationId xmlns:a16="http://schemas.microsoft.com/office/drawing/2014/main" id="{11FE180E-D66F-CC84-8785-38258F9BC79A}"/>
                </a:ext>
              </a:extLst>
            </p:cNvPr>
            <p:cNvSpPr/>
            <p:nvPr/>
          </p:nvSpPr>
          <p:spPr>
            <a:xfrm flipH="1">
              <a:off x="8312551" y="1472460"/>
              <a:ext cx="24420" cy="24419"/>
            </a:xfrm>
            <a:custGeom>
              <a:avLst/>
              <a:gdLst/>
              <a:ahLst/>
              <a:cxnLst/>
              <a:rect l="l" t="t" r="r" b="b"/>
              <a:pathLst>
                <a:path w="353" h="353" extrusionOk="0">
                  <a:moveTo>
                    <a:pt x="322" y="31"/>
                  </a:moveTo>
                  <a:cubicBezTo>
                    <a:pt x="303" y="7"/>
                    <a:pt x="254" y="1"/>
                    <a:pt x="223" y="13"/>
                  </a:cubicBezTo>
                  <a:cubicBezTo>
                    <a:pt x="217" y="25"/>
                    <a:pt x="211" y="25"/>
                    <a:pt x="192" y="31"/>
                  </a:cubicBezTo>
                  <a:cubicBezTo>
                    <a:pt x="180" y="38"/>
                    <a:pt x="167" y="56"/>
                    <a:pt x="155" y="69"/>
                  </a:cubicBezTo>
                  <a:cubicBezTo>
                    <a:pt x="137" y="81"/>
                    <a:pt x="124" y="99"/>
                    <a:pt x="106" y="124"/>
                  </a:cubicBezTo>
                  <a:cubicBezTo>
                    <a:pt x="75" y="155"/>
                    <a:pt x="44" y="192"/>
                    <a:pt x="25" y="223"/>
                  </a:cubicBezTo>
                  <a:cubicBezTo>
                    <a:pt x="7" y="235"/>
                    <a:pt x="1" y="254"/>
                    <a:pt x="1" y="279"/>
                  </a:cubicBezTo>
                  <a:cubicBezTo>
                    <a:pt x="1" y="291"/>
                    <a:pt x="7" y="316"/>
                    <a:pt x="25" y="328"/>
                  </a:cubicBezTo>
                  <a:cubicBezTo>
                    <a:pt x="38" y="347"/>
                    <a:pt x="56" y="353"/>
                    <a:pt x="75" y="353"/>
                  </a:cubicBezTo>
                  <a:cubicBezTo>
                    <a:pt x="99" y="353"/>
                    <a:pt x="118" y="347"/>
                    <a:pt x="130" y="328"/>
                  </a:cubicBezTo>
                  <a:cubicBezTo>
                    <a:pt x="161" y="297"/>
                    <a:pt x="198" y="266"/>
                    <a:pt x="229" y="248"/>
                  </a:cubicBezTo>
                  <a:lnTo>
                    <a:pt x="279" y="198"/>
                  </a:lnTo>
                  <a:cubicBezTo>
                    <a:pt x="285" y="192"/>
                    <a:pt x="303" y="186"/>
                    <a:pt x="310" y="167"/>
                  </a:cubicBezTo>
                  <a:cubicBezTo>
                    <a:pt x="316" y="161"/>
                    <a:pt x="322" y="143"/>
                    <a:pt x="334" y="130"/>
                  </a:cubicBezTo>
                  <a:cubicBezTo>
                    <a:pt x="353" y="99"/>
                    <a:pt x="353" y="56"/>
                    <a:pt x="322" y="3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3">
              <a:extLst>
                <a:ext uri="{FF2B5EF4-FFF2-40B4-BE49-F238E27FC236}">
                  <a16:creationId xmlns:a16="http://schemas.microsoft.com/office/drawing/2014/main" id="{890838F8-04D4-43D2-AE88-B4073C73F45D}"/>
                </a:ext>
              </a:extLst>
            </p:cNvPr>
            <p:cNvSpPr/>
            <p:nvPr/>
          </p:nvSpPr>
          <p:spPr>
            <a:xfrm flipH="1">
              <a:off x="8294565" y="1622503"/>
              <a:ext cx="28709" cy="27808"/>
            </a:xfrm>
            <a:custGeom>
              <a:avLst/>
              <a:gdLst/>
              <a:ahLst/>
              <a:cxnLst/>
              <a:rect l="l" t="t" r="r" b="b"/>
              <a:pathLst>
                <a:path w="415" h="402" extrusionOk="0">
                  <a:moveTo>
                    <a:pt x="371" y="19"/>
                  </a:moveTo>
                  <a:cubicBezTo>
                    <a:pt x="359" y="6"/>
                    <a:pt x="340" y="0"/>
                    <a:pt x="328" y="0"/>
                  </a:cubicBezTo>
                  <a:lnTo>
                    <a:pt x="291" y="0"/>
                  </a:lnTo>
                  <a:cubicBezTo>
                    <a:pt x="272" y="0"/>
                    <a:pt x="247" y="6"/>
                    <a:pt x="235" y="19"/>
                  </a:cubicBezTo>
                  <a:cubicBezTo>
                    <a:pt x="186" y="31"/>
                    <a:pt x="149" y="56"/>
                    <a:pt x="112" y="87"/>
                  </a:cubicBezTo>
                  <a:cubicBezTo>
                    <a:pt x="44" y="148"/>
                    <a:pt x="0" y="241"/>
                    <a:pt x="0" y="334"/>
                  </a:cubicBezTo>
                  <a:cubicBezTo>
                    <a:pt x="0" y="371"/>
                    <a:pt x="31" y="402"/>
                    <a:pt x="74" y="402"/>
                  </a:cubicBezTo>
                  <a:cubicBezTo>
                    <a:pt x="87" y="402"/>
                    <a:pt x="112" y="396"/>
                    <a:pt x="118" y="377"/>
                  </a:cubicBezTo>
                  <a:cubicBezTo>
                    <a:pt x="136" y="365"/>
                    <a:pt x="136" y="346"/>
                    <a:pt x="142" y="334"/>
                  </a:cubicBezTo>
                  <a:cubicBezTo>
                    <a:pt x="142" y="358"/>
                    <a:pt x="142" y="340"/>
                    <a:pt x="142" y="334"/>
                  </a:cubicBezTo>
                  <a:lnTo>
                    <a:pt x="142" y="328"/>
                  </a:lnTo>
                  <a:cubicBezTo>
                    <a:pt x="142" y="315"/>
                    <a:pt x="149" y="309"/>
                    <a:pt x="149" y="303"/>
                  </a:cubicBezTo>
                  <a:lnTo>
                    <a:pt x="149" y="297"/>
                  </a:lnTo>
                  <a:cubicBezTo>
                    <a:pt x="155" y="284"/>
                    <a:pt x="155" y="278"/>
                    <a:pt x="167" y="272"/>
                  </a:cubicBezTo>
                  <a:cubicBezTo>
                    <a:pt x="173" y="266"/>
                    <a:pt x="173" y="253"/>
                    <a:pt x="180" y="247"/>
                  </a:cubicBezTo>
                  <a:lnTo>
                    <a:pt x="186" y="241"/>
                  </a:lnTo>
                  <a:lnTo>
                    <a:pt x="186" y="241"/>
                  </a:lnTo>
                  <a:cubicBezTo>
                    <a:pt x="198" y="229"/>
                    <a:pt x="204" y="216"/>
                    <a:pt x="210" y="210"/>
                  </a:cubicBezTo>
                  <a:lnTo>
                    <a:pt x="210" y="210"/>
                  </a:lnTo>
                  <a:lnTo>
                    <a:pt x="217" y="198"/>
                  </a:lnTo>
                  <a:cubicBezTo>
                    <a:pt x="223" y="185"/>
                    <a:pt x="241" y="179"/>
                    <a:pt x="254" y="161"/>
                  </a:cubicBezTo>
                  <a:lnTo>
                    <a:pt x="266" y="155"/>
                  </a:lnTo>
                  <a:cubicBezTo>
                    <a:pt x="272" y="148"/>
                    <a:pt x="278" y="148"/>
                    <a:pt x="285" y="142"/>
                  </a:cubicBezTo>
                  <a:cubicBezTo>
                    <a:pt x="297" y="130"/>
                    <a:pt x="303" y="130"/>
                    <a:pt x="309" y="124"/>
                  </a:cubicBezTo>
                  <a:lnTo>
                    <a:pt x="309" y="124"/>
                  </a:lnTo>
                  <a:cubicBezTo>
                    <a:pt x="309" y="124"/>
                    <a:pt x="315" y="124"/>
                    <a:pt x="315" y="117"/>
                  </a:cubicBezTo>
                  <a:cubicBezTo>
                    <a:pt x="328" y="117"/>
                    <a:pt x="334" y="111"/>
                    <a:pt x="340" y="111"/>
                  </a:cubicBezTo>
                  <a:cubicBezTo>
                    <a:pt x="359" y="99"/>
                    <a:pt x="365" y="93"/>
                    <a:pt x="377" y="87"/>
                  </a:cubicBezTo>
                  <a:cubicBezTo>
                    <a:pt x="414" y="68"/>
                    <a:pt x="402" y="25"/>
                    <a:pt x="371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3">
              <a:extLst>
                <a:ext uri="{FF2B5EF4-FFF2-40B4-BE49-F238E27FC236}">
                  <a16:creationId xmlns:a16="http://schemas.microsoft.com/office/drawing/2014/main" id="{DB5BA3EF-DAE9-192C-D0FE-F0E39C55EFEB}"/>
                </a:ext>
              </a:extLst>
            </p:cNvPr>
            <p:cNvSpPr/>
            <p:nvPr/>
          </p:nvSpPr>
          <p:spPr>
            <a:xfrm flipH="1">
              <a:off x="7775670" y="1584041"/>
              <a:ext cx="17225" cy="16740"/>
            </a:xfrm>
            <a:custGeom>
              <a:avLst/>
              <a:gdLst/>
              <a:ahLst/>
              <a:cxnLst/>
              <a:rect l="l" t="t" r="r" b="b"/>
              <a:pathLst>
                <a:path w="249" h="242" extrusionOk="0">
                  <a:moveTo>
                    <a:pt x="242" y="50"/>
                  </a:moveTo>
                  <a:lnTo>
                    <a:pt x="236" y="31"/>
                  </a:lnTo>
                  <a:lnTo>
                    <a:pt x="236" y="31"/>
                  </a:lnTo>
                  <a:cubicBezTo>
                    <a:pt x="236" y="25"/>
                    <a:pt x="236" y="31"/>
                    <a:pt x="223" y="19"/>
                  </a:cubicBezTo>
                  <a:cubicBezTo>
                    <a:pt x="223" y="19"/>
                    <a:pt x="217" y="6"/>
                    <a:pt x="211" y="6"/>
                  </a:cubicBezTo>
                  <a:lnTo>
                    <a:pt x="211" y="6"/>
                  </a:lnTo>
                  <a:lnTo>
                    <a:pt x="211" y="6"/>
                  </a:lnTo>
                  <a:lnTo>
                    <a:pt x="205" y="6"/>
                  </a:lnTo>
                  <a:cubicBezTo>
                    <a:pt x="192" y="6"/>
                    <a:pt x="192" y="0"/>
                    <a:pt x="186" y="0"/>
                  </a:cubicBezTo>
                  <a:lnTo>
                    <a:pt x="155" y="0"/>
                  </a:lnTo>
                  <a:cubicBezTo>
                    <a:pt x="149" y="0"/>
                    <a:pt x="143" y="6"/>
                    <a:pt x="143" y="6"/>
                  </a:cubicBezTo>
                  <a:cubicBezTo>
                    <a:pt x="131" y="19"/>
                    <a:pt x="125" y="19"/>
                    <a:pt x="118" y="25"/>
                  </a:cubicBezTo>
                  <a:cubicBezTo>
                    <a:pt x="112" y="31"/>
                    <a:pt x="100" y="31"/>
                    <a:pt x="94" y="37"/>
                  </a:cubicBezTo>
                  <a:cubicBezTo>
                    <a:pt x="81" y="56"/>
                    <a:pt x="63" y="62"/>
                    <a:pt x="50" y="80"/>
                  </a:cubicBezTo>
                  <a:cubicBezTo>
                    <a:pt x="32" y="87"/>
                    <a:pt x="26" y="93"/>
                    <a:pt x="20" y="111"/>
                  </a:cubicBezTo>
                  <a:cubicBezTo>
                    <a:pt x="7" y="124"/>
                    <a:pt x="1" y="142"/>
                    <a:pt x="1" y="155"/>
                  </a:cubicBezTo>
                  <a:lnTo>
                    <a:pt x="1" y="179"/>
                  </a:lnTo>
                  <a:cubicBezTo>
                    <a:pt x="7" y="192"/>
                    <a:pt x="20" y="210"/>
                    <a:pt x="26" y="216"/>
                  </a:cubicBezTo>
                  <a:cubicBezTo>
                    <a:pt x="32" y="222"/>
                    <a:pt x="38" y="235"/>
                    <a:pt x="57" y="235"/>
                  </a:cubicBezTo>
                  <a:cubicBezTo>
                    <a:pt x="63" y="241"/>
                    <a:pt x="81" y="241"/>
                    <a:pt x="94" y="241"/>
                  </a:cubicBezTo>
                  <a:cubicBezTo>
                    <a:pt x="112" y="241"/>
                    <a:pt x="125" y="235"/>
                    <a:pt x="143" y="222"/>
                  </a:cubicBezTo>
                  <a:cubicBezTo>
                    <a:pt x="155" y="216"/>
                    <a:pt x="162" y="210"/>
                    <a:pt x="174" y="192"/>
                  </a:cubicBezTo>
                  <a:cubicBezTo>
                    <a:pt x="180" y="179"/>
                    <a:pt x="192" y="161"/>
                    <a:pt x="205" y="148"/>
                  </a:cubicBezTo>
                  <a:cubicBezTo>
                    <a:pt x="211" y="130"/>
                    <a:pt x="223" y="117"/>
                    <a:pt x="236" y="99"/>
                  </a:cubicBezTo>
                  <a:lnTo>
                    <a:pt x="236" y="93"/>
                  </a:lnTo>
                  <a:cubicBezTo>
                    <a:pt x="236" y="93"/>
                    <a:pt x="236" y="87"/>
                    <a:pt x="242" y="87"/>
                  </a:cubicBezTo>
                  <a:cubicBezTo>
                    <a:pt x="248" y="80"/>
                    <a:pt x="242" y="80"/>
                    <a:pt x="248" y="68"/>
                  </a:cubicBezTo>
                  <a:lnTo>
                    <a:pt x="248" y="62"/>
                  </a:lnTo>
                  <a:cubicBezTo>
                    <a:pt x="242" y="56"/>
                    <a:pt x="242" y="50"/>
                    <a:pt x="242" y="5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3">
              <a:extLst>
                <a:ext uri="{FF2B5EF4-FFF2-40B4-BE49-F238E27FC236}">
                  <a16:creationId xmlns:a16="http://schemas.microsoft.com/office/drawing/2014/main" id="{3F7E5B64-1102-481A-07B6-8E4CDF867094}"/>
                </a:ext>
              </a:extLst>
            </p:cNvPr>
            <p:cNvSpPr/>
            <p:nvPr/>
          </p:nvSpPr>
          <p:spPr>
            <a:xfrm flipH="1">
              <a:off x="6855561" y="1645953"/>
              <a:ext cx="37217" cy="30022"/>
            </a:xfrm>
            <a:custGeom>
              <a:avLst/>
              <a:gdLst/>
              <a:ahLst/>
              <a:cxnLst/>
              <a:rect l="l" t="t" r="r" b="b"/>
              <a:pathLst>
                <a:path w="538" h="434" extrusionOk="0">
                  <a:moveTo>
                    <a:pt x="433" y="19"/>
                  </a:moveTo>
                  <a:cubicBezTo>
                    <a:pt x="414" y="26"/>
                    <a:pt x="389" y="32"/>
                    <a:pt x="371" y="38"/>
                  </a:cubicBezTo>
                  <a:cubicBezTo>
                    <a:pt x="358" y="50"/>
                    <a:pt x="340" y="63"/>
                    <a:pt x="328" y="81"/>
                  </a:cubicBezTo>
                  <a:cubicBezTo>
                    <a:pt x="290" y="100"/>
                    <a:pt x="260" y="131"/>
                    <a:pt x="216" y="155"/>
                  </a:cubicBezTo>
                  <a:cubicBezTo>
                    <a:pt x="155" y="205"/>
                    <a:pt x="93" y="254"/>
                    <a:pt x="31" y="304"/>
                  </a:cubicBezTo>
                  <a:cubicBezTo>
                    <a:pt x="0" y="328"/>
                    <a:pt x="6" y="372"/>
                    <a:pt x="25" y="396"/>
                  </a:cubicBezTo>
                  <a:cubicBezTo>
                    <a:pt x="49" y="421"/>
                    <a:pt x="87" y="433"/>
                    <a:pt x="117" y="409"/>
                  </a:cubicBezTo>
                  <a:cubicBezTo>
                    <a:pt x="179" y="365"/>
                    <a:pt x="247" y="316"/>
                    <a:pt x="309" y="273"/>
                  </a:cubicBezTo>
                  <a:lnTo>
                    <a:pt x="402" y="199"/>
                  </a:lnTo>
                  <a:cubicBezTo>
                    <a:pt x="420" y="186"/>
                    <a:pt x="433" y="180"/>
                    <a:pt x="451" y="162"/>
                  </a:cubicBezTo>
                  <a:lnTo>
                    <a:pt x="488" y="124"/>
                  </a:lnTo>
                  <a:cubicBezTo>
                    <a:pt x="494" y="118"/>
                    <a:pt x="494" y="112"/>
                    <a:pt x="501" y="100"/>
                  </a:cubicBezTo>
                  <a:cubicBezTo>
                    <a:pt x="538" y="63"/>
                    <a:pt x="488" y="1"/>
                    <a:pt x="433" y="19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3">
              <a:extLst>
                <a:ext uri="{FF2B5EF4-FFF2-40B4-BE49-F238E27FC236}">
                  <a16:creationId xmlns:a16="http://schemas.microsoft.com/office/drawing/2014/main" id="{A3C486EC-B872-3E2A-22F0-764749E73238}"/>
                </a:ext>
              </a:extLst>
            </p:cNvPr>
            <p:cNvSpPr/>
            <p:nvPr/>
          </p:nvSpPr>
          <p:spPr>
            <a:xfrm flipH="1">
              <a:off x="6020548" y="2226753"/>
              <a:ext cx="16257" cy="22344"/>
            </a:xfrm>
            <a:custGeom>
              <a:avLst/>
              <a:gdLst/>
              <a:ahLst/>
              <a:cxnLst/>
              <a:rect l="l" t="t" r="r" b="b"/>
              <a:pathLst>
                <a:path w="235" h="323" extrusionOk="0">
                  <a:moveTo>
                    <a:pt x="204" y="7"/>
                  </a:moveTo>
                  <a:cubicBezTo>
                    <a:pt x="186" y="1"/>
                    <a:pt x="167" y="7"/>
                    <a:pt x="149" y="13"/>
                  </a:cubicBezTo>
                  <a:lnTo>
                    <a:pt x="124" y="38"/>
                  </a:lnTo>
                  <a:cubicBezTo>
                    <a:pt x="118" y="44"/>
                    <a:pt x="111" y="57"/>
                    <a:pt x="111" y="63"/>
                  </a:cubicBezTo>
                  <a:cubicBezTo>
                    <a:pt x="105" y="75"/>
                    <a:pt x="87" y="94"/>
                    <a:pt x="81" y="100"/>
                  </a:cubicBezTo>
                  <a:cubicBezTo>
                    <a:pt x="56" y="131"/>
                    <a:pt x="43" y="155"/>
                    <a:pt x="19" y="186"/>
                  </a:cubicBezTo>
                  <a:cubicBezTo>
                    <a:pt x="0" y="199"/>
                    <a:pt x="0" y="230"/>
                    <a:pt x="13" y="248"/>
                  </a:cubicBezTo>
                  <a:cubicBezTo>
                    <a:pt x="19" y="273"/>
                    <a:pt x="31" y="291"/>
                    <a:pt x="56" y="304"/>
                  </a:cubicBezTo>
                  <a:cubicBezTo>
                    <a:pt x="99" y="322"/>
                    <a:pt x="149" y="291"/>
                    <a:pt x="173" y="248"/>
                  </a:cubicBezTo>
                  <a:cubicBezTo>
                    <a:pt x="179" y="217"/>
                    <a:pt x="198" y="180"/>
                    <a:pt x="204" y="149"/>
                  </a:cubicBezTo>
                  <a:cubicBezTo>
                    <a:pt x="210" y="131"/>
                    <a:pt x="210" y="118"/>
                    <a:pt x="216" y="100"/>
                  </a:cubicBezTo>
                  <a:cubicBezTo>
                    <a:pt x="216" y="94"/>
                    <a:pt x="229" y="87"/>
                    <a:pt x="229" y="75"/>
                  </a:cubicBezTo>
                  <a:cubicBezTo>
                    <a:pt x="229" y="63"/>
                    <a:pt x="229" y="57"/>
                    <a:pt x="235" y="38"/>
                  </a:cubicBezTo>
                  <a:cubicBezTo>
                    <a:pt x="235" y="32"/>
                    <a:pt x="216" y="13"/>
                    <a:pt x="204" y="7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3">
              <a:extLst>
                <a:ext uri="{FF2B5EF4-FFF2-40B4-BE49-F238E27FC236}">
                  <a16:creationId xmlns:a16="http://schemas.microsoft.com/office/drawing/2014/main" id="{E2F6805D-7131-F270-4DAB-873794B18AA7}"/>
                </a:ext>
              </a:extLst>
            </p:cNvPr>
            <p:cNvSpPr/>
            <p:nvPr/>
          </p:nvSpPr>
          <p:spPr>
            <a:xfrm flipH="1">
              <a:off x="5936776" y="2123335"/>
              <a:ext cx="27809" cy="22344"/>
            </a:xfrm>
            <a:custGeom>
              <a:avLst/>
              <a:gdLst/>
              <a:ahLst/>
              <a:cxnLst/>
              <a:rect l="l" t="t" r="r" b="b"/>
              <a:pathLst>
                <a:path w="402" h="323" extrusionOk="0">
                  <a:moveTo>
                    <a:pt x="371" y="44"/>
                  </a:moveTo>
                  <a:cubicBezTo>
                    <a:pt x="359" y="32"/>
                    <a:pt x="340" y="26"/>
                    <a:pt x="315" y="19"/>
                  </a:cubicBezTo>
                  <a:cubicBezTo>
                    <a:pt x="309" y="19"/>
                    <a:pt x="303" y="13"/>
                    <a:pt x="297" y="13"/>
                  </a:cubicBezTo>
                  <a:lnTo>
                    <a:pt x="278" y="13"/>
                  </a:lnTo>
                  <a:cubicBezTo>
                    <a:pt x="272" y="13"/>
                    <a:pt x="272" y="13"/>
                    <a:pt x="278" y="13"/>
                  </a:cubicBezTo>
                  <a:lnTo>
                    <a:pt x="266" y="13"/>
                  </a:lnTo>
                  <a:cubicBezTo>
                    <a:pt x="223" y="1"/>
                    <a:pt x="173" y="26"/>
                    <a:pt x="130" y="44"/>
                  </a:cubicBezTo>
                  <a:cubicBezTo>
                    <a:pt x="93" y="63"/>
                    <a:pt x="62" y="93"/>
                    <a:pt x="37" y="124"/>
                  </a:cubicBezTo>
                  <a:cubicBezTo>
                    <a:pt x="19" y="168"/>
                    <a:pt x="0" y="211"/>
                    <a:pt x="0" y="248"/>
                  </a:cubicBezTo>
                  <a:cubicBezTo>
                    <a:pt x="0" y="279"/>
                    <a:pt x="31" y="322"/>
                    <a:pt x="62" y="316"/>
                  </a:cubicBezTo>
                  <a:cubicBezTo>
                    <a:pt x="99" y="316"/>
                    <a:pt x="124" y="285"/>
                    <a:pt x="124" y="248"/>
                  </a:cubicBezTo>
                  <a:lnTo>
                    <a:pt x="124" y="242"/>
                  </a:lnTo>
                  <a:lnTo>
                    <a:pt x="124" y="242"/>
                  </a:lnTo>
                  <a:cubicBezTo>
                    <a:pt x="124" y="236"/>
                    <a:pt x="124" y="229"/>
                    <a:pt x="130" y="217"/>
                  </a:cubicBezTo>
                  <a:lnTo>
                    <a:pt x="130" y="211"/>
                  </a:lnTo>
                  <a:lnTo>
                    <a:pt x="130" y="211"/>
                  </a:lnTo>
                  <a:cubicBezTo>
                    <a:pt x="130" y="205"/>
                    <a:pt x="136" y="199"/>
                    <a:pt x="136" y="199"/>
                  </a:cubicBezTo>
                  <a:cubicBezTo>
                    <a:pt x="136" y="186"/>
                    <a:pt x="149" y="180"/>
                    <a:pt x="155" y="180"/>
                  </a:cubicBezTo>
                  <a:lnTo>
                    <a:pt x="155" y="180"/>
                  </a:lnTo>
                  <a:cubicBezTo>
                    <a:pt x="155" y="180"/>
                    <a:pt x="155" y="174"/>
                    <a:pt x="161" y="174"/>
                  </a:cubicBezTo>
                  <a:lnTo>
                    <a:pt x="180" y="155"/>
                  </a:lnTo>
                  <a:lnTo>
                    <a:pt x="186" y="149"/>
                  </a:lnTo>
                  <a:cubicBezTo>
                    <a:pt x="198" y="143"/>
                    <a:pt x="210" y="137"/>
                    <a:pt x="223" y="124"/>
                  </a:cubicBezTo>
                  <a:lnTo>
                    <a:pt x="229" y="124"/>
                  </a:lnTo>
                  <a:cubicBezTo>
                    <a:pt x="241" y="124"/>
                    <a:pt x="254" y="118"/>
                    <a:pt x="260" y="112"/>
                  </a:cubicBezTo>
                  <a:lnTo>
                    <a:pt x="272" y="112"/>
                  </a:lnTo>
                  <a:lnTo>
                    <a:pt x="272" y="112"/>
                  </a:lnTo>
                  <a:lnTo>
                    <a:pt x="278" y="112"/>
                  </a:lnTo>
                  <a:lnTo>
                    <a:pt x="285" y="112"/>
                  </a:lnTo>
                  <a:lnTo>
                    <a:pt x="291" y="112"/>
                  </a:lnTo>
                  <a:lnTo>
                    <a:pt x="315" y="112"/>
                  </a:lnTo>
                  <a:cubicBezTo>
                    <a:pt x="315" y="112"/>
                    <a:pt x="322" y="112"/>
                    <a:pt x="315" y="112"/>
                  </a:cubicBezTo>
                  <a:lnTo>
                    <a:pt x="334" y="112"/>
                  </a:lnTo>
                  <a:cubicBezTo>
                    <a:pt x="377" y="112"/>
                    <a:pt x="402" y="56"/>
                    <a:pt x="371" y="44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3">
              <a:extLst>
                <a:ext uri="{FF2B5EF4-FFF2-40B4-BE49-F238E27FC236}">
                  <a16:creationId xmlns:a16="http://schemas.microsoft.com/office/drawing/2014/main" id="{DD28ABD6-ED4F-9D05-91CF-9511E8585617}"/>
                </a:ext>
              </a:extLst>
            </p:cNvPr>
            <p:cNvSpPr/>
            <p:nvPr/>
          </p:nvSpPr>
          <p:spPr>
            <a:xfrm flipH="1">
              <a:off x="5879083" y="2155848"/>
              <a:ext cx="38947" cy="22274"/>
            </a:xfrm>
            <a:custGeom>
              <a:avLst/>
              <a:gdLst/>
              <a:ahLst/>
              <a:cxnLst/>
              <a:rect l="l" t="t" r="r" b="b"/>
              <a:pathLst>
                <a:path w="563" h="322" extrusionOk="0">
                  <a:moveTo>
                    <a:pt x="470" y="37"/>
                  </a:moveTo>
                  <a:cubicBezTo>
                    <a:pt x="464" y="50"/>
                    <a:pt x="446" y="68"/>
                    <a:pt x="439" y="74"/>
                  </a:cubicBezTo>
                  <a:lnTo>
                    <a:pt x="415" y="99"/>
                  </a:lnTo>
                  <a:lnTo>
                    <a:pt x="409" y="105"/>
                  </a:lnTo>
                  <a:lnTo>
                    <a:pt x="409" y="105"/>
                  </a:lnTo>
                  <a:cubicBezTo>
                    <a:pt x="409" y="105"/>
                    <a:pt x="402" y="105"/>
                    <a:pt x="402" y="112"/>
                  </a:cubicBezTo>
                  <a:cubicBezTo>
                    <a:pt x="396" y="124"/>
                    <a:pt x="384" y="124"/>
                    <a:pt x="378" y="130"/>
                  </a:cubicBezTo>
                  <a:cubicBezTo>
                    <a:pt x="371" y="130"/>
                    <a:pt x="371" y="136"/>
                    <a:pt x="365" y="136"/>
                  </a:cubicBezTo>
                  <a:lnTo>
                    <a:pt x="353" y="136"/>
                  </a:lnTo>
                  <a:lnTo>
                    <a:pt x="347" y="136"/>
                  </a:lnTo>
                  <a:cubicBezTo>
                    <a:pt x="341" y="136"/>
                    <a:pt x="341" y="136"/>
                    <a:pt x="334" y="142"/>
                  </a:cubicBezTo>
                  <a:cubicBezTo>
                    <a:pt x="322" y="142"/>
                    <a:pt x="322" y="142"/>
                    <a:pt x="316" y="155"/>
                  </a:cubicBezTo>
                  <a:lnTo>
                    <a:pt x="291" y="155"/>
                  </a:lnTo>
                  <a:lnTo>
                    <a:pt x="273" y="155"/>
                  </a:lnTo>
                  <a:lnTo>
                    <a:pt x="279" y="155"/>
                  </a:lnTo>
                  <a:lnTo>
                    <a:pt x="260" y="155"/>
                  </a:lnTo>
                  <a:lnTo>
                    <a:pt x="229" y="155"/>
                  </a:lnTo>
                  <a:lnTo>
                    <a:pt x="217" y="155"/>
                  </a:lnTo>
                  <a:lnTo>
                    <a:pt x="211" y="155"/>
                  </a:lnTo>
                  <a:lnTo>
                    <a:pt x="211" y="155"/>
                  </a:lnTo>
                  <a:lnTo>
                    <a:pt x="192" y="155"/>
                  </a:lnTo>
                  <a:cubicBezTo>
                    <a:pt x="186" y="155"/>
                    <a:pt x="168" y="155"/>
                    <a:pt x="161" y="142"/>
                  </a:cubicBezTo>
                  <a:lnTo>
                    <a:pt x="161" y="142"/>
                  </a:lnTo>
                  <a:cubicBezTo>
                    <a:pt x="155" y="142"/>
                    <a:pt x="137" y="136"/>
                    <a:pt x="130" y="136"/>
                  </a:cubicBezTo>
                  <a:cubicBezTo>
                    <a:pt x="118" y="130"/>
                    <a:pt x="100" y="130"/>
                    <a:pt x="93" y="136"/>
                  </a:cubicBezTo>
                  <a:lnTo>
                    <a:pt x="87" y="130"/>
                  </a:lnTo>
                  <a:cubicBezTo>
                    <a:pt x="63" y="112"/>
                    <a:pt x="32" y="124"/>
                    <a:pt x="13" y="142"/>
                  </a:cubicBezTo>
                  <a:cubicBezTo>
                    <a:pt x="1" y="167"/>
                    <a:pt x="1" y="192"/>
                    <a:pt x="25" y="217"/>
                  </a:cubicBezTo>
                  <a:lnTo>
                    <a:pt x="38" y="229"/>
                  </a:lnTo>
                  <a:cubicBezTo>
                    <a:pt x="63" y="291"/>
                    <a:pt x="149" y="322"/>
                    <a:pt x="211" y="322"/>
                  </a:cubicBezTo>
                  <a:cubicBezTo>
                    <a:pt x="242" y="322"/>
                    <a:pt x="260" y="322"/>
                    <a:pt x="291" y="315"/>
                  </a:cubicBezTo>
                  <a:cubicBezTo>
                    <a:pt x="297" y="315"/>
                    <a:pt x="316" y="315"/>
                    <a:pt x="322" y="303"/>
                  </a:cubicBezTo>
                  <a:cubicBezTo>
                    <a:pt x="334" y="303"/>
                    <a:pt x="347" y="297"/>
                    <a:pt x="353" y="291"/>
                  </a:cubicBezTo>
                  <a:cubicBezTo>
                    <a:pt x="365" y="291"/>
                    <a:pt x="378" y="266"/>
                    <a:pt x="378" y="272"/>
                  </a:cubicBezTo>
                  <a:lnTo>
                    <a:pt x="378" y="272"/>
                  </a:lnTo>
                  <a:lnTo>
                    <a:pt x="384" y="272"/>
                  </a:lnTo>
                  <a:cubicBezTo>
                    <a:pt x="390" y="272"/>
                    <a:pt x="390" y="266"/>
                    <a:pt x="402" y="266"/>
                  </a:cubicBezTo>
                  <a:cubicBezTo>
                    <a:pt x="409" y="260"/>
                    <a:pt x="415" y="260"/>
                    <a:pt x="433" y="254"/>
                  </a:cubicBezTo>
                  <a:cubicBezTo>
                    <a:pt x="458" y="235"/>
                    <a:pt x="476" y="223"/>
                    <a:pt x="495" y="198"/>
                  </a:cubicBezTo>
                  <a:cubicBezTo>
                    <a:pt x="532" y="161"/>
                    <a:pt x="557" y="112"/>
                    <a:pt x="563" y="68"/>
                  </a:cubicBezTo>
                  <a:cubicBezTo>
                    <a:pt x="538" y="19"/>
                    <a:pt x="495" y="0"/>
                    <a:pt x="470" y="37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3">
              <a:extLst>
                <a:ext uri="{FF2B5EF4-FFF2-40B4-BE49-F238E27FC236}">
                  <a16:creationId xmlns:a16="http://schemas.microsoft.com/office/drawing/2014/main" id="{1CDDB4D7-9D42-38F9-9DFA-30972E003699}"/>
                </a:ext>
              </a:extLst>
            </p:cNvPr>
            <p:cNvSpPr/>
            <p:nvPr/>
          </p:nvSpPr>
          <p:spPr>
            <a:xfrm flipH="1">
              <a:off x="5747027" y="2052015"/>
              <a:ext cx="12867" cy="10307"/>
            </a:xfrm>
            <a:custGeom>
              <a:avLst/>
              <a:gdLst/>
              <a:ahLst/>
              <a:cxnLst/>
              <a:rect l="l" t="t" r="r" b="b"/>
              <a:pathLst>
                <a:path w="186" h="149" extrusionOk="0">
                  <a:moveTo>
                    <a:pt x="93" y="0"/>
                  </a:moveTo>
                  <a:cubicBezTo>
                    <a:pt x="1" y="0"/>
                    <a:pt x="1" y="148"/>
                    <a:pt x="93" y="148"/>
                  </a:cubicBezTo>
                  <a:cubicBezTo>
                    <a:pt x="186" y="148"/>
                    <a:pt x="186" y="0"/>
                    <a:pt x="93" y="0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3">
              <a:extLst>
                <a:ext uri="{FF2B5EF4-FFF2-40B4-BE49-F238E27FC236}">
                  <a16:creationId xmlns:a16="http://schemas.microsoft.com/office/drawing/2014/main" id="{880BAF47-5BA8-BD15-005D-A6D1149C70A5}"/>
                </a:ext>
              </a:extLst>
            </p:cNvPr>
            <p:cNvSpPr/>
            <p:nvPr/>
          </p:nvSpPr>
          <p:spPr>
            <a:xfrm flipH="1">
              <a:off x="6330802" y="1189947"/>
              <a:ext cx="15012" cy="11621"/>
            </a:xfrm>
            <a:custGeom>
              <a:avLst/>
              <a:gdLst/>
              <a:ahLst/>
              <a:cxnLst/>
              <a:rect l="l" t="t" r="r" b="b"/>
              <a:pathLst>
                <a:path w="217" h="168" extrusionOk="0">
                  <a:moveTo>
                    <a:pt x="105" y="1"/>
                  </a:moveTo>
                  <a:cubicBezTo>
                    <a:pt x="0" y="1"/>
                    <a:pt x="0" y="168"/>
                    <a:pt x="105" y="168"/>
                  </a:cubicBezTo>
                  <a:cubicBezTo>
                    <a:pt x="217" y="168"/>
                    <a:pt x="217" y="1"/>
                    <a:pt x="105" y="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3">
              <a:extLst>
                <a:ext uri="{FF2B5EF4-FFF2-40B4-BE49-F238E27FC236}">
                  <a16:creationId xmlns:a16="http://schemas.microsoft.com/office/drawing/2014/main" id="{3E8B1417-CAF1-9C69-536A-50D796BEFD4D}"/>
                </a:ext>
              </a:extLst>
            </p:cNvPr>
            <p:cNvSpPr/>
            <p:nvPr/>
          </p:nvSpPr>
          <p:spPr>
            <a:xfrm flipH="1">
              <a:off x="6538951" y="2496054"/>
              <a:ext cx="42752" cy="41920"/>
            </a:xfrm>
            <a:custGeom>
              <a:avLst/>
              <a:gdLst/>
              <a:ahLst/>
              <a:cxnLst/>
              <a:rect l="l" t="t" r="r" b="b"/>
              <a:pathLst>
                <a:path w="618" h="606" extrusionOk="0">
                  <a:moveTo>
                    <a:pt x="538" y="6"/>
                  </a:moveTo>
                  <a:cubicBezTo>
                    <a:pt x="513" y="6"/>
                    <a:pt x="494" y="12"/>
                    <a:pt x="482" y="25"/>
                  </a:cubicBezTo>
                  <a:cubicBezTo>
                    <a:pt x="464" y="31"/>
                    <a:pt x="451" y="43"/>
                    <a:pt x="445" y="56"/>
                  </a:cubicBezTo>
                  <a:cubicBezTo>
                    <a:pt x="420" y="68"/>
                    <a:pt x="402" y="93"/>
                    <a:pt x="383" y="105"/>
                  </a:cubicBezTo>
                  <a:cubicBezTo>
                    <a:pt x="340" y="142"/>
                    <a:pt x="297" y="185"/>
                    <a:pt x="260" y="223"/>
                  </a:cubicBezTo>
                  <a:lnTo>
                    <a:pt x="142" y="340"/>
                  </a:lnTo>
                  <a:cubicBezTo>
                    <a:pt x="105" y="383"/>
                    <a:pt x="62" y="426"/>
                    <a:pt x="31" y="470"/>
                  </a:cubicBezTo>
                  <a:cubicBezTo>
                    <a:pt x="13" y="501"/>
                    <a:pt x="0" y="544"/>
                    <a:pt x="31" y="575"/>
                  </a:cubicBezTo>
                  <a:cubicBezTo>
                    <a:pt x="62" y="606"/>
                    <a:pt x="111" y="599"/>
                    <a:pt x="142" y="575"/>
                  </a:cubicBezTo>
                  <a:cubicBezTo>
                    <a:pt x="185" y="538"/>
                    <a:pt x="229" y="507"/>
                    <a:pt x="272" y="470"/>
                  </a:cubicBezTo>
                  <a:cubicBezTo>
                    <a:pt x="321" y="433"/>
                    <a:pt x="358" y="389"/>
                    <a:pt x="396" y="352"/>
                  </a:cubicBezTo>
                  <a:cubicBezTo>
                    <a:pt x="433" y="315"/>
                    <a:pt x="476" y="278"/>
                    <a:pt x="513" y="229"/>
                  </a:cubicBezTo>
                  <a:cubicBezTo>
                    <a:pt x="525" y="204"/>
                    <a:pt x="550" y="192"/>
                    <a:pt x="569" y="167"/>
                  </a:cubicBezTo>
                  <a:lnTo>
                    <a:pt x="606" y="130"/>
                  </a:lnTo>
                  <a:cubicBezTo>
                    <a:pt x="612" y="111"/>
                    <a:pt x="618" y="93"/>
                    <a:pt x="618" y="68"/>
                  </a:cubicBezTo>
                  <a:cubicBezTo>
                    <a:pt x="606" y="37"/>
                    <a:pt x="569" y="0"/>
                    <a:pt x="538" y="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3">
              <a:extLst>
                <a:ext uri="{FF2B5EF4-FFF2-40B4-BE49-F238E27FC236}">
                  <a16:creationId xmlns:a16="http://schemas.microsoft.com/office/drawing/2014/main" id="{B9128EB0-BCC4-A2F7-167E-B947CFB86509}"/>
                </a:ext>
              </a:extLst>
            </p:cNvPr>
            <p:cNvSpPr/>
            <p:nvPr/>
          </p:nvSpPr>
          <p:spPr>
            <a:xfrm flipH="1">
              <a:off x="6979944" y="4585437"/>
              <a:ext cx="162913" cy="39430"/>
            </a:xfrm>
            <a:custGeom>
              <a:avLst/>
              <a:gdLst/>
              <a:ahLst/>
              <a:cxnLst/>
              <a:rect l="l" t="t" r="r" b="b"/>
              <a:pathLst>
                <a:path w="2355" h="570" extrusionOk="0">
                  <a:moveTo>
                    <a:pt x="0" y="1"/>
                  </a:moveTo>
                  <a:lnTo>
                    <a:pt x="111" y="254"/>
                  </a:lnTo>
                  <a:cubicBezTo>
                    <a:pt x="111" y="254"/>
                    <a:pt x="501" y="409"/>
                    <a:pt x="649" y="439"/>
                  </a:cubicBezTo>
                  <a:cubicBezTo>
                    <a:pt x="803" y="476"/>
                    <a:pt x="1100" y="507"/>
                    <a:pt x="1100" y="507"/>
                  </a:cubicBezTo>
                  <a:cubicBezTo>
                    <a:pt x="1100" y="507"/>
                    <a:pt x="1532" y="569"/>
                    <a:pt x="1675" y="544"/>
                  </a:cubicBezTo>
                  <a:cubicBezTo>
                    <a:pt x="1810" y="526"/>
                    <a:pt x="2299" y="334"/>
                    <a:pt x="2299" y="334"/>
                  </a:cubicBezTo>
                  <a:lnTo>
                    <a:pt x="2354" y="44"/>
                  </a:lnTo>
                  <a:lnTo>
                    <a:pt x="1495" y="10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3">
              <a:extLst>
                <a:ext uri="{FF2B5EF4-FFF2-40B4-BE49-F238E27FC236}">
                  <a16:creationId xmlns:a16="http://schemas.microsoft.com/office/drawing/2014/main" id="{F4EFF827-D39C-9E6D-976F-BEE2055755E9}"/>
                </a:ext>
              </a:extLst>
            </p:cNvPr>
            <p:cNvSpPr/>
            <p:nvPr/>
          </p:nvSpPr>
          <p:spPr>
            <a:xfrm flipH="1">
              <a:off x="6980844" y="4574784"/>
              <a:ext cx="162014" cy="36386"/>
            </a:xfrm>
            <a:custGeom>
              <a:avLst/>
              <a:gdLst/>
              <a:ahLst/>
              <a:cxnLst/>
              <a:rect l="l" t="t" r="r" b="b"/>
              <a:pathLst>
                <a:path w="2342" h="526" extrusionOk="0">
                  <a:moveTo>
                    <a:pt x="0" y="155"/>
                  </a:moveTo>
                  <a:cubicBezTo>
                    <a:pt x="136" y="136"/>
                    <a:pt x="847" y="44"/>
                    <a:pt x="847" y="44"/>
                  </a:cubicBezTo>
                  <a:cubicBezTo>
                    <a:pt x="847" y="44"/>
                    <a:pt x="1032" y="0"/>
                    <a:pt x="1434" y="13"/>
                  </a:cubicBezTo>
                  <a:cubicBezTo>
                    <a:pt x="1835" y="31"/>
                    <a:pt x="2342" y="198"/>
                    <a:pt x="2342" y="198"/>
                  </a:cubicBezTo>
                  <a:lnTo>
                    <a:pt x="1681" y="495"/>
                  </a:lnTo>
                  <a:cubicBezTo>
                    <a:pt x="1681" y="495"/>
                    <a:pt x="1217" y="525"/>
                    <a:pt x="847" y="464"/>
                  </a:cubicBezTo>
                  <a:cubicBezTo>
                    <a:pt x="476" y="402"/>
                    <a:pt x="0" y="155"/>
                    <a:pt x="0" y="1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3">
              <a:extLst>
                <a:ext uri="{FF2B5EF4-FFF2-40B4-BE49-F238E27FC236}">
                  <a16:creationId xmlns:a16="http://schemas.microsoft.com/office/drawing/2014/main" id="{71F1CC61-3A51-F894-981D-6BECBD1A5F4A}"/>
                </a:ext>
              </a:extLst>
            </p:cNvPr>
            <p:cNvSpPr/>
            <p:nvPr/>
          </p:nvSpPr>
          <p:spPr>
            <a:xfrm flipH="1">
              <a:off x="6074772" y="4433735"/>
              <a:ext cx="82944" cy="17570"/>
            </a:xfrm>
            <a:custGeom>
              <a:avLst/>
              <a:gdLst/>
              <a:ahLst/>
              <a:cxnLst/>
              <a:rect l="l" t="t" r="r" b="b"/>
              <a:pathLst>
                <a:path w="1199" h="254" extrusionOk="0">
                  <a:moveTo>
                    <a:pt x="0" y="38"/>
                  </a:moveTo>
                  <a:lnTo>
                    <a:pt x="44" y="217"/>
                  </a:lnTo>
                  <a:cubicBezTo>
                    <a:pt x="44" y="217"/>
                    <a:pt x="359" y="254"/>
                    <a:pt x="513" y="223"/>
                  </a:cubicBezTo>
                  <a:cubicBezTo>
                    <a:pt x="668" y="192"/>
                    <a:pt x="1100" y="136"/>
                    <a:pt x="1100" y="136"/>
                  </a:cubicBezTo>
                  <a:lnTo>
                    <a:pt x="1199" y="112"/>
                  </a:lnTo>
                  <a:lnTo>
                    <a:pt x="1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3">
              <a:extLst>
                <a:ext uri="{FF2B5EF4-FFF2-40B4-BE49-F238E27FC236}">
                  <a16:creationId xmlns:a16="http://schemas.microsoft.com/office/drawing/2014/main" id="{453CB120-410C-5CBB-B5BC-FB3477947062}"/>
                </a:ext>
              </a:extLst>
            </p:cNvPr>
            <p:cNvSpPr/>
            <p:nvPr/>
          </p:nvSpPr>
          <p:spPr>
            <a:xfrm flipH="1">
              <a:off x="6077332" y="4410630"/>
              <a:ext cx="84673" cy="30852"/>
            </a:xfrm>
            <a:custGeom>
              <a:avLst/>
              <a:gdLst/>
              <a:ahLst/>
              <a:cxnLst/>
              <a:rect l="l" t="t" r="r" b="b"/>
              <a:pathLst>
                <a:path w="1224" h="446" extrusionOk="0">
                  <a:moveTo>
                    <a:pt x="62" y="106"/>
                  </a:moveTo>
                  <a:cubicBezTo>
                    <a:pt x="75" y="149"/>
                    <a:pt x="1" y="403"/>
                    <a:pt x="118" y="427"/>
                  </a:cubicBezTo>
                  <a:cubicBezTo>
                    <a:pt x="235" y="446"/>
                    <a:pt x="507" y="433"/>
                    <a:pt x="507" y="433"/>
                  </a:cubicBezTo>
                  <a:lnTo>
                    <a:pt x="1224" y="335"/>
                  </a:lnTo>
                  <a:lnTo>
                    <a:pt x="804" y="186"/>
                  </a:lnTo>
                  <a:lnTo>
                    <a:pt x="6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3">
              <a:extLst>
                <a:ext uri="{FF2B5EF4-FFF2-40B4-BE49-F238E27FC236}">
                  <a16:creationId xmlns:a16="http://schemas.microsoft.com/office/drawing/2014/main" id="{3841850C-9D1F-CEFC-BCD5-3207765E9285}"/>
                </a:ext>
              </a:extLst>
            </p:cNvPr>
            <p:cNvSpPr/>
            <p:nvPr/>
          </p:nvSpPr>
          <p:spPr>
            <a:xfrm flipH="1">
              <a:off x="5981599" y="4400392"/>
              <a:ext cx="132129" cy="44549"/>
            </a:xfrm>
            <a:custGeom>
              <a:avLst/>
              <a:gdLst/>
              <a:ahLst/>
              <a:cxnLst/>
              <a:rect l="l" t="t" r="r" b="b"/>
              <a:pathLst>
                <a:path w="1910" h="644" extrusionOk="0">
                  <a:moveTo>
                    <a:pt x="13" y="1"/>
                  </a:moveTo>
                  <a:lnTo>
                    <a:pt x="0" y="118"/>
                  </a:lnTo>
                  <a:lnTo>
                    <a:pt x="1069" y="643"/>
                  </a:lnTo>
                  <a:lnTo>
                    <a:pt x="1903" y="495"/>
                  </a:lnTo>
                  <a:lnTo>
                    <a:pt x="1909" y="223"/>
                  </a:lnTo>
                  <a:lnTo>
                    <a:pt x="847" y="16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3">
              <a:extLst>
                <a:ext uri="{FF2B5EF4-FFF2-40B4-BE49-F238E27FC236}">
                  <a16:creationId xmlns:a16="http://schemas.microsoft.com/office/drawing/2014/main" id="{A1F43B83-4499-1EE2-6D60-203666B5C3E0}"/>
                </a:ext>
              </a:extLst>
            </p:cNvPr>
            <p:cNvSpPr/>
            <p:nvPr/>
          </p:nvSpPr>
          <p:spPr>
            <a:xfrm flipH="1">
              <a:off x="5981599" y="4395273"/>
              <a:ext cx="131299" cy="32996"/>
            </a:xfrm>
            <a:custGeom>
              <a:avLst/>
              <a:gdLst/>
              <a:ahLst/>
              <a:cxnLst/>
              <a:rect l="l" t="t" r="r" b="b"/>
              <a:pathLst>
                <a:path w="1898" h="477" extrusionOk="0">
                  <a:moveTo>
                    <a:pt x="1" y="75"/>
                  </a:moveTo>
                  <a:lnTo>
                    <a:pt x="414" y="1"/>
                  </a:lnTo>
                  <a:lnTo>
                    <a:pt x="1897" y="297"/>
                  </a:lnTo>
                  <a:lnTo>
                    <a:pt x="1038" y="4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3">
              <a:extLst>
                <a:ext uri="{FF2B5EF4-FFF2-40B4-BE49-F238E27FC236}">
                  <a16:creationId xmlns:a16="http://schemas.microsoft.com/office/drawing/2014/main" id="{34299075-2DC0-B4B4-D3BE-9B2A19EAC219}"/>
                </a:ext>
              </a:extLst>
            </p:cNvPr>
            <p:cNvSpPr/>
            <p:nvPr/>
          </p:nvSpPr>
          <p:spPr>
            <a:xfrm flipH="1">
              <a:off x="6953027" y="4442728"/>
              <a:ext cx="170592" cy="28708"/>
            </a:xfrm>
            <a:custGeom>
              <a:avLst/>
              <a:gdLst/>
              <a:ahLst/>
              <a:cxnLst/>
              <a:rect l="l" t="t" r="r" b="b"/>
              <a:pathLst>
                <a:path w="2466" h="415" extrusionOk="0">
                  <a:moveTo>
                    <a:pt x="1" y="74"/>
                  </a:moveTo>
                  <a:lnTo>
                    <a:pt x="1" y="278"/>
                  </a:lnTo>
                  <a:lnTo>
                    <a:pt x="1360" y="414"/>
                  </a:lnTo>
                  <a:lnTo>
                    <a:pt x="2435" y="254"/>
                  </a:lnTo>
                  <a:lnTo>
                    <a:pt x="2466" y="0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3">
              <a:extLst>
                <a:ext uri="{FF2B5EF4-FFF2-40B4-BE49-F238E27FC236}">
                  <a16:creationId xmlns:a16="http://schemas.microsoft.com/office/drawing/2014/main" id="{79C0A7A7-82BB-A231-DE1B-54D11B562BCC}"/>
                </a:ext>
              </a:extLst>
            </p:cNvPr>
            <p:cNvSpPr/>
            <p:nvPr/>
          </p:nvSpPr>
          <p:spPr>
            <a:xfrm flipH="1">
              <a:off x="6953442" y="4429861"/>
              <a:ext cx="170177" cy="27878"/>
            </a:xfrm>
            <a:custGeom>
              <a:avLst/>
              <a:gdLst/>
              <a:ahLst/>
              <a:cxnLst/>
              <a:rect l="l" t="t" r="r" b="b"/>
              <a:pathLst>
                <a:path w="2460" h="403" extrusionOk="0">
                  <a:moveTo>
                    <a:pt x="390" y="32"/>
                  </a:moveTo>
                  <a:cubicBezTo>
                    <a:pt x="464" y="32"/>
                    <a:pt x="1113" y="44"/>
                    <a:pt x="1471" y="32"/>
                  </a:cubicBezTo>
                  <a:cubicBezTo>
                    <a:pt x="1823" y="13"/>
                    <a:pt x="2027" y="1"/>
                    <a:pt x="2194" y="32"/>
                  </a:cubicBezTo>
                  <a:cubicBezTo>
                    <a:pt x="2367" y="63"/>
                    <a:pt x="2460" y="186"/>
                    <a:pt x="2460" y="186"/>
                  </a:cubicBezTo>
                  <a:lnTo>
                    <a:pt x="1348" y="403"/>
                  </a:lnTo>
                  <a:lnTo>
                    <a:pt x="557" y="341"/>
                  </a:lnTo>
                  <a:lnTo>
                    <a:pt x="1" y="260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3">
              <a:extLst>
                <a:ext uri="{FF2B5EF4-FFF2-40B4-BE49-F238E27FC236}">
                  <a16:creationId xmlns:a16="http://schemas.microsoft.com/office/drawing/2014/main" id="{0D5098D3-1D5F-008D-BE68-AF9B6C4A2D7A}"/>
                </a:ext>
              </a:extLst>
            </p:cNvPr>
            <p:cNvSpPr/>
            <p:nvPr/>
          </p:nvSpPr>
          <p:spPr>
            <a:xfrm flipH="1">
              <a:off x="7401773" y="4810259"/>
              <a:ext cx="77410" cy="31682"/>
            </a:xfrm>
            <a:custGeom>
              <a:avLst/>
              <a:gdLst/>
              <a:ahLst/>
              <a:cxnLst/>
              <a:rect l="l" t="t" r="r" b="b"/>
              <a:pathLst>
                <a:path w="1119" h="458" extrusionOk="0">
                  <a:moveTo>
                    <a:pt x="1" y="136"/>
                  </a:moveTo>
                  <a:lnTo>
                    <a:pt x="25" y="291"/>
                  </a:lnTo>
                  <a:cubicBezTo>
                    <a:pt x="25" y="291"/>
                    <a:pt x="273" y="458"/>
                    <a:pt x="464" y="458"/>
                  </a:cubicBezTo>
                  <a:cubicBezTo>
                    <a:pt x="656" y="458"/>
                    <a:pt x="1063" y="316"/>
                    <a:pt x="1063" y="316"/>
                  </a:cubicBezTo>
                  <a:lnTo>
                    <a:pt x="1119" y="99"/>
                  </a:lnTo>
                  <a:lnTo>
                    <a:pt x="1113" y="0"/>
                  </a:lnTo>
                  <a:lnTo>
                    <a:pt x="649" y="13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3">
              <a:extLst>
                <a:ext uri="{FF2B5EF4-FFF2-40B4-BE49-F238E27FC236}">
                  <a16:creationId xmlns:a16="http://schemas.microsoft.com/office/drawing/2014/main" id="{FBA6467C-BF88-9EA8-09C9-2388C5F73054}"/>
                </a:ext>
              </a:extLst>
            </p:cNvPr>
            <p:cNvSpPr/>
            <p:nvPr/>
          </p:nvSpPr>
          <p:spPr>
            <a:xfrm flipH="1">
              <a:off x="7402188" y="4810259"/>
              <a:ext cx="76995" cy="21444"/>
            </a:xfrm>
            <a:custGeom>
              <a:avLst/>
              <a:gdLst/>
              <a:ahLst/>
              <a:cxnLst/>
              <a:rect l="l" t="t" r="r" b="b"/>
              <a:pathLst>
                <a:path w="1113" h="310" extrusionOk="0">
                  <a:moveTo>
                    <a:pt x="1" y="136"/>
                  </a:moveTo>
                  <a:cubicBezTo>
                    <a:pt x="106" y="105"/>
                    <a:pt x="507" y="31"/>
                    <a:pt x="507" y="31"/>
                  </a:cubicBezTo>
                  <a:lnTo>
                    <a:pt x="1113" y="0"/>
                  </a:lnTo>
                  <a:lnTo>
                    <a:pt x="1032" y="198"/>
                  </a:lnTo>
                  <a:cubicBezTo>
                    <a:pt x="1032" y="198"/>
                    <a:pt x="711" y="309"/>
                    <a:pt x="476" y="309"/>
                  </a:cubicBezTo>
                  <a:cubicBezTo>
                    <a:pt x="248" y="309"/>
                    <a:pt x="1" y="136"/>
                    <a:pt x="1" y="13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3">
              <a:extLst>
                <a:ext uri="{FF2B5EF4-FFF2-40B4-BE49-F238E27FC236}">
                  <a16:creationId xmlns:a16="http://schemas.microsoft.com/office/drawing/2014/main" id="{BC814882-2D5A-9B3B-4ADD-6587B1B39241}"/>
                </a:ext>
              </a:extLst>
            </p:cNvPr>
            <p:cNvSpPr/>
            <p:nvPr/>
          </p:nvSpPr>
          <p:spPr>
            <a:xfrm flipH="1">
              <a:off x="7028219" y="4728631"/>
              <a:ext cx="267579" cy="51328"/>
            </a:xfrm>
            <a:custGeom>
              <a:avLst/>
              <a:gdLst/>
              <a:ahLst/>
              <a:cxnLst/>
              <a:rect l="l" t="t" r="r" b="b"/>
              <a:pathLst>
                <a:path w="3868" h="742" extrusionOk="0">
                  <a:moveTo>
                    <a:pt x="3868" y="0"/>
                  </a:moveTo>
                  <a:lnTo>
                    <a:pt x="3849" y="136"/>
                  </a:lnTo>
                  <a:lnTo>
                    <a:pt x="3491" y="470"/>
                  </a:lnTo>
                  <a:lnTo>
                    <a:pt x="1779" y="742"/>
                  </a:lnTo>
                  <a:lnTo>
                    <a:pt x="12" y="569"/>
                  </a:lnTo>
                  <a:lnTo>
                    <a:pt x="0" y="297"/>
                  </a:lnTo>
                  <a:lnTo>
                    <a:pt x="1464" y="19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3">
              <a:extLst>
                <a:ext uri="{FF2B5EF4-FFF2-40B4-BE49-F238E27FC236}">
                  <a16:creationId xmlns:a16="http://schemas.microsoft.com/office/drawing/2014/main" id="{38D7B2B6-1DF3-4013-2FBA-A1925873E6EF}"/>
                </a:ext>
              </a:extLst>
            </p:cNvPr>
            <p:cNvSpPr/>
            <p:nvPr/>
          </p:nvSpPr>
          <p:spPr>
            <a:xfrm flipH="1">
              <a:off x="7274352" y="4708086"/>
              <a:ext cx="34312" cy="39845"/>
            </a:xfrm>
            <a:custGeom>
              <a:avLst/>
              <a:gdLst/>
              <a:ahLst/>
              <a:cxnLst/>
              <a:rect l="l" t="t" r="r" b="b"/>
              <a:pathLst>
                <a:path w="496" h="576" extrusionOk="0">
                  <a:moveTo>
                    <a:pt x="1" y="1"/>
                  </a:moveTo>
                  <a:lnTo>
                    <a:pt x="1" y="124"/>
                  </a:lnTo>
                  <a:lnTo>
                    <a:pt x="390" y="575"/>
                  </a:lnTo>
                  <a:lnTo>
                    <a:pt x="495" y="2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3">
              <a:extLst>
                <a:ext uri="{FF2B5EF4-FFF2-40B4-BE49-F238E27FC236}">
                  <a16:creationId xmlns:a16="http://schemas.microsoft.com/office/drawing/2014/main" id="{65EBA74E-FE34-0F39-2A90-C789E4B70273}"/>
                </a:ext>
              </a:extLst>
            </p:cNvPr>
            <p:cNvSpPr/>
            <p:nvPr/>
          </p:nvSpPr>
          <p:spPr>
            <a:xfrm flipH="1">
              <a:off x="7027388" y="4698678"/>
              <a:ext cx="280861" cy="62949"/>
            </a:xfrm>
            <a:custGeom>
              <a:avLst/>
              <a:gdLst/>
              <a:ahLst/>
              <a:cxnLst/>
              <a:rect l="l" t="t" r="r" b="b"/>
              <a:pathLst>
                <a:path w="4060" h="910" extrusionOk="0">
                  <a:moveTo>
                    <a:pt x="2843" y="230"/>
                  </a:moveTo>
                  <a:cubicBezTo>
                    <a:pt x="2392" y="106"/>
                    <a:pt x="1916" y="32"/>
                    <a:pt x="1589" y="32"/>
                  </a:cubicBezTo>
                  <a:cubicBezTo>
                    <a:pt x="1267" y="32"/>
                    <a:pt x="1033" y="1"/>
                    <a:pt x="711" y="44"/>
                  </a:cubicBezTo>
                  <a:cubicBezTo>
                    <a:pt x="384" y="94"/>
                    <a:pt x="1" y="137"/>
                    <a:pt x="1" y="137"/>
                  </a:cubicBezTo>
                  <a:lnTo>
                    <a:pt x="372" y="464"/>
                  </a:lnTo>
                  <a:lnTo>
                    <a:pt x="186" y="724"/>
                  </a:lnTo>
                  <a:lnTo>
                    <a:pt x="1996" y="909"/>
                  </a:lnTo>
                  <a:lnTo>
                    <a:pt x="3646" y="693"/>
                  </a:lnTo>
                  <a:lnTo>
                    <a:pt x="4060" y="43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3">
              <a:extLst>
                <a:ext uri="{FF2B5EF4-FFF2-40B4-BE49-F238E27FC236}">
                  <a16:creationId xmlns:a16="http://schemas.microsoft.com/office/drawing/2014/main" id="{5A0AD4B7-B9B4-323F-AD84-85BF7EB4416C}"/>
                </a:ext>
              </a:extLst>
            </p:cNvPr>
            <p:cNvSpPr/>
            <p:nvPr/>
          </p:nvSpPr>
          <p:spPr>
            <a:xfrm flipH="1">
              <a:off x="5747776" y="4382476"/>
              <a:ext cx="192383" cy="36801"/>
            </a:xfrm>
            <a:custGeom>
              <a:avLst/>
              <a:gdLst/>
              <a:ahLst/>
              <a:cxnLst/>
              <a:rect l="l" t="t" r="r" b="b"/>
              <a:pathLst>
                <a:path w="2781" h="532" extrusionOk="0">
                  <a:moveTo>
                    <a:pt x="0" y="0"/>
                  </a:moveTo>
                  <a:lnTo>
                    <a:pt x="0" y="124"/>
                  </a:lnTo>
                  <a:lnTo>
                    <a:pt x="741" y="531"/>
                  </a:lnTo>
                  <a:cubicBezTo>
                    <a:pt x="741" y="531"/>
                    <a:pt x="1545" y="507"/>
                    <a:pt x="1792" y="451"/>
                  </a:cubicBezTo>
                  <a:cubicBezTo>
                    <a:pt x="2033" y="402"/>
                    <a:pt x="2762" y="408"/>
                    <a:pt x="2762" y="408"/>
                  </a:cubicBezTo>
                  <a:lnTo>
                    <a:pt x="2780" y="186"/>
                  </a:lnTo>
                  <a:lnTo>
                    <a:pt x="1730" y="9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3">
              <a:extLst>
                <a:ext uri="{FF2B5EF4-FFF2-40B4-BE49-F238E27FC236}">
                  <a16:creationId xmlns:a16="http://schemas.microsoft.com/office/drawing/2014/main" id="{D025C69B-B4F1-E3E8-158A-2A8DD3EBA7EB}"/>
                </a:ext>
              </a:extLst>
            </p:cNvPr>
            <p:cNvSpPr/>
            <p:nvPr/>
          </p:nvSpPr>
          <p:spPr>
            <a:xfrm flipH="1">
              <a:off x="5747776" y="4361516"/>
              <a:ext cx="192383" cy="41505"/>
            </a:xfrm>
            <a:custGeom>
              <a:avLst/>
              <a:gdLst/>
              <a:ahLst/>
              <a:cxnLst/>
              <a:rect l="l" t="t" r="r" b="b"/>
              <a:pathLst>
                <a:path w="2781" h="600" extrusionOk="0">
                  <a:moveTo>
                    <a:pt x="0" y="303"/>
                  </a:moveTo>
                  <a:cubicBezTo>
                    <a:pt x="161" y="241"/>
                    <a:pt x="840" y="0"/>
                    <a:pt x="1106" y="0"/>
                  </a:cubicBezTo>
                  <a:cubicBezTo>
                    <a:pt x="1365" y="0"/>
                    <a:pt x="1829" y="13"/>
                    <a:pt x="1829" y="13"/>
                  </a:cubicBezTo>
                  <a:lnTo>
                    <a:pt x="2465" y="31"/>
                  </a:lnTo>
                  <a:lnTo>
                    <a:pt x="2756" y="223"/>
                  </a:lnTo>
                  <a:lnTo>
                    <a:pt x="2780" y="470"/>
                  </a:lnTo>
                  <a:cubicBezTo>
                    <a:pt x="2780" y="470"/>
                    <a:pt x="2162" y="476"/>
                    <a:pt x="1748" y="538"/>
                  </a:cubicBezTo>
                  <a:cubicBezTo>
                    <a:pt x="1328" y="600"/>
                    <a:pt x="748" y="594"/>
                    <a:pt x="748" y="5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3">
              <a:extLst>
                <a:ext uri="{FF2B5EF4-FFF2-40B4-BE49-F238E27FC236}">
                  <a16:creationId xmlns:a16="http://schemas.microsoft.com/office/drawing/2014/main" id="{2A75A13A-2700-2CAF-8A81-44C677031716}"/>
                </a:ext>
              </a:extLst>
            </p:cNvPr>
            <p:cNvSpPr/>
            <p:nvPr/>
          </p:nvSpPr>
          <p:spPr>
            <a:xfrm flipH="1">
              <a:off x="4997349" y="4961546"/>
              <a:ext cx="491990" cy="94078"/>
            </a:xfrm>
            <a:custGeom>
              <a:avLst/>
              <a:gdLst/>
              <a:ahLst/>
              <a:cxnLst/>
              <a:rect l="l" t="t" r="r" b="b"/>
              <a:pathLst>
                <a:path w="7112" h="1360" extrusionOk="0">
                  <a:moveTo>
                    <a:pt x="1" y="0"/>
                  </a:moveTo>
                  <a:lnTo>
                    <a:pt x="1" y="316"/>
                  </a:lnTo>
                  <a:lnTo>
                    <a:pt x="1904" y="1360"/>
                  </a:lnTo>
                  <a:cubicBezTo>
                    <a:pt x="1904" y="1360"/>
                    <a:pt x="3961" y="1286"/>
                    <a:pt x="4579" y="1156"/>
                  </a:cubicBezTo>
                  <a:cubicBezTo>
                    <a:pt x="5191" y="1020"/>
                    <a:pt x="7069" y="1038"/>
                    <a:pt x="7069" y="1038"/>
                  </a:cubicBezTo>
                  <a:lnTo>
                    <a:pt x="7112" y="464"/>
                  </a:lnTo>
                  <a:lnTo>
                    <a:pt x="4425" y="2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3">
              <a:extLst>
                <a:ext uri="{FF2B5EF4-FFF2-40B4-BE49-F238E27FC236}">
                  <a16:creationId xmlns:a16="http://schemas.microsoft.com/office/drawing/2014/main" id="{C123FC1C-35DF-66F5-DFBE-81DF7893F34A}"/>
                </a:ext>
              </a:extLst>
            </p:cNvPr>
            <p:cNvSpPr/>
            <p:nvPr/>
          </p:nvSpPr>
          <p:spPr>
            <a:xfrm flipH="1">
              <a:off x="4997349" y="4908142"/>
              <a:ext cx="491990" cy="109020"/>
            </a:xfrm>
            <a:custGeom>
              <a:avLst/>
              <a:gdLst/>
              <a:ahLst/>
              <a:cxnLst/>
              <a:rect l="l" t="t" r="r" b="b"/>
              <a:pathLst>
                <a:path w="7112" h="1576" extrusionOk="0">
                  <a:moveTo>
                    <a:pt x="1" y="772"/>
                  </a:moveTo>
                  <a:cubicBezTo>
                    <a:pt x="409" y="606"/>
                    <a:pt x="2151" y="0"/>
                    <a:pt x="2831" y="0"/>
                  </a:cubicBezTo>
                  <a:cubicBezTo>
                    <a:pt x="3504" y="0"/>
                    <a:pt x="4672" y="43"/>
                    <a:pt x="4672" y="43"/>
                  </a:cubicBezTo>
                  <a:lnTo>
                    <a:pt x="6296" y="93"/>
                  </a:lnTo>
                  <a:lnTo>
                    <a:pt x="7044" y="593"/>
                  </a:lnTo>
                  <a:lnTo>
                    <a:pt x="7112" y="1223"/>
                  </a:lnTo>
                  <a:cubicBezTo>
                    <a:pt x="7112" y="1223"/>
                    <a:pt x="5537" y="1248"/>
                    <a:pt x="4474" y="1409"/>
                  </a:cubicBezTo>
                  <a:cubicBezTo>
                    <a:pt x="3405" y="1576"/>
                    <a:pt x="1935" y="1551"/>
                    <a:pt x="1935" y="15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3">
              <a:extLst>
                <a:ext uri="{FF2B5EF4-FFF2-40B4-BE49-F238E27FC236}">
                  <a16:creationId xmlns:a16="http://schemas.microsoft.com/office/drawing/2014/main" id="{C17946A5-9ADC-7D97-87E7-688F8A239367}"/>
                </a:ext>
              </a:extLst>
            </p:cNvPr>
            <p:cNvSpPr/>
            <p:nvPr/>
          </p:nvSpPr>
          <p:spPr>
            <a:xfrm flipH="1">
              <a:off x="6210288" y="4929933"/>
              <a:ext cx="404758" cy="78721"/>
            </a:xfrm>
            <a:custGeom>
              <a:avLst/>
              <a:gdLst/>
              <a:ahLst/>
              <a:cxnLst/>
              <a:rect l="l" t="t" r="r" b="b"/>
              <a:pathLst>
                <a:path w="5851" h="1138" extrusionOk="0">
                  <a:moveTo>
                    <a:pt x="0" y="44"/>
                  </a:moveTo>
                  <a:lnTo>
                    <a:pt x="0" y="365"/>
                  </a:lnTo>
                  <a:lnTo>
                    <a:pt x="1489" y="1137"/>
                  </a:lnTo>
                  <a:lnTo>
                    <a:pt x="4183" y="1106"/>
                  </a:lnTo>
                  <a:lnTo>
                    <a:pt x="5789" y="365"/>
                  </a:lnTo>
                  <a:lnTo>
                    <a:pt x="58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3">
              <a:extLst>
                <a:ext uri="{FF2B5EF4-FFF2-40B4-BE49-F238E27FC236}">
                  <a16:creationId xmlns:a16="http://schemas.microsoft.com/office/drawing/2014/main" id="{8F7EB7D8-24CA-12B1-4CAA-7ED646882D0C}"/>
                </a:ext>
              </a:extLst>
            </p:cNvPr>
            <p:cNvSpPr/>
            <p:nvPr/>
          </p:nvSpPr>
          <p:spPr>
            <a:xfrm flipH="1">
              <a:off x="6210288" y="4929933"/>
              <a:ext cx="404758" cy="51743"/>
            </a:xfrm>
            <a:custGeom>
              <a:avLst/>
              <a:gdLst/>
              <a:ahLst/>
              <a:cxnLst/>
              <a:rect l="l" t="t" r="r" b="b"/>
              <a:pathLst>
                <a:path w="5851" h="748" extrusionOk="0">
                  <a:moveTo>
                    <a:pt x="0" y="44"/>
                  </a:moveTo>
                  <a:lnTo>
                    <a:pt x="2181" y="0"/>
                  </a:lnTo>
                  <a:lnTo>
                    <a:pt x="5851" y="0"/>
                  </a:lnTo>
                  <a:lnTo>
                    <a:pt x="3997" y="655"/>
                  </a:lnTo>
                  <a:lnTo>
                    <a:pt x="1582" y="7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3">
              <a:extLst>
                <a:ext uri="{FF2B5EF4-FFF2-40B4-BE49-F238E27FC236}">
                  <a16:creationId xmlns:a16="http://schemas.microsoft.com/office/drawing/2014/main" id="{7456EBCE-FF3C-4CB2-C580-009B8225A32B}"/>
                </a:ext>
              </a:extLst>
            </p:cNvPr>
            <p:cNvSpPr/>
            <p:nvPr/>
          </p:nvSpPr>
          <p:spPr>
            <a:xfrm flipH="1">
              <a:off x="7602806" y="5052595"/>
              <a:ext cx="944550" cy="130810"/>
            </a:xfrm>
            <a:custGeom>
              <a:avLst/>
              <a:gdLst/>
              <a:ahLst/>
              <a:cxnLst/>
              <a:rect l="l" t="t" r="r" b="b"/>
              <a:pathLst>
                <a:path w="13654" h="1891" extrusionOk="0">
                  <a:moveTo>
                    <a:pt x="0" y="1458"/>
                  </a:moveTo>
                  <a:lnTo>
                    <a:pt x="3744" y="340"/>
                  </a:lnTo>
                  <a:lnTo>
                    <a:pt x="6005" y="0"/>
                  </a:lnTo>
                  <a:lnTo>
                    <a:pt x="7828" y="31"/>
                  </a:lnTo>
                  <a:lnTo>
                    <a:pt x="6747" y="711"/>
                  </a:lnTo>
                  <a:lnTo>
                    <a:pt x="8056" y="124"/>
                  </a:lnTo>
                  <a:lnTo>
                    <a:pt x="9786" y="0"/>
                  </a:lnTo>
                  <a:lnTo>
                    <a:pt x="11368" y="62"/>
                  </a:lnTo>
                  <a:lnTo>
                    <a:pt x="13654" y="1458"/>
                  </a:lnTo>
                  <a:lnTo>
                    <a:pt x="6283" y="189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3">
              <a:extLst>
                <a:ext uri="{FF2B5EF4-FFF2-40B4-BE49-F238E27FC236}">
                  <a16:creationId xmlns:a16="http://schemas.microsoft.com/office/drawing/2014/main" id="{3449101B-2457-A647-529E-7AD3BAE09E49}"/>
                </a:ext>
              </a:extLst>
            </p:cNvPr>
            <p:cNvSpPr/>
            <p:nvPr/>
          </p:nvSpPr>
          <p:spPr>
            <a:xfrm flipH="1">
              <a:off x="6956010" y="3019991"/>
              <a:ext cx="128324" cy="382123"/>
            </a:xfrm>
            <a:custGeom>
              <a:avLst/>
              <a:gdLst/>
              <a:ahLst/>
              <a:cxnLst/>
              <a:rect l="l" t="t" r="r" b="b"/>
              <a:pathLst>
                <a:path w="1855" h="5524" extrusionOk="0">
                  <a:moveTo>
                    <a:pt x="866" y="0"/>
                  </a:moveTo>
                  <a:cubicBezTo>
                    <a:pt x="804" y="248"/>
                    <a:pt x="1" y="1298"/>
                    <a:pt x="433" y="1922"/>
                  </a:cubicBezTo>
                  <a:cubicBezTo>
                    <a:pt x="866" y="2546"/>
                    <a:pt x="1113" y="3534"/>
                    <a:pt x="1113" y="3534"/>
                  </a:cubicBezTo>
                  <a:lnTo>
                    <a:pt x="866" y="5524"/>
                  </a:lnTo>
                  <a:cubicBezTo>
                    <a:pt x="866" y="5524"/>
                    <a:pt x="1854" y="4350"/>
                    <a:pt x="1731" y="3602"/>
                  </a:cubicBezTo>
                  <a:cubicBezTo>
                    <a:pt x="1607" y="2861"/>
                    <a:pt x="1113" y="2107"/>
                    <a:pt x="927" y="1551"/>
                  </a:cubicBezTo>
                  <a:cubicBezTo>
                    <a:pt x="742" y="989"/>
                    <a:pt x="866" y="0"/>
                    <a:pt x="8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3">
              <a:extLst>
                <a:ext uri="{FF2B5EF4-FFF2-40B4-BE49-F238E27FC236}">
                  <a16:creationId xmlns:a16="http://schemas.microsoft.com/office/drawing/2014/main" id="{781F3FE4-5AE0-4CAB-BE7B-CBC4061FCB16}"/>
                </a:ext>
              </a:extLst>
            </p:cNvPr>
            <p:cNvSpPr/>
            <p:nvPr/>
          </p:nvSpPr>
          <p:spPr>
            <a:xfrm flipH="1">
              <a:off x="7319738" y="2899902"/>
              <a:ext cx="94081" cy="299666"/>
            </a:xfrm>
            <a:custGeom>
              <a:avLst/>
              <a:gdLst/>
              <a:ahLst/>
              <a:cxnLst/>
              <a:rect l="l" t="t" r="r" b="b"/>
              <a:pathLst>
                <a:path w="1360" h="4332" extrusionOk="0">
                  <a:moveTo>
                    <a:pt x="556" y="0"/>
                  </a:moveTo>
                  <a:cubicBezTo>
                    <a:pt x="247" y="309"/>
                    <a:pt x="0" y="1736"/>
                    <a:pt x="0" y="1736"/>
                  </a:cubicBezTo>
                  <a:lnTo>
                    <a:pt x="680" y="2910"/>
                  </a:lnTo>
                  <a:lnTo>
                    <a:pt x="865" y="4331"/>
                  </a:lnTo>
                  <a:cubicBezTo>
                    <a:pt x="865" y="4331"/>
                    <a:pt x="1360" y="2842"/>
                    <a:pt x="1174" y="2225"/>
                  </a:cubicBezTo>
                  <a:cubicBezTo>
                    <a:pt x="989" y="1613"/>
                    <a:pt x="556" y="0"/>
                    <a:pt x="5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3">
              <a:extLst>
                <a:ext uri="{FF2B5EF4-FFF2-40B4-BE49-F238E27FC236}">
                  <a16:creationId xmlns:a16="http://schemas.microsoft.com/office/drawing/2014/main" id="{EA531908-E8D9-D334-DA91-774CEF13C534}"/>
                </a:ext>
              </a:extLst>
            </p:cNvPr>
            <p:cNvSpPr/>
            <p:nvPr/>
          </p:nvSpPr>
          <p:spPr>
            <a:xfrm flipH="1">
              <a:off x="6225608" y="3870437"/>
              <a:ext cx="1941674" cy="609501"/>
            </a:xfrm>
            <a:custGeom>
              <a:avLst/>
              <a:gdLst/>
              <a:ahLst/>
              <a:cxnLst/>
              <a:rect l="l" t="t" r="r" b="b"/>
              <a:pathLst>
                <a:path w="28068" h="8811" extrusionOk="0">
                  <a:moveTo>
                    <a:pt x="3936" y="4776"/>
                  </a:moveTo>
                  <a:cubicBezTo>
                    <a:pt x="3936" y="4776"/>
                    <a:pt x="5184" y="4356"/>
                    <a:pt x="5653" y="4220"/>
                  </a:cubicBezTo>
                  <a:cubicBezTo>
                    <a:pt x="6117" y="4078"/>
                    <a:pt x="6858" y="3708"/>
                    <a:pt x="6858" y="3708"/>
                  </a:cubicBezTo>
                  <a:lnTo>
                    <a:pt x="7321" y="2361"/>
                  </a:lnTo>
                  <a:lnTo>
                    <a:pt x="8341" y="1854"/>
                  </a:lnTo>
                  <a:lnTo>
                    <a:pt x="9453" y="1718"/>
                  </a:lnTo>
                  <a:lnTo>
                    <a:pt x="11319" y="372"/>
                  </a:lnTo>
                  <a:lnTo>
                    <a:pt x="12517" y="1"/>
                  </a:lnTo>
                  <a:lnTo>
                    <a:pt x="13259" y="279"/>
                  </a:lnTo>
                  <a:lnTo>
                    <a:pt x="13771" y="977"/>
                  </a:lnTo>
                  <a:cubicBezTo>
                    <a:pt x="13771" y="977"/>
                    <a:pt x="16094" y="421"/>
                    <a:pt x="16514" y="464"/>
                  </a:cubicBezTo>
                  <a:cubicBezTo>
                    <a:pt x="16928" y="514"/>
                    <a:pt x="17670" y="606"/>
                    <a:pt x="17670" y="606"/>
                  </a:cubicBezTo>
                  <a:lnTo>
                    <a:pt x="18504" y="606"/>
                  </a:lnTo>
                  <a:lnTo>
                    <a:pt x="18782" y="1391"/>
                  </a:lnTo>
                  <a:lnTo>
                    <a:pt x="19616" y="3393"/>
                  </a:lnTo>
                  <a:lnTo>
                    <a:pt x="21247" y="3485"/>
                  </a:lnTo>
                  <a:lnTo>
                    <a:pt x="22588" y="3899"/>
                  </a:lnTo>
                  <a:lnTo>
                    <a:pt x="23329" y="4505"/>
                  </a:lnTo>
                  <a:lnTo>
                    <a:pt x="24583" y="5246"/>
                  </a:lnTo>
                  <a:lnTo>
                    <a:pt x="25090" y="5938"/>
                  </a:lnTo>
                  <a:lnTo>
                    <a:pt x="26585" y="6031"/>
                  </a:lnTo>
                  <a:lnTo>
                    <a:pt x="26721" y="7285"/>
                  </a:lnTo>
                  <a:cubicBezTo>
                    <a:pt x="26721" y="7285"/>
                    <a:pt x="27882" y="7977"/>
                    <a:pt x="27975" y="8212"/>
                  </a:cubicBezTo>
                  <a:cubicBezTo>
                    <a:pt x="28068" y="8440"/>
                    <a:pt x="27833" y="8811"/>
                    <a:pt x="27833" y="8811"/>
                  </a:cubicBezTo>
                  <a:lnTo>
                    <a:pt x="0" y="8811"/>
                  </a:lnTo>
                  <a:lnTo>
                    <a:pt x="1489" y="6723"/>
                  </a:lnTo>
                  <a:lnTo>
                    <a:pt x="1767" y="5796"/>
                  </a:lnTo>
                  <a:lnTo>
                    <a:pt x="2651" y="5518"/>
                  </a:lnTo>
                  <a:lnTo>
                    <a:pt x="3207" y="47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3">
              <a:extLst>
                <a:ext uri="{FF2B5EF4-FFF2-40B4-BE49-F238E27FC236}">
                  <a16:creationId xmlns:a16="http://schemas.microsoft.com/office/drawing/2014/main" id="{188E8B8F-A089-7A96-D31A-60A14F762E92}"/>
                </a:ext>
              </a:extLst>
            </p:cNvPr>
            <p:cNvSpPr/>
            <p:nvPr/>
          </p:nvSpPr>
          <p:spPr>
            <a:xfrm flipH="1">
              <a:off x="6240550" y="3870437"/>
              <a:ext cx="1941674" cy="609501"/>
            </a:xfrm>
            <a:custGeom>
              <a:avLst/>
              <a:gdLst/>
              <a:ahLst/>
              <a:cxnLst/>
              <a:rect l="l" t="t" r="r" b="b"/>
              <a:pathLst>
                <a:path w="28068" h="8811" extrusionOk="0">
                  <a:moveTo>
                    <a:pt x="3936" y="4776"/>
                  </a:moveTo>
                  <a:cubicBezTo>
                    <a:pt x="3936" y="4776"/>
                    <a:pt x="5184" y="4356"/>
                    <a:pt x="5653" y="4220"/>
                  </a:cubicBezTo>
                  <a:cubicBezTo>
                    <a:pt x="6116" y="4078"/>
                    <a:pt x="6858" y="3708"/>
                    <a:pt x="6858" y="3708"/>
                  </a:cubicBezTo>
                  <a:lnTo>
                    <a:pt x="7321" y="2361"/>
                  </a:lnTo>
                  <a:lnTo>
                    <a:pt x="8341" y="1854"/>
                  </a:lnTo>
                  <a:lnTo>
                    <a:pt x="9453" y="1718"/>
                  </a:lnTo>
                  <a:lnTo>
                    <a:pt x="11318" y="372"/>
                  </a:lnTo>
                  <a:lnTo>
                    <a:pt x="12523" y="1"/>
                  </a:lnTo>
                  <a:lnTo>
                    <a:pt x="13258" y="279"/>
                  </a:lnTo>
                  <a:lnTo>
                    <a:pt x="13771" y="977"/>
                  </a:lnTo>
                  <a:cubicBezTo>
                    <a:pt x="13771" y="977"/>
                    <a:pt x="16094" y="421"/>
                    <a:pt x="16514" y="464"/>
                  </a:cubicBezTo>
                  <a:cubicBezTo>
                    <a:pt x="16928" y="514"/>
                    <a:pt x="17670" y="606"/>
                    <a:pt x="17670" y="606"/>
                  </a:cubicBezTo>
                  <a:lnTo>
                    <a:pt x="18504" y="606"/>
                  </a:lnTo>
                  <a:lnTo>
                    <a:pt x="18782" y="1391"/>
                  </a:lnTo>
                  <a:lnTo>
                    <a:pt x="19616" y="3393"/>
                  </a:lnTo>
                  <a:lnTo>
                    <a:pt x="21247" y="3485"/>
                  </a:lnTo>
                  <a:lnTo>
                    <a:pt x="22587" y="3899"/>
                  </a:lnTo>
                  <a:lnTo>
                    <a:pt x="23329" y="4505"/>
                  </a:lnTo>
                  <a:lnTo>
                    <a:pt x="24583" y="5246"/>
                  </a:lnTo>
                  <a:lnTo>
                    <a:pt x="25089" y="5938"/>
                  </a:lnTo>
                  <a:lnTo>
                    <a:pt x="26585" y="6031"/>
                  </a:lnTo>
                  <a:lnTo>
                    <a:pt x="26720" y="7285"/>
                  </a:lnTo>
                  <a:cubicBezTo>
                    <a:pt x="26720" y="7285"/>
                    <a:pt x="27882" y="7977"/>
                    <a:pt x="27975" y="8212"/>
                  </a:cubicBezTo>
                  <a:cubicBezTo>
                    <a:pt x="28067" y="8440"/>
                    <a:pt x="27833" y="8811"/>
                    <a:pt x="27833" y="8811"/>
                  </a:cubicBezTo>
                  <a:lnTo>
                    <a:pt x="0" y="8811"/>
                  </a:lnTo>
                  <a:lnTo>
                    <a:pt x="1489" y="6723"/>
                  </a:lnTo>
                  <a:lnTo>
                    <a:pt x="1767" y="5796"/>
                  </a:lnTo>
                  <a:lnTo>
                    <a:pt x="2651" y="5518"/>
                  </a:lnTo>
                  <a:lnTo>
                    <a:pt x="3207" y="47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3">
              <a:extLst>
                <a:ext uri="{FF2B5EF4-FFF2-40B4-BE49-F238E27FC236}">
                  <a16:creationId xmlns:a16="http://schemas.microsoft.com/office/drawing/2014/main" id="{48588328-8F9B-B8EC-033C-9D722D733034}"/>
                </a:ext>
              </a:extLst>
            </p:cNvPr>
            <p:cNvSpPr/>
            <p:nvPr/>
          </p:nvSpPr>
          <p:spPr>
            <a:xfrm flipH="1">
              <a:off x="6477795" y="4262802"/>
              <a:ext cx="222752" cy="143676"/>
            </a:xfrm>
            <a:custGeom>
              <a:avLst/>
              <a:gdLst/>
              <a:ahLst/>
              <a:cxnLst/>
              <a:rect l="l" t="t" r="r" b="b"/>
              <a:pathLst>
                <a:path w="3220" h="2077" extrusionOk="0">
                  <a:moveTo>
                    <a:pt x="1" y="742"/>
                  </a:moveTo>
                  <a:lnTo>
                    <a:pt x="989" y="93"/>
                  </a:lnTo>
                  <a:lnTo>
                    <a:pt x="1885" y="0"/>
                  </a:lnTo>
                  <a:lnTo>
                    <a:pt x="3219" y="1242"/>
                  </a:lnTo>
                  <a:lnTo>
                    <a:pt x="3096" y="207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3">
              <a:extLst>
                <a:ext uri="{FF2B5EF4-FFF2-40B4-BE49-F238E27FC236}">
                  <a16:creationId xmlns:a16="http://schemas.microsoft.com/office/drawing/2014/main" id="{2028DC45-50A4-C2A5-41E5-2723B1042110}"/>
                </a:ext>
              </a:extLst>
            </p:cNvPr>
            <p:cNvSpPr/>
            <p:nvPr/>
          </p:nvSpPr>
          <p:spPr>
            <a:xfrm flipH="1">
              <a:off x="6481637" y="4084605"/>
              <a:ext cx="1577109" cy="396234"/>
            </a:xfrm>
            <a:custGeom>
              <a:avLst/>
              <a:gdLst/>
              <a:ahLst/>
              <a:cxnLst/>
              <a:rect l="l" t="t" r="r" b="b"/>
              <a:pathLst>
                <a:path w="22798" h="5728" extrusionOk="0">
                  <a:moveTo>
                    <a:pt x="22699" y="5239"/>
                  </a:moveTo>
                  <a:lnTo>
                    <a:pt x="20901" y="4529"/>
                  </a:lnTo>
                  <a:lnTo>
                    <a:pt x="19159" y="3725"/>
                  </a:lnTo>
                  <a:lnTo>
                    <a:pt x="16898" y="4652"/>
                  </a:lnTo>
                  <a:lnTo>
                    <a:pt x="18788" y="3417"/>
                  </a:lnTo>
                  <a:lnTo>
                    <a:pt x="17831" y="2675"/>
                  </a:lnTo>
                  <a:lnTo>
                    <a:pt x="16095" y="2181"/>
                  </a:lnTo>
                  <a:lnTo>
                    <a:pt x="11665" y="2582"/>
                  </a:lnTo>
                  <a:lnTo>
                    <a:pt x="9984" y="5029"/>
                  </a:lnTo>
                  <a:lnTo>
                    <a:pt x="9515" y="5727"/>
                  </a:lnTo>
                  <a:lnTo>
                    <a:pt x="22798" y="5727"/>
                  </a:lnTo>
                  <a:close/>
                  <a:moveTo>
                    <a:pt x="7927" y="2669"/>
                  </a:moveTo>
                  <a:lnTo>
                    <a:pt x="5536" y="2107"/>
                  </a:lnTo>
                  <a:lnTo>
                    <a:pt x="5814" y="0"/>
                  </a:lnTo>
                  <a:lnTo>
                    <a:pt x="5196" y="247"/>
                  </a:lnTo>
                  <a:lnTo>
                    <a:pt x="5073" y="606"/>
                  </a:lnTo>
                  <a:cubicBezTo>
                    <a:pt x="5073" y="606"/>
                    <a:pt x="4331" y="976"/>
                    <a:pt x="3868" y="1112"/>
                  </a:cubicBezTo>
                  <a:cubicBezTo>
                    <a:pt x="3578" y="1205"/>
                    <a:pt x="2954" y="1409"/>
                    <a:pt x="2540" y="1538"/>
                  </a:cubicBezTo>
                  <a:cubicBezTo>
                    <a:pt x="2225" y="1742"/>
                    <a:pt x="1934" y="1940"/>
                    <a:pt x="1916" y="2008"/>
                  </a:cubicBezTo>
                  <a:lnTo>
                    <a:pt x="1069" y="2175"/>
                  </a:lnTo>
                  <a:lnTo>
                    <a:pt x="896" y="2410"/>
                  </a:lnTo>
                  <a:lnTo>
                    <a:pt x="19" y="2688"/>
                  </a:lnTo>
                  <a:lnTo>
                    <a:pt x="1" y="2731"/>
                  </a:lnTo>
                  <a:lnTo>
                    <a:pt x="291" y="5709"/>
                  </a:lnTo>
                  <a:lnTo>
                    <a:pt x="8841" y="5709"/>
                  </a:lnTo>
                  <a:lnTo>
                    <a:pt x="9694" y="333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3">
              <a:extLst>
                <a:ext uri="{FF2B5EF4-FFF2-40B4-BE49-F238E27FC236}">
                  <a16:creationId xmlns:a16="http://schemas.microsoft.com/office/drawing/2014/main" id="{6E24969E-EFA0-FFD4-F889-B0A0C3DD155D}"/>
                </a:ext>
              </a:extLst>
            </p:cNvPr>
            <p:cNvSpPr/>
            <p:nvPr/>
          </p:nvSpPr>
          <p:spPr>
            <a:xfrm flipH="1">
              <a:off x="7447889" y="881423"/>
              <a:ext cx="1401467" cy="3786086"/>
            </a:xfrm>
            <a:custGeom>
              <a:avLst/>
              <a:gdLst/>
              <a:ahLst/>
              <a:cxnLst/>
              <a:rect l="l" t="t" r="r" b="b"/>
              <a:pathLst>
                <a:path w="20259" h="54732" extrusionOk="0">
                  <a:moveTo>
                    <a:pt x="11065" y="507"/>
                  </a:moveTo>
                  <a:lnTo>
                    <a:pt x="11528" y="1477"/>
                  </a:lnTo>
                  <a:lnTo>
                    <a:pt x="11485" y="2731"/>
                  </a:lnTo>
                  <a:lnTo>
                    <a:pt x="12227" y="3843"/>
                  </a:lnTo>
                  <a:lnTo>
                    <a:pt x="13153" y="7309"/>
                  </a:lnTo>
                  <a:lnTo>
                    <a:pt x="12919" y="7877"/>
                  </a:lnTo>
                  <a:lnTo>
                    <a:pt x="8038" y="7877"/>
                  </a:lnTo>
                  <a:lnTo>
                    <a:pt x="8038" y="11782"/>
                  </a:lnTo>
                  <a:lnTo>
                    <a:pt x="10225" y="12659"/>
                  </a:lnTo>
                  <a:lnTo>
                    <a:pt x="9762" y="13771"/>
                  </a:lnTo>
                  <a:lnTo>
                    <a:pt x="11393" y="13728"/>
                  </a:lnTo>
                  <a:lnTo>
                    <a:pt x="11393" y="18485"/>
                  </a:lnTo>
                  <a:lnTo>
                    <a:pt x="8785" y="18714"/>
                  </a:lnTo>
                  <a:lnTo>
                    <a:pt x="8649" y="19548"/>
                  </a:lnTo>
                  <a:cubicBezTo>
                    <a:pt x="8649" y="19548"/>
                    <a:pt x="9619" y="20474"/>
                    <a:pt x="9576" y="20660"/>
                  </a:cubicBezTo>
                  <a:cubicBezTo>
                    <a:pt x="9533" y="20845"/>
                    <a:pt x="9669" y="21587"/>
                    <a:pt x="9669" y="21587"/>
                  </a:cubicBezTo>
                  <a:lnTo>
                    <a:pt x="9669" y="22513"/>
                  </a:lnTo>
                  <a:lnTo>
                    <a:pt x="7772" y="22513"/>
                  </a:lnTo>
                  <a:lnTo>
                    <a:pt x="7772" y="23675"/>
                  </a:lnTo>
                  <a:lnTo>
                    <a:pt x="7401" y="24323"/>
                  </a:lnTo>
                  <a:cubicBezTo>
                    <a:pt x="7401" y="24323"/>
                    <a:pt x="7445" y="24830"/>
                    <a:pt x="7031" y="25201"/>
                  </a:cubicBezTo>
                  <a:cubicBezTo>
                    <a:pt x="6611" y="25571"/>
                    <a:pt x="6382" y="26127"/>
                    <a:pt x="6382" y="26127"/>
                  </a:cubicBezTo>
                  <a:cubicBezTo>
                    <a:pt x="6382" y="26127"/>
                    <a:pt x="7630" y="26591"/>
                    <a:pt x="8242" y="26869"/>
                  </a:cubicBezTo>
                  <a:cubicBezTo>
                    <a:pt x="8841" y="27147"/>
                    <a:pt x="15390" y="26869"/>
                    <a:pt x="15390" y="26869"/>
                  </a:cubicBezTo>
                  <a:cubicBezTo>
                    <a:pt x="15390" y="26869"/>
                    <a:pt x="15019" y="27610"/>
                    <a:pt x="15347" y="27796"/>
                  </a:cubicBezTo>
                  <a:cubicBezTo>
                    <a:pt x="15668" y="27981"/>
                    <a:pt x="16088" y="27746"/>
                    <a:pt x="16224" y="28117"/>
                  </a:cubicBezTo>
                  <a:cubicBezTo>
                    <a:pt x="16366" y="28494"/>
                    <a:pt x="16088" y="29186"/>
                    <a:pt x="16088" y="29186"/>
                  </a:cubicBezTo>
                  <a:lnTo>
                    <a:pt x="7723" y="29186"/>
                  </a:lnTo>
                  <a:lnTo>
                    <a:pt x="7723" y="32991"/>
                  </a:lnTo>
                  <a:lnTo>
                    <a:pt x="9724" y="34196"/>
                  </a:lnTo>
                  <a:lnTo>
                    <a:pt x="11448" y="34103"/>
                  </a:lnTo>
                  <a:cubicBezTo>
                    <a:pt x="11448" y="34103"/>
                    <a:pt x="12047" y="33597"/>
                    <a:pt x="12418" y="33269"/>
                  </a:cubicBezTo>
                  <a:cubicBezTo>
                    <a:pt x="12789" y="32948"/>
                    <a:pt x="13580" y="33084"/>
                    <a:pt x="13956" y="33084"/>
                  </a:cubicBezTo>
                  <a:cubicBezTo>
                    <a:pt x="14327" y="33084"/>
                    <a:pt x="15069" y="33177"/>
                    <a:pt x="15069" y="33177"/>
                  </a:cubicBezTo>
                  <a:lnTo>
                    <a:pt x="16181" y="33084"/>
                  </a:lnTo>
                  <a:cubicBezTo>
                    <a:pt x="16181" y="33084"/>
                    <a:pt x="16181" y="36476"/>
                    <a:pt x="16502" y="36939"/>
                  </a:cubicBezTo>
                  <a:cubicBezTo>
                    <a:pt x="16829" y="37402"/>
                    <a:pt x="17478" y="37866"/>
                    <a:pt x="17941" y="38193"/>
                  </a:cubicBezTo>
                  <a:cubicBezTo>
                    <a:pt x="18405" y="38514"/>
                    <a:pt x="18633" y="39818"/>
                    <a:pt x="18633" y="39818"/>
                  </a:cubicBezTo>
                  <a:lnTo>
                    <a:pt x="19004" y="41208"/>
                  </a:lnTo>
                  <a:lnTo>
                    <a:pt x="19838" y="41857"/>
                  </a:lnTo>
                  <a:lnTo>
                    <a:pt x="20258" y="43488"/>
                  </a:lnTo>
                  <a:lnTo>
                    <a:pt x="19653" y="44600"/>
                  </a:lnTo>
                  <a:cubicBezTo>
                    <a:pt x="19653" y="44600"/>
                    <a:pt x="19609" y="45341"/>
                    <a:pt x="19795" y="45761"/>
                  </a:cubicBezTo>
                  <a:cubicBezTo>
                    <a:pt x="19980" y="46175"/>
                    <a:pt x="20116" y="48084"/>
                    <a:pt x="20116" y="48084"/>
                  </a:cubicBezTo>
                  <a:lnTo>
                    <a:pt x="19467" y="50179"/>
                  </a:lnTo>
                  <a:lnTo>
                    <a:pt x="19980" y="52360"/>
                  </a:lnTo>
                  <a:lnTo>
                    <a:pt x="18256" y="54732"/>
                  </a:lnTo>
                  <a:lnTo>
                    <a:pt x="9984" y="53762"/>
                  </a:lnTo>
                  <a:cubicBezTo>
                    <a:pt x="9984" y="53762"/>
                    <a:pt x="0" y="26257"/>
                    <a:pt x="1205" y="19659"/>
                  </a:cubicBezTo>
                  <a:cubicBezTo>
                    <a:pt x="2410" y="13061"/>
                    <a:pt x="7012" y="0"/>
                    <a:pt x="70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3">
              <a:extLst>
                <a:ext uri="{FF2B5EF4-FFF2-40B4-BE49-F238E27FC236}">
                  <a16:creationId xmlns:a16="http://schemas.microsoft.com/office/drawing/2014/main" id="{61902AD7-FB3B-A01B-F271-4DC14259A240}"/>
                </a:ext>
              </a:extLst>
            </p:cNvPr>
            <p:cNvSpPr/>
            <p:nvPr/>
          </p:nvSpPr>
          <p:spPr>
            <a:xfrm flipH="1">
              <a:off x="8485556" y="935675"/>
              <a:ext cx="752294" cy="897494"/>
            </a:xfrm>
            <a:custGeom>
              <a:avLst/>
              <a:gdLst/>
              <a:ahLst/>
              <a:cxnLst/>
              <a:rect l="l" t="t" r="r" b="b"/>
              <a:pathLst>
                <a:path w="12221" h="13073" extrusionOk="0">
                  <a:moveTo>
                    <a:pt x="12220" y="0"/>
                  </a:moveTo>
                  <a:lnTo>
                    <a:pt x="0" y="0"/>
                  </a:lnTo>
                  <a:lnTo>
                    <a:pt x="0" y="9385"/>
                  </a:lnTo>
                  <a:lnTo>
                    <a:pt x="3880" y="7556"/>
                  </a:lnTo>
                  <a:lnTo>
                    <a:pt x="5610" y="3843"/>
                  </a:lnTo>
                  <a:lnTo>
                    <a:pt x="6413" y="4584"/>
                  </a:lnTo>
                  <a:lnTo>
                    <a:pt x="6975" y="5950"/>
                  </a:lnTo>
                  <a:lnTo>
                    <a:pt x="8952" y="13073"/>
                  </a:lnTo>
                  <a:lnTo>
                    <a:pt x="8890" y="4399"/>
                  </a:lnTo>
                  <a:lnTo>
                    <a:pt x="10071" y="5264"/>
                  </a:lnTo>
                  <a:lnTo>
                    <a:pt x="9947" y="3225"/>
                  </a:lnTo>
                  <a:lnTo>
                    <a:pt x="11862" y="4152"/>
                  </a:ln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3">
              <a:extLst>
                <a:ext uri="{FF2B5EF4-FFF2-40B4-BE49-F238E27FC236}">
                  <a16:creationId xmlns:a16="http://schemas.microsoft.com/office/drawing/2014/main" id="{9974AEAB-8BC9-58A7-07B1-C30C00FAF618}"/>
                </a:ext>
              </a:extLst>
            </p:cNvPr>
            <p:cNvSpPr/>
            <p:nvPr/>
          </p:nvSpPr>
          <p:spPr>
            <a:xfrm flipH="1">
              <a:off x="7592815" y="3260175"/>
              <a:ext cx="1076685" cy="1463397"/>
            </a:xfrm>
            <a:custGeom>
              <a:avLst/>
              <a:gdLst/>
              <a:ahLst/>
              <a:cxnLst/>
              <a:rect l="l" t="t" r="r" b="b"/>
              <a:pathLst>
                <a:path w="13451" h="21155" extrusionOk="0">
                  <a:moveTo>
                    <a:pt x="11078" y="4708"/>
                  </a:moveTo>
                  <a:lnTo>
                    <a:pt x="9719" y="2354"/>
                  </a:lnTo>
                  <a:lnTo>
                    <a:pt x="8045" y="3769"/>
                  </a:lnTo>
                  <a:lnTo>
                    <a:pt x="7983" y="5882"/>
                  </a:lnTo>
                  <a:lnTo>
                    <a:pt x="8230" y="10528"/>
                  </a:lnTo>
                  <a:lnTo>
                    <a:pt x="7427" y="6321"/>
                  </a:lnTo>
                  <a:lnTo>
                    <a:pt x="6130" y="3411"/>
                  </a:lnTo>
                  <a:lnTo>
                    <a:pt x="5141" y="1"/>
                  </a:lnTo>
                  <a:lnTo>
                    <a:pt x="2478" y="1681"/>
                  </a:lnTo>
                  <a:lnTo>
                    <a:pt x="2046" y="3602"/>
                  </a:lnTo>
                  <a:lnTo>
                    <a:pt x="2664" y="7624"/>
                  </a:lnTo>
                  <a:lnTo>
                    <a:pt x="2787" y="11529"/>
                  </a:lnTo>
                  <a:cubicBezTo>
                    <a:pt x="2787" y="11529"/>
                    <a:pt x="2417" y="18522"/>
                    <a:pt x="2293" y="18770"/>
                  </a:cubicBezTo>
                  <a:lnTo>
                    <a:pt x="1" y="20753"/>
                  </a:lnTo>
                  <a:lnTo>
                    <a:pt x="155" y="21154"/>
                  </a:lnTo>
                  <a:lnTo>
                    <a:pt x="7526" y="21154"/>
                  </a:lnTo>
                  <a:lnTo>
                    <a:pt x="8175" y="17342"/>
                  </a:lnTo>
                  <a:lnTo>
                    <a:pt x="9009" y="14099"/>
                  </a:lnTo>
                  <a:cubicBezTo>
                    <a:pt x="9009" y="14099"/>
                    <a:pt x="10874" y="12579"/>
                    <a:pt x="10905" y="11813"/>
                  </a:cubicBezTo>
                  <a:cubicBezTo>
                    <a:pt x="10936" y="11041"/>
                    <a:pt x="11060" y="10077"/>
                    <a:pt x="10905" y="9657"/>
                  </a:cubicBezTo>
                  <a:cubicBezTo>
                    <a:pt x="10831" y="9472"/>
                    <a:pt x="11128" y="9243"/>
                    <a:pt x="11474" y="9039"/>
                  </a:cubicBezTo>
                  <a:lnTo>
                    <a:pt x="11468" y="8996"/>
                  </a:lnTo>
                  <a:lnTo>
                    <a:pt x="13451" y="6945"/>
                  </a:lnTo>
                  <a:lnTo>
                    <a:pt x="12215" y="61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3">
              <a:extLst>
                <a:ext uri="{FF2B5EF4-FFF2-40B4-BE49-F238E27FC236}">
                  <a16:creationId xmlns:a16="http://schemas.microsoft.com/office/drawing/2014/main" id="{76332F4F-7EB6-92DA-ACCC-C12066D62501}"/>
                </a:ext>
              </a:extLst>
            </p:cNvPr>
            <p:cNvSpPr/>
            <p:nvPr/>
          </p:nvSpPr>
          <p:spPr>
            <a:xfrm flipH="1">
              <a:off x="8417195" y="2530227"/>
              <a:ext cx="820653" cy="2176245"/>
            </a:xfrm>
            <a:custGeom>
              <a:avLst/>
              <a:gdLst/>
              <a:ahLst/>
              <a:cxnLst/>
              <a:rect l="l" t="t" r="r" b="b"/>
              <a:pathLst>
                <a:path w="11863" h="31460" extrusionOk="0">
                  <a:moveTo>
                    <a:pt x="0" y="31459"/>
                  </a:moveTo>
                  <a:lnTo>
                    <a:pt x="11244" y="30804"/>
                  </a:lnTo>
                  <a:lnTo>
                    <a:pt x="11862" y="19468"/>
                  </a:lnTo>
                  <a:lnTo>
                    <a:pt x="11368" y="14574"/>
                  </a:lnTo>
                  <a:lnTo>
                    <a:pt x="11368" y="11473"/>
                  </a:lnTo>
                  <a:lnTo>
                    <a:pt x="9817" y="10485"/>
                  </a:lnTo>
                  <a:lnTo>
                    <a:pt x="8458" y="10979"/>
                  </a:lnTo>
                  <a:lnTo>
                    <a:pt x="7161" y="11164"/>
                  </a:lnTo>
                  <a:lnTo>
                    <a:pt x="2268" y="21512"/>
                  </a:lnTo>
                  <a:lnTo>
                    <a:pt x="8705" y="4541"/>
                  </a:lnTo>
                  <a:lnTo>
                    <a:pt x="7408" y="3985"/>
                  </a:lnTo>
                  <a:lnTo>
                    <a:pt x="6728" y="6339"/>
                  </a:lnTo>
                  <a:lnTo>
                    <a:pt x="6605" y="5042"/>
                  </a:lnTo>
                  <a:lnTo>
                    <a:pt x="6110" y="4300"/>
                  </a:lnTo>
                  <a:lnTo>
                    <a:pt x="6296" y="2879"/>
                  </a:lnTo>
                  <a:lnTo>
                    <a:pt x="4807" y="3374"/>
                  </a:lnTo>
                  <a:lnTo>
                    <a:pt x="2947" y="3559"/>
                  </a:lnTo>
                  <a:lnTo>
                    <a:pt x="2020" y="3065"/>
                  </a:lnTo>
                  <a:lnTo>
                    <a:pt x="340" y="7334"/>
                  </a:lnTo>
                  <a:lnTo>
                    <a:pt x="1390" y="3559"/>
                  </a:lnTo>
                  <a:lnTo>
                    <a:pt x="1267" y="1761"/>
                  </a:lnTo>
                  <a:cubicBezTo>
                    <a:pt x="1267" y="1761"/>
                    <a:pt x="1205" y="834"/>
                    <a:pt x="1020" y="773"/>
                  </a:cubicBezTo>
                  <a:cubicBezTo>
                    <a:pt x="939" y="742"/>
                    <a:pt x="464" y="377"/>
                    <a:pt x="0" y="0"/>
                  </a:cubicBezTo>
                  <a:lnTo>
                    <a:pt x="0" y="314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3">
              <a:extLst>
                <a:ext uri="{FF2B5EF4-FFF2-40B4-BE49-F238E27FC236}">
                  <a16:creationId xmlns:a16="http://schemas.microsoft.com/office/drawing/2014/main" id="{BA3B59F5-B92D-0954-6CAF-A81FABE7701B}"/>
                </a:ext>
              </a:extLst>
            </p:cNvPr>
            <p:cNvSpPr/>
            <p:nvPr/>
          </p:nvSpPr>
          <p:spPr>
            <a:xfrm flipH="1">
              <a:off x="8680485" y="1387444"/>
              <a:ext cx="557363" cy="265424"/>
            </a:xfrm>
            <a:custGeom>
              <a:avLst/>
              <a:gdLst/>
              <a:ahLst/>
              <a:cxnLst/>
              <a:rect l="l" t="t" r="r" b="b"/>
              <a:pathLst>
                <a:path w="8057" h="3837" extrusionOk="0">
                  <a:moveTo>
                    <a:pt x="0" y="0"/>
                  </a:moveTo>
                  <a:lnTo>
                    <a:pt x="8056" y="0"/>
                  </a:lnTo>
                  <a:lnTo>
                    <a:pt x="8056" y="3837"/>
                  </a:lnTo>
                  <a:lnTo>
                    <a:pt x="0" y="38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3">
              <a:extLst>
                <a:ext uri="{FF2B5EF4-FFF2-40B4-BE49-F238E27FC236}">
                  <a16:creationId xmlns:a16="http://schemas.microsoft.com/office/drawing/2014/main" id="{3A7D3422-8F8E-A50A-73E9-3646A225C4F1}"/>
                </a:ext>
              </a:extLst>
            </p:cNvPr>
            <p:cNvSpPr/>
            <p:nvPr/>
          </p:nvSpPr>
          <p:spPr>
            <a:xfrm flipH="1">
              <a:off x="8680485" y="1884056"/>
              <a:ext cx="557363" cy="265840"/>
            </a:xfrm>
            <a:custGeom>
              <a:avLst/>
              <a:gdLst/>
              <a:ahLst/>
              <a:cxnLst/>
              <a:rect l="l" t="t" r="r" b="b"/>
              <a:pathLst>
                <a:path w="8057" h="3843" extrusionOk="0">
                  <a:moveTo>
                    <a:pt x="0" y="0"/>
                  </a:moveTo>
                  <a:lnTo>
                    <a:pt x="8056" y="0"/>
                  </a:lnTo>
                  <a:lnTo>
                    <a:pt x="8056" y="3843"/>
                  </a:lnTo>
                  <a:lnTo>
                    <a:pt x="0" y="38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3">
              <a:extLst>
                <a:ext uri="{FF2B5EF4-FFF2-40B4-BE49-F238E27FC236}">
                  <a16:creationId xmlns:a16="http://schemas.microsoft.com/office/drawing/2014/main" id="{D2981799-BB10-5A7F-1DAE-049058823793}"/>
                </a:ext>
              </a:extLst>
            </p:cNvPr>
            <p:cNvSpPr/>
            <p:nvPr/>
          </p:nvSpPr>
          <p:spPr>
            <a:xfrm flipH="1">
              <a:off x="8680496" y="2097256"/>
              <a:ext cx="97056" cy="53126"/>
            </a:xfrm>
            <a:custGeom>
              <a:avLst/>
              <a:gdLst/>
              <a:ahLst/>
              <a:cxnLst/>
              <a:rect l="l" t="t" r="r" b="b"/>
              <a:pathLst>
                <a:path w="1403" h="768" extrusionOk="0">
                  <a:moveTo>
                    <a:pt x="1402" y="767"/>
                  </a:moveTo>
                  <a:lnTo>
                    <a:pt x="1402" y="1"/>
                  </a:lnTo>
                  <a:lnTo>
                    <a:pt x="1248" y="211"/>
                  </a:lnTo>
                  <a:lnTo>
                    <a:pt x="0" y="304"/>
                  </a:lnTo>
                  <a:lnTo>
                    <a:pt x="0" y="7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3">
              <a:extLst>
                <a:ext uri="{FF2B5EF4-FFF2-40B4-BE49-F238E27FC236}">
                  <a16:creationId xmlns:a16="http://schemas.microsoft.com/office/drawing/2014/main" id="{C723E838-7105-D526-174F-427FA2BE442D}"/>
                </a:ext>
              </a:extLst>
            </p:cNvPr>
            <p:cNvSpPr/>
            <p:nvPr/>
          </p:nvSpPr>
          <p:spPr>
            <a:xfrm flipH="1">
              <a:off x="8680485" y="2381499"/>
              <a:ext cx="557363" cy="265909"/>
            </a:xfrm>
            <a:custGeom>
              <a:avLst/>
              <a:gdLst/>
              <a:ahLst/>
              <a:cxnLst/>
              <a:rect l="l" t="t" r="r" b="b"/>
              <a:pathLst>
                <a:path w="8057" h="3844" extrusionOk="0">
                  <a:moveTo>
                    <a:pt x="0" y="0"/>
                  </a:moveTo>
                  <a:lnTo>
                    <a:pt x="8056" y="0"/>
                  </a:lnTo>
                  <a:lnTo>
                    <a:pt x="8056" y="3843"/>
                  </a:lnTo>
                  <a:lnTo>
                    <a:pt x="0" y="38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3">
              <a:extLst>
                <a:ext uri="{FF2B5EF4-FFF2-40B4-BE49-F238E27FC236}">
                  <a16:creationId xmlns:a16="http://schemas.microsoft.com/office/drawing/2014/main" id="{B1A154CA-0C11-9212-4513-7D5FE0795D78}"/>
                </a:ext>
              </a:extLst>
            </p:cNvPr>
            <p:cNvSpPr/>
            <p:nvPr/>
          </p:nvSpPr>
          <p:spPr>
            <a:xfrm flipH="1">
              <a:off x="8680485" y="2878526"/>
              <a:ext cx="557363" cy="265494"/>
            </a:xfrm>
            <a:custGeom>
              <a:avLst/>
              <a:gdLst/>
              <a:ahLst/>
              <a:cxnLst/>
              <a:rect l="l" t="t" r="r" b="b"/>
              <a:pathLst>
                <a:path w="8057" h="3838" extrusionOk="0">
                  <a:moveTo>
                    <a:pt x="0" y="1"/>
                  </a:moveTo>
                  <a:lnTo>
                    <a:pt x="8056" y="1"/>
                  </a:lnTo>
                  <a:lnTo>
                    <a:pt x="8056" y="3837"/>
                  </a:lnTo>
                  <a:lnTo>
                    <a:pt x="0" y="38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3">
              <a:extLst>
                <a:ext uri="{FF2B5EF4-FFF2-40B4-BE49-F238E27FC236}">
                  <a16:creationId xmlns:a16="http://schemas.microsoft.com/office/drawing/2014/main" id="{E3A15333-CF2B-410E-DB8E-A96E85A0C4AE}"/>
                </a:ext>
              </a:extLst>
            </p:cNvPr>
            <p:cNvSpPr/>
            <p:nvPr/>
          </p:nvSpPr>
          <p:spPr>
            <a:xfrm flipH="1">
              <a:off x="7795380" y="3375554"/>
              <a:ext cx="556948" cy="265909"/>
            </a:xfrm>
            <a:custGeom>
              <a:avLst/>
              <a:gdLst/>
              <a:ahLst/>
              <a:cxnLst/>
              <a:rect l="l" t="t" r="r" b="b"/>
              <a:pathLst>
                <a:path w="8051" h="3844" extrusionOk="0">
                  <a:moveTo>
                    <a:pt x="0" y="1"/>
                  </a:moveTo>
                  <a:lnTo>
                    <a:pt x="8050" y="1"/>
                  </a:lnTo>
                  <a:lnTo>
                    <a:pt x="8050" y="3843"/>
                  </a:lnTo>
                  <a:lnTo>
                    <a:pt x="0" y="38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3">
              <a:extLst>
                <a:ext uri="{FF2B5EF4-FFF2-40B4-BE49-F238E27FC236}">
                  <a16:creationId xmlns:a16="http://schemas.microsoft.com/office/drawing/2014/main" id="{5536EA57-AC0F-BF4B-847B-831EF014775B}"/>
                </a:ext>
              </a:extLst>
            </p:cNvPr>
            <p:cNvSpPr/>
            <p:nvPr/>
          </p:nvSpPr>
          <p:spPr>
            <a:xfrm flipH="1">
              <a:off x="8680485" y="3375554"/>
              <a:ext cx="557363" cy="265909"/>
            </a:xfrm>
            <a:custGeom>
              <a:avLst/>
              <a:gdLst/>
              <a:ahLst/>
              <a:cxnLst/>
              <a:rect l="l" t="t" r="r" b="b"/>
              <a:pathLst>
                <a:path w="8057" h="3844" extrusionOk="0">
                  <a:moveTo>
                    <a:pt x="0" y="1"/>
                  </a:moveTo>
                  <a:lnTo>
                    <a:pt x="8056" y="1"/>
                  </a:lnTo>
                  <a:lnTo>
                    <a:pt x="8056" y="3843"/>
                  </a:lnTo>
                  <a:lnTo>
                    <a:pt x="0" y="384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3">
              <a:extLst>
                <a:ext uri="{FF2B5EF4-FFF2-40B4-BE49-F238E27FC236}">
                  <a16:creationId xmlns:a16="http://schemas.microsoft.com/office/drawing/2014/main" id="{1458D5B7-CB05-6199-CFD3-16C1FE57D6EE}"/>
                </a:ext>
              </a:extLst>
            </p:cNvPr>
            <p:cNvSpPr/>
            <p:nvPr/>
          </p:nvSpPr>
          <p:spPr>
            <a:xfrm flipH="1">
              <a:off x="8680900" y="3375554"/>
              <a:ext cx="556118" cy="265909"/>
            </a:xfrm>
            <a:custGeom>
              <a:avLst/>
              <a:gdLst/>
              <a:ahLst/>
              <a:cxnLst/>
              <a:rect l="l" t="t" r="r" b="b"/>
              <a:pathLst>
                <a:path w="8039" h="3844" extrusionOk="0">
                  <a:moveTo>
                    <a:pt x="4455" y="1984"/>
                  </a:moveTo>
                  <a:lnTo>
                    <a:pt x="3664" y="1613"/>
                  </a:lnTo>
                  <a:lnTo>
                    <a:pt x="1897" y="1613"/>
                  </a:lnTo>
                  <a:lnTo>
                    <a:pt x="2317" y="2212"/>
                  </a:lnTo>
                  <a:lnTo>
                    <a:pt x="2317" y="3324"/>
                  </a:lnTo>
                  <a:lnTo>
                    <a:pt x="1990" y="2120"/>
                  </a:lnTo>
                  <a:lnTo>
                    <a:pt x="1249" y="1706"/>
                  </a:lnTo>
                  <a:lnTo>
                    <a:pt x="971" y="1100"/>
                  </a:lnTo>
                  <a:lnTo>
                    <a:pt x="1" y="1879"/>
                  </a:lnTo>
                  <a:lnTo>
                    <a:pt x="1" y="3843"/>
                  </a:lnTo>
                  <a:lnTo>
                    <a:pt x="6185" y="3843"/>
                  </a:lnTo>
                  <a:lnTo>
                    <a:pt x="5481" y="2076"/>
                  </a:lnTo>
                  <a:close/>
                  <a:moveTo>
                    <a:pt x="6370" y="7"/>
                  </a:moveTo>
                  <a:lnTo>
                    <a:pt x="6308" y="779"/>
                  </a:lnTo>
                  <a:lnTo>
                    <a:pt x="5752" y="2120"/>
                  </a:lnTo>
                  <a:lnTo>
                    <a:pt x="6259" y="3843"/>
                  </a:lnTo>
                  <a:lnTo>
                    <a:pt x="8038" y="3843"/>
                  </a:lnTo>
                  <a:lnTo>
                    <a:pt x="8038" y="1"/>
                  </a:lnTo>
                  <a:lnTo>
                    <a:pt x="6370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3">
              <a:extLst>
                <a:ext uri="{FF2B5EF4-FFF2-40B4-BE49-F238E27FC236}">
                  <a16:creationId xmlns:a16="http://schemas.microsoft.com/office/drawing/2014/main" id="{EFFA37CD-5769-9E8F-677E-75E3E1329520}"/>
                </a:ext>
              </a:extLst>
            </p:cNvPr>
            <p:cNvSpPr/>
            <p:nvPr/>
          </p:nvSpPr>
          <p:spPr>
            <a:xfrm flipH="1">
              <a:off x="8680491" y="2878526"/>
              <a:ext cx="307356" cy="265494"/>
            </a:xfrm>
            <a:custGeom>
              <a:avLst/>
              <a:gdLst/>
              <a:ahLst/>
              <a:cxnLst/>
              <a:rect l="l" t="t" r="r" b="b"/>
              <a:pathLst>
                <a:path w="4443" h="3838" extrusionOk="0">
                  <a:moveTo>
                    <a:pt x="1471" y="1953"/>
                  </a:moveTo>
                  <a:lnTo>
                    <a:pt x="1316" y="2571"/>
                  </a:lnTo>
                  <a:lnTo>
                    <a:pt x="297" y="2972"/>
                  </a:lnTo>
                  <a:cubicBezTo>
                    <a:pt x="297" y="2972"/>
                    <a:pt x="112" y="3503"/>
                    <a:pt x="0" y="3837"/>
                  </a:cubicBezTo>
                  <a:lnTo>
                    <a:pt x="4442" y="3837"/>
                  </a:lnTo>
                  <a:lnTo>
                    <a:pt x="4442" y="1"/>
                  </a:lnTo>
                  <a:lnTo>
                    <a:pt x="921" y="1"/>
                  </a:lnTo>
                  <a:lnTo>
                    <a:pt x="970" y="711"/>
                  </a:lnTo>
                  <a:lnTo>
                    <a:pt x="1804" y="1113"/>
                  </a:lnTo>
                  <a:lnTo>
                    <a:pt x="1804" y="1823"/>
                  </a:lnTo>
                  <a:lnTo>
                    <a:pt x="3510" y="2225"/>
                  </a:lnTo>
                  <a:lnTo>
                    <a:pt x="2274" y="207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3">
              <a:extLst>
                <a:ext uri="{FF2B5EF4-FFF2-40B4-BE49-F238E27FC236}">
                  <a16:creationId xmlns:a16="http://schemas.microsoft.com/office/drawing/2014/main" id="{9A21CA79-0E90-5FB0-BA84-4FAB9933998F}"/>
                </a:ext>
              </a:extLst>
            </p:cNvPr>
            <p:cNvSpPr/>
            <p:nvPr/>
          </p:nvSpPr>
          <p:spPr>
            <a:xfrm flipH="1">
              <a:off x="8858686" y="2381499"/>
              <a:ext cx="379577" cy="208217"/>
            </a:xfrm>
            <a:custGeom>
              <a:avLst/>
              <a:gdLst/>
              <a:ahLst/>
              <a:cxnLst/>
              <a:rect l="l" t="t" r="r" b="b"/>
              <a:pathLst>
                <a:path w="5487" h="3010" extrusionOk="0">
                  <a:moveTo>
                    <a:pt x="6" y="44"/>
                  </a:moveTo>
                  <a:lnTo>
                    <a:pt x="346" y="62"/>
                  </a:lnTo>
                  <a:lnTo>
                    <a:pt x="1056" y="1020"/>
                  </a:lnTo>
                  <a:lnTo>
                    <a:pt x="1767" y="3009"/>
                  </a:lnTo>
                  <a:lnTo>
                    <a:pt x="1891" y="649"/>
                  </a:lnTo>
                  <a:lnTo>
                    <a:pt x="2292" y="1174"/>
                  </a:lnTo>
                  <a:lnTo>
                    <a:pt x="2570" y="742"/>
                  </a:lnTo>
                  <a:lnTo>
                    <a:pt x="3219" y="1267"/>
                  </a:lnTo>
                  <a:lnTo>
                    <a:pt x="3898" y="0"/>
                  </a:lnTo>
                  <a:lnTo>
                    <a:pt x="0" y="0"/>
                  </a:lnTo>
                  <a:lnTo>
                    <a:pt x="0" y="44"/>
                  </a:lnTo>
                  <a:close/>
                  <a:moveTo>
                    <a:pt x="4807" y="0"/>
                  </a:moveTo>
                  <a:cubicBezTo>
                    <a:pt x="4627" y="729"/>
                    <a:pt x="4288" y="2268"/>
                    <a:pt x="4288" y="2268"/>
                  </a:cubicBezTo>
                  <a:lnTo>
                    <a:pt x="5486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3">
              <a:extLst>
                <a:ext uri="{FF2B5EF4-FFF2-40B4-BE49-F238E27FC236}">
                  <a16:creationId xmlns:a16="http://schemas.microsoft.com/office/drawing/2014/main" id="{5A2BA4C1-979E-80B7-FBA3-EA1B603181F2}"/>
                </a:ext>
              </a:extLst>
            </p:cNvPr>
            <p:cNvSpPr/>
            <p:nvPr/>
          </p:nvSpPr>
          <p:spPr>
            <a:xfrm flipH="1">
              <a:off x="8007409" y="3375139"/>
              <a:ext cx="344919" cy="265494"/>
            </a:xfrm>
            <a:custGeom>
              <a:avLst/>
              <a:gdLst/>
              <a:ahLst/>
              <a:cxnLst/>
              <a:rect l="l" t="t" r="r" b="b"/>
              <a:pathLst>
                <a:path w="4986" h="3838" extrusionOk="0">
                  <a:moveTo>
                    <a:pt x="2842" y="1940"/>
                  </a:moveTo>
                  <a:lnTo>
                    <a:pt x="3930" y="1687"/>
                  </a:lnTo>
                  <a:lnTo>
                    <a:pt x="4986" y="0"/>
                  </a:lnTo>
                  <a:lnTo>
                    <a:pt x="4974" y="0"/>
                  </a:lnTo>
                  <a:lnTo>
                    <a:pt x="3806" y="1502"/>
                  </a:lnTo>
                  <a:lnTo>
                    <a:pt x="3015" y="1638"/>
                  </a:lnTo>
                  <a:lnTo>
                    <a:pt x="2459" y="1662"/>
                  </a:lnTo>
                  <a:lnTo>
                    <a:pt x="2255" y="2404"/>
                  </a:lnTo>
                  <a:lnTo>
                    <a:pt x="2206" y="2984"/>
                  </a:lnTo>
                  <a:lnTo>
                    <a:pt x="2231" y="3584"/>
                  </a:lnTo>
                  <a:cubicBezTo>
                    <a:pt x="2231" y="3584"/>
                    <a:pt x="2119" y="3701"/>
                    <a:pt x="1990" y="3837"/>
                  </a:cubicBezTo>
                  <a:lnTo>
                    <a:pt x="2292" y="3837"/>
                  </a:lnTo>
                  <a:lnTo>
                    <a:pt x="2416" y="3676"/>
                  </a:lnTo>
                  <a:lnTo>
                    <a:pt x="2441" y="3262"/>
                  </a:lnTo>
                  <a:lnTo>
                    <a:pt x="3386" y="3423"/>
                  </a:lnTo>
                  <a:lnTo>
                    <a:pt x="3466" y="3837"/>
                  </a:lnTo>
                  <a:lnTo>
                    <a:pt x="3818" y="3837"/>
                  </a:lnTo>
                  <a:lnTo>
                    <a:pt x="3509" y="3262"/>
                  </a:lnTo>
                  <a:lnTo>
                    <a:pt x="2583" y="3052"/>
                  </a:lnTo>
                  <a:lnTo>
                    <a:pt x="2632" y="2496"/>
                  </a:lnTo>
                  <a:close/>
                  <a:moveTo>
                    <a:pt x="494" y="229"/>
                  </a:moveTo>
                  <a:lnTo>
                    <a:pt x="754" y="13"/>
                  </a:lnTo>
                  <a:lnTo>
                    <a:pt x="0" y="13"/>
                  </a:lnTo>
                  <a:lnTo>
                    <a:pt x="0" y="173"/>
                  </a:lnTo>
                  <a:lnTo>
                    <a:pt x="167" y="180"/>
                  </a:lnTo>
                  <a:cubicBezTo>
                    <a:pt x="167" y="180"/>
                    <a:pt x="402" y="618"/>
                    <a:pt x="562" y="828"/>
                  </a:cubicBezTo>
                  <a:cubicBezTo>
                    <a:pt x="723" y="1038"/>
                    <a:pt x="1118" y="1990"/>
                    <a:pt x="1118" y="1990"/>
                  </a:cubicBezTo>
                  <a:lnTo>
                    <a:pt x="1347" y="2614"/>
                  </a:lnTo>
                  <a:lnTo>
                    <a:pt x="884" y="105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3">
              <a:extLst>
                <a:ext uri="{FF2B5EF4-FFF2-40B4-BE49-F238E27FC236}">
                  <a16:creationId xmlns:a16="http://schemas.microsoft.com/office/drawing/2014/main" id="{9C98C875-93AD-A0F6-3C7D-257201DB450C}"/>
                </a:ext>
              </a:extLst>
            </p:cNvPr>
            <p:cNvSpPr/>
            <p:nvPr/>
          </p:nvSpPr>
          <p:spPr>
            <a:xfrm flipH="1">
              <a:off x="9088217" y="1604517"/>
              <a:ext cx="148801" cy="48353"/>
            </a:xfrm>
            <a:custGeom>
              <a:avLst/>
              <a:gdLst/>
              <a:ahLst/>
              <a:cxnLst/>
              <a:rect l="l" t="t" r="r" b="b"/>
              <a:pathLst>
                <a:path w="2151" h="699" extrusionOk="0">
                  <a:moveTo>
                    <a:pt x="1576" y="81"/>
                  </a:moveTo>
                  <a:lnTo>
                    <a:pt x="785" y="452"/>
                  </a:lnTo>
                  <a:lnTo>
                    <a:pt x="322" y="38"/>
                  </a:lnTo>
                  <a:lnTo>
                    <a:pt x="1" y="1"/>
                  </a:lnTo>
                  <a:lnTo>
                    <a:pt x="1" y="699"/>
                  </a:lnTo>
                  <a:lnTo>
                    <a:pt x="2151" y="699"/>
                  </a:lnTo>
                  <a:cubicBezTo>
                    <a:pt x="1860" y="408"/>
                    <a:pt x="1576" y="81"/>
                    <a:pt x="1576" y="8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3">
              <a:extLst>
                <a:ext uri="{FF2B5EF4-FFF2-40B4-BE49-F238E27FC236}">
                  <a16:creationId xmlns:a16="http://schemas.microsoft.com/office/drawing/2014/main" id="{3E29D327-5DC7-09A5-9897-CD31D809AC73}"/>
                </a:ext>
              </a:extLst>
            </p:cNvPr>
            <p:cNvSpPr/>
            <p:nvPr/>
          </p:nvSpPr>
          <p:spPr>
            <a:xfrm flipH="1">
              <a:off x="8099268" y="2150728"/>
              <a:ext cx="600945" cy="677016"/>
            </a:xfrm>
            <a:custGeom>
              <a:avLst/>
              <a:gdLst/>
              <a:ahLst/>
              <a:cxnLst/>
              <a:rect l="l" t="t" r="r" b="b"/>
              <a:pathLst>
                <a:path w="8687" h="9787" extrusionOk="0">
                  <a:moveTo>
                    <a:pt x="964" y="4170"/>
                  </a:moveTo>
                  <a:lnTo>
                    <a:pt x="1520" y="2966"/>
                  </a:lnTo>
                  <a:lnTo>
                    <a:pt x="2261" y="2317"/>
                  </a:lnTo>
                  <a:lnTo>
                    <a:pt x="3985" y="1625"/>
                  </a:lnTo>
                  <a:lnTo>
                    <a:pt x="4263" y="698"/>
                  </a:lnTo>
                  <a:lnTo>
                    <a:pt x="5573" y="0"/>
                  </a:lnTo>
                  <a:lnTo>
                    <a:pt x="5017" y="0"/>
                  </a:lnTo>
                  <a:lnTo>
                    <a:pt x="4028" y="606"/>
                  </a:lnTo>
                  <a:cubicBezTo>
                    <a:pt x="4028" y="606"/>
                    <a:pt x="3750" y="1162"/>
                    <a:pt x="3707" y="1440"/>
                  </a:cubicBezTo>
                  <a:cubicBezTo>
                    <a:pt x="3658" y="1718"/>
                    <a:pt x="2027" y="2132"/>
                    <a:pt x="2027" y="2132"/>
                  </a:cubicBezTo>
                  <a:cubicBezTo>
                    <a:pt x="2027" y="2132"/>
                    <a:pt x="1335" y="2595"/>
                    <a:pt x="1193" y="2966"/>
                  </a:cubicBezTo>
                  <a:cubicBezTo>
                    <a:pt x="1057" y="3336"/>
                    <a:pt x="729" y="4220"/>
                    <a:pt x="729" y="4220"/>
                  </a:cubicBezTo>
                  <a:lnTo>
                    <a:pt x="871" y="6407"/>
                  </a:lnTo>
                  <a:close/>
                  <a:moveTo>
                    <a:pt x="8674" y="8884"/>
                  </a:moveTo>
                  <a:cubicBezTo>
                    <a:pt x="8019" y="8674"/>
                    <a:pt x="7105" y="8384"/>
                    <a:pt x="7006" y="8353"/>
                  </a:cubicBezTo>
                  <a:cubicBezTo>
                    <a:pt x="6864" y="8304"/>
                    <a:pt x="6080" y="8538"/>
                    <a:pt x="6080" y="8538"/>
                  </a:cubicBezTo>
                  <a:lnTo>
                    <a:pt x="5011" y="9230"/>
                  </a:lnTo>
                  <a:lnTo>
                    <a:pt x="4597" y="9138"/>
                  </a:lnTo>
                  <a:lnTo>
                    <a:pt x="4411" y="8538"/>
                  </a:lnTo>
                  <a:lnTo>
                    <a:pt x="3386" y="7426"/>
                  </a:lnTo>
                  <a:lnTo>
                    <a:pt x="4177" y="8724"/>
                  </a:lnTo>
                  <a:lnTo>
                    <a:pt x="3577" y="8860"/>
                  </a:lnTo>
                  <a:lnTo>
                    <a:pt x="3157" y="9416"/>
                  </a:lnTo>
                  <a:lnTo>
                    <a:pt x="0" y="9323"/>
                  </a:lnTo>
                  <a:cubicBezTo>
                    <a:pt x="0" y="9323"/>
                    <a:pt x="2879" y="9694"/>
                    <a:pt x="3250" y="9743"/>
                  </a:cubicBezTo>
                  <a:cubicBezTo>
                    <a:pt x="3621" y="9786"/>
                    <a:pt x="3849" y="9138"/>
                    <a:pt x="3849" y="9138"/>
                  </a:cubicBezTo>
                  <a:lnTo>
                    <a:pt x="5054" y="9601"/>
                  </a:lnTo>
                  <a:lnTo>
                    <a:pt x="6166" y="8860"/>
                  </a:lnTo>
                  <a:lnTo>
                    <a:pt x="7185" y="8767"/>
                  </a:lnTo>
                  <a:cubicBezTo>
                    <a:pt x="7185" y="8767"/>
                    <a:pt x="8063" y="9063"/>
                    <a:pt x="8687" y="9267"/>
                  </a:cubicBezTo>
                  <a:cubicBezTo>
                    <a:pt x="8674" y="9168"/>
                    <a:pt x="8674" y="9033"/>
                    <a:pt x="8674" y="8884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3">
              <a:extLst>
                <a:ext uri="{FF2B5EF4-FFF2-40B4-BE49-F238E27FC236}">
                  <a16:creationId xmlns:a16="http://schemas.microsoft.com/office/drawing/2014/main" id="{AC5C8E6C-0CD9-6D92-B441-0454AE2D163B}"/>
                </a:ext>
              </a:extLst>
            </p:cNvPr>
            <p:cNvSpPr/>
            <p:nvPr/>
          </p:nvSpPr>
          <p:spPr>
            <a:xfrm flipH="1">
              <a:off x="8868994" y="929293"/>
              <a:ext cx="368024" cy="391946"/>
            </a:xfrm>
            <a:custGeom>
              <a:avLst/>
              <a:gdLst/>
              <a:ahLst/>
              <a:cxnLst/>
              <a:rect l="l" t="t" r="r" b="b"/>
              <a:pathLst>
                <a:path w="5320" h="5666" extrusionOk="0">
                  <a:moveTo>
                    <a:pt x="5320" y="3868"/>
                  </a:moveTo>
                  <a:lnTo>
                    <a:pt x="4918" y="2255"/>
                  </a:lnTo>
                  <a:lnTo>
                    <a:pt x="5165" y="1205"/>
                  </a:lnTo>
                  <a:lnTo>
                    <a:pt x="4826" y="216"/>
                  </a:lnTo>
                  <a:lnTo>
                    <a:pt x="4591" y="0"/>
                  </a:lnTo>
                  <a:lnTo>
                    <a:pt x="3955" y="0"/>
                  </a:lnTo>
                  <a:lnTo>
                    <a:pt x="4603" y="433"/>
                  </a:lnTo>
                  <a:lnTo>
                    <a:pt x="4974" y="1236"/>
                  </a:lnTo>
                  <a:lnTo>
                    <a:pt x="4727" y="2286"/>
                  </a:lnTo>
                  <a:close/>
                  <a:moveTo>
                    <a:pt x="2317" y="3621"/>
                  </a:moveTo>
                  <a:lnTo>
                    <a:pt x="4331" y="2817"/>
                  </a:lnTo>
                  <a:lnTo>
                    <a:pt x="2317" y="3404"/>
                  </a:lnTo>
                  <a:lnTo>
                    <a:pt x="1236" y="3868"/>
                  </a:lnTo>
                  <a:lnTo>
                    <a:pt x="520" y="4702"/>
                  </a:lnTo>
                  <a:lnTo>
                    <a:pt x="1" y="4770"/>
                  </a:lnTo>
                  <a:lnTo>
                    <a:pt x="1" y="5147"/>
                  </a:lnTo>
                  <a:lnTo>
                    <a:pt x="495" y="5048"/>
                  </a:lnTo>
                  <a:lnTo>
                    <a:pt x="1638" y="5666"/>
                  </a:lnTo>
                  <a:lnTo>
                    <a:pt x="2256" y="5635"/>
                  </a:lnTo>
                  <a:lnTo>
                    <a:pt x="2836" y="4986"/>
                  </a:lnTo>
                  <a:lnTo>
                    <a:pt x="4016" y="4554"/>
                  </a:lnTo>
                  <a:lnTo>
                    <a:pt x="2812" y="4770"/>
                  </a:lnTo>
                  <a:lnTo>
                    <a:pt x="2194" y="5418"/>
                  </a:lnTo>
                  <a:lnTo>
                    <a:pt x="1730" y="5388"/>
                  </a:lnTo>
                  <a:lnTo>
                    <a:pt x="711" y="4862"/>
                  </a:lnTo>
                  <a:lnTo>
                    <a:pt x="1360" y="4028"/>
                  </a:lnTo>
                  <a:close/>
                </a:path>
              </a:pathLst>
            </a:custGeom>
            <a:solidFill>
              <a:srgbClr val="F7F9F7">
                <a:alpha val="1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3">
              <a:extLst>
                <a:ext uri="{FF2B5EF4-FFF2-40B4-BE49-F238E27FC236}">
                  <a16:creationId xmlns:a16="http://schemas.microsoft.com/office/drawing/2014/main" id="{2BCA41D3-E261-3FCE-451E-17EB61E3A25B}"/>
                </a:ext>
              </a:extLst>
            </p:cNvPr>
            <p:cNvSpPr/>
            <p:nvPr/>
          </p:nvSpPr>
          <p:spPr>
            <a:xfrm flipH="1">
              <a:off x="7590699" y="3472608"/>
              <a:ext cx="117187" cy="95738"/>
            </a:xfrm>
            <a:custGeom>
              <a:avLst/>
              <a:gdLst/>
              <a:ahLst/>
              <a:cxnLst/>
              <a:rect l="l" t="t" r="r" b="b"/>
              <a:pathLst>
                <a:path w="1694" h="1384" extrusionOk="0">
                  <a:moveTo>
                    <a:pt x="1311" y="581"/>
                  </a:moveTo>
                  <a:lnTo>
                    <a:pt x="1113" y="0"/>
                  </a:lnTo>
                  <a:cubicBezTo>
                    <a:pt x="928" y="154"/>
                    <a:pt x="711" y="352"/>
                    <a:pt x="680" y="457"/>
                  </a:cubicBezTo>
                  <a:cubicBezTo>
                    <a:pt x="619" y="643"/>
                    <a:pt x="1" y="1384"/>
                    <a:pt x="1" y="1384"/>
                  </a:cubicBezTo>
                  <a:lnTo>
                    <a:pt x="680" y="1106"/>
                  </a:lnTo>
                  <a:lnTo>
                    <a:pt x="1175" y="1044"/>
                  </a:lnTo>
                  <a:lnTo>
                    <a:pt x="1694" y="99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3">
              <a:extLst>
                <a:ext uri="{FF2B5EF4-FFF2-40B4-BE49-F238E27FC236}">
                  <a16:creationId xmlns:a16="http://schemas.microsoft.com/office/drawing/2014/main" id="{AB505435-39D3-D4B9-9CB4-BC70F986C4EE}"/>
                </a:ext>
              </a:extLst>
            </p:cNvPr>
            <p:cNvSpPr/>
            <p:nvPr/>
          </p:nvSpPr>
          <p:spPr>
            <a:xfrm flipH="1">
              <a:off x="7047517" y="3714930"/>
              <a:ext cx="658224" cy="925700"/>
            </a:xfrm>
            <a:custGeom>
              <a:avLst/>
              <a:gdLst/>
              <a:ahLst/>
              <a:cxnLst/>
              <a:rect l="l" t="t" r="r" b="b"/>
              <a:pathLst>
                <a:path w="9515" h="13382" extrusionOk="0">
                  <a:moveTo>
                    <a:pt x="248" y="8847"/>
                  </a:moveTo>
                  <a:cubicBezTo>
                    <a:pt x="495" y="8476"/>
                    <a:pt x="680" y="8291"/>
                    <a:pt x="927" y="7982"/>
                  </a:cubicBezTo>
                  <a:cubicBezTo>
                    <a:pt x="1175" y="7673"/>
                    <a:pt x="1669" y="6870"/>
                    <a:pt x="1669" y="6870"/>
                  </a:cubicBezTo>
                  <a:lnTo>
                    <a:pt x="1483" y="5634"/>
                  </a:lnTo>
                  <a:lnTo>
                    <a:pt x="2225" y="5017"/>
                  </a:lnTo>
                  <a:lnTo>
                    <a:pt x="2039" y="6005"/>
                  </a:lnTo>
                  <a:lnTo>
                    <a:pt x="2657" y="5882"/>
                  </a:lnTo>
                  <a:lnTo>
                    <a:pt x="2719" y="4763"/>
                  </a:lnTo>
                  <a:cubicBezTo>
                    <a:pt x="2719" y="4763"/>
                    <a:pt x="3522" y="5017"/>
                    <a:pt x="2966" y="3472"/>
                  </a:cubicBezTo>
                  <a:cubicBezTo>
                    <a:pt x="2410" y="1915"/>
                    <a:pt x="3306" y="945"/>
                    <a:pt x="3306" y="945"/>
                  </a:cubicBezTo>
                  <a:lnTo>
                    <a:pt x="4016" y="0"/>
                  </a:lnTo>
                  <a:cubicBezTo>
                    <a:pt x="4016" y="0"/>
                    <a:pt x="3522" y="1551"/>
                    <a:pt x="3584" y="1921"/>
                  </a:cubicBezTo>
                  <a:cubicBezTo>
                    <a:pt x="3646" y="2292"/>
                    <a:pt x="4634" y="2620"/>
                    <a:pt x="4634" y="2620"/>
                  </a:cubicBezTo>
                  <a:lnTo>
                    <a:pt x="5190" y="3033"/>
                  </a:lnTo>
                  <a:lnTo>
                    <a:pt x="4696" y="4590"/>
                  </a:lnTo>
                  <a:cubicBezTo>
                    <a:pt x="4696" y="4590"/>
                    <a:pt x="4387" y="5826"/>
                    <a:pt x="4573" y="6326"/>
                  </a:cubicBezTo>
                  <a:cubicBezTo>
                    <a:pt x="4758" y="6821"/>
                    <a:pt x="5561" y="7253"/>
                    <a:pt x="5561" y="7253"/>
                  </a:cubicBezTo>
                  <a:lnTo>
                    <a:pt x="5685" y="5332"/>
                  </a:lnTo>
                  <a:lnTo>
                    <a:pt x="6179" y="4467"/>
                  </a:lnTo>
                  <a:lnTo>
                    <a:pt x="6364" y="5702"/>
                  </a:lnTo>
                  <a:lnTo>
                    <a:pt x="7600" y="6629"/>
                  </a:lnTo>
                  <a:cubicBezTo>
                    <a:pt x="7600" y="6629"/>
                    <a:pt x="6920" y="8118"/>
                    <a:pt x="7291" y="8180"/>
                  </a:cubicBezTo>
                  <a:cubicBezTo>
                    <a:pt x="7662" y="8242"/>
                    <a:pt x="8341" y="7438"/>
                    <a:pt x="8341" y="7191"/>
                  </a:cubicBezTo>
                  <a:cubicBezTo>
                    <a:pt x="8341" y="6944"/>
                    <a:pt x="8959" y="6388"/>
                    <a:pt x="8835" y="7253"/>
                  </a:cubicBezTo>
                  <a:cubicBezTo>
                    <a:pt x="8712" y="8118"/>
                    <a:pt x="8465" y="9607"/>
                    <a:pt x="8465" y="9607"/>
                  </a:cubicBezTo>
                  <a:cubicBezTo>
                    <a:pt x="8465" y="9607"/>
                    <a:pt x="9515" y="10039"/>
                    <a:pt x="9391" y="10595"/>
                  </a:cubicBezTo>
                  <a:cubicBezTo>
                    <a:pt x="9268" y="11151"/>
                    <a:pt x="8650" y="11646"/>
                    <a:pt x="8650" y="12084"/>
                  </a:cubicBezTo>
                  <a:cubicBezTo>
                    <a:pt x="8650" y="12529"/>
                    <a:pt x="8094" y="13382"/>
                    <a:pt x="8094" y="13382"/>
                  </a:cubicBezTo>
                  <a:lnTo>
                    <a:pt x="4010" y="13382"/>
                  </a:lnTo>
                  <a:lnTo>
                    <a:pt x="1286" y="12270"/>
                  </a:lnTo>
                  <a:cubicBezTo>
                    <a:pt x="1298" y="12257"/>
                    <a:pt x="1" y="9224"/>
                    <a:pt x="248" y="88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3">
              <a:extLst>
                <a:ext uri="{FF2B5EF4-FFF2-40B4-BE49-F238E27FC236}">
                  <a16:creationId xmlns:a16="http://schemas.microsoft.com/office/drawing/2014/main" id="{565A0E09-DF07-0B62-BA78-23748F402418}"/>
                </a:ext>
              </a:extLst>
            </p:cNvPr>
            <p:cNvSpPr/>
            <p:nvPr/>
          </p:nvSpPr>
          <p:spPr>
            <a:xfrm flipH="1">
              <a:off x="8519800" y="3956353"/>
              <a:ext cx="115457" cy="128320"/>
            </a:xfrm>
            <a:custGeom>
              <a:avLst/>
              <a:gdLst/>
              <a:ahLst/>
              <a:cxnLst/>
              <a:rect l="l" t="t" r="r" b="b"/>
              <a:pathLst>
                <a:path w="1669" h="1855" extrusionOk="0">
                  <a:moveTo>
                    <a:pt x="1051" y="773"/>
                  </a:moveTo>
                  <a:lnTo>
                    <a:pt x="1668" y="1638"/>
                  </a:lnTo>
                  <a:cubicBezTo>
                    <a:pt x="1668" y="1638"/>
                    <a:pt x="1112" y="1854"/>
                    <a:pt x="896" y="1638"/>
                  </a:cubicBezTo>
                  <a:cubicBezTo>
                    <a:pt x="680" y="1422"/>
                    <a:pt x="0" y="618"/>
                    <a:pt x="0" y="618"/>
                  </a:cubicBezTo>
                  <a:lnTo>
                    <a:pt x="247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3">
              <a:extLst>
                <a:ext uri="{FF2B5EF4-FFF2-40B4-BE49-F238E27FC236}">
                  <a16:creationId xmlns:a16="http://schemas.microsoft.com/office/drawing/2014/main" id="{35F1DAF5-FC18-2485-FA98-B86817952140}"/>
                </a:ext>
              </a:extLst>
            </p:cNvPr>
            <p:cNvSpPr/>
            <p:nvPr/>
          </p:nvSpPr>
          <p:spPr>
            <a:xfrm flipH="1">
              <a:off x="7561643" y="4434565"/>
              <a:ext cx="207325" cy="391600"/>
            </a:xfrm>
            <a:custGeom>
              <a:avLst/>
              <a:gdLst/>
              <a:ahLst/>
              <a:cxnLst/>
              <a:rect l="l" t="t" r="r" b="b"/>
              <a:pathLst>
                <a:path w="2997" h="5661" extrusionOk="0">
                  <a:moveTo>
                    <a:pt x="2997" y="5660"/>
                  </a:moveTo>
                  <a:lnTo>
                    <a:pt x="1668" y="5073"/>
                  </a:lnTo>
                  <a:lnTo>
                    <a:pt x="525" y="4239"/>
                  </a:lnTo>
                  <a:lnTo>
                    <a:pt x="340" y="3374"/>
                  </a:lnTo>
                  <a:lnTo>
                    <a:pt x="247" y="1854"/>
                  </a:lnTo>
                  <a:lnTo>
                    <a:pt x="834" y="1298"/>
                  </a:lnTo>
                  <a:lnTo>
                    <a:pt x="1551" y="186"/>
                  </a:lnTo>
                  <a:lnTo>
                    <a:pt x="1298" y="1"/>
                  </a:lnTo>
                  <a:cubicBezTo>
                    <a:pt x="1063" y="427"/>
                    <a:pt x="748" y="989"/>
                    <a:pt x="680" y="1138"/>
                  </a:cubicBezTo>
                  <a:cubicBezTo>
                    <a:pt x="556" y="1385"/>
                    <a:pt x="0" y="1786"/>
                    <a:pt x="0" y="1786"/>
                  </a:cubicBezTo>
                  <a:lnTo>
                    <a:pt x="186" y="3053"/>
                  </a:lnTo>
                  <a:lnTo>
                    <a:pt x="124" y="3393"/>
                  </a:lnTo>
                  <a:lnTo>
                    <a:pt x="371" y="4412"/>
                  </a:lnTo>
                  <a:lnTo>
                    <a:pt x="1576" y="52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3">
              <a:extLst>
                <a:ext uri="{FF2B5EF4-FFF2-40B4-BE49-F238E27FC236}">
                  <a16:creationId xmlns:a16="http://schemas.microsoft.com/office/drawing/2014/main" id="{EBA4E2F8-757C-FB00-0A00-FF0C77C73CEE}"/>
                </a:ext>
              </a:extLst>
            </p:cNvPr>
            <p:cNvSpPr/>
            <p:nvPr/>
          </p:nvSpPr>
          <p:spPr>
            <a:xfrm flipH="1">
              <a:off x="6994047" y="4732021"/>
              <a:ext cx="547125" cy="244534"/>
            </a:xfrm>
            <a:custGeom>
              <a:avLst/>
              <a:gdLst/>
              <a:ahLst/>
              <a:cxnLst/>
              <a:rect l="l" t="t" r="r" b="b"/>
              <a:pathLst>
                <a:path w="7909" h="3535" extrusionOk="0">
                  <a:moveTo>
                    <a:pt x="7581" y="2979"/>
                  </a:moveTo>
                  <a:lnTo>
                    <a:pt x="7000" y="1959"/>
                  </a:lnTo>
                  <a:lnTo>
                    <a:pt x="6098" y="1910"/>
                  </a:lnTo>
                  <a:lnTo>
                    <a:pt x="4140" y="1"/>
                  </a:lnTo>
                  <a:lnTo>
                    <a:pt x="2558" y="557"/>
                  </a:lnTo>
                  <a:lnTo>
                    <a:pt x="723" y="792"/>
                  </a:lnTo>
                  <a:lnTo>
                    <a:pt x="0" y="1348"/>
                  </a:lnTo>
                  <a:lnTo>
                    <a:pt x="742" y="928"/>
                  </a:lnTo>
                  <a:cubicBezTo>
                    <a:pt x="742" y="928"/>
                    <a:pt x="2422" y="674"/>
                    <a:pt x="2626" y="650"/>
                  </a:cubicBezTo>
                  <a:cubicBezTo>
                    <a:pt x="2836" y="631"/>
                    <a:pt x="3923" y="372"/>
                    <a:pt x="3923" y="372"/>
                  </a:cubicBezTo>
                  <a:cubicBezTo>
                    <a:pt x="3923" y="372"/>
                    <a:pt x="4319" y="952"/>
                    <a:pt x="4572" y="1206"/>
                  </a:cubicBezTo>
                  <a:cubicBezTo>
                    <a:pt x="4832" y="1459"/>
                    <a:pt x="5869" y="2386"/>
                    <a:pt x="5869" y="2386"/>
                  </a:cubicBezTo>
                  <a:cubicBezTo>
                    <a:pt x="5869" y="2386"/>
                    <a:pt x="6382" y="2318"/>
                    <a:pt x="6660" y="2367"/>
                  </a:cubicBezTo>
                  <a:cubicBezTo>
                    <a:pt x="6938" y="2410"/>
                    <a:pt x="6938" y="2898"/>
                    <a:pt x="6938" y="2898"/>
                  </a:cubicBezTo>
                  <a:lnTo>
                    <a:pt x="7179" y="3516"/>
                  </a:lnTo>
                  <a:lnTo>
                    <a:pt x="7908" y="353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3">
              <a:extLst>
                <a:ext uri="{FF2B5EF4-FFF2-40B4-BE49-F238E27FC236}">
                  <a16:creationId xmlns:a16="http://schemas.microsoft.com/office/drawing/2014/main" id="{99E1B2C5-D2DA-EA10-2B29-5793E81314B0}"/>
                </a:ext>
              </a:extLst>
            </p:cNvPr>
            <p:cNvSpPr/>
            <p:nvPr/>
          </p:nvSpPr>
          <p:spPr>
            <a:xfrm flipH="1">
              <a:off x="8375764" y="3731117"/>
              <a:ext cx="626195" cy="544546"/>
            </a:xfrm>
            <a:custGeom>
              <a:avLst/>
              <a:gdLst/>
              <a:ahLst/>
              <a:cxnLst/>
              <a:rect l="l" t="t" r="r" b="b"/>
              <a:pathLst>
                <a:path w="9052" h="7872" extrusionOk="0">
                  <a:moveTo>
                    <a:pt x="933" y="1212"/>
                  </a:moveTo>
                  <a:lnTo>
                    <a:pt x="2694" y="1706"/>
                  </a:lnTo>
                  <a:lnTo>
                    <a:pt x="3843" y="2756"/>
                  </a:lnTo>
                  <a:lnTo>
                    <a:pt x="4183" y="4925"/>
                  </a:lnTo>
                  <a:lnTo>
                    <a:pt x="3782" y="5604"/>
                  </a:lnTo>
                  <a:lnTo>
                    <a:pt x="4616" y="6605"/>
                  </a:lnTo>
                  <a:lnTo>
                    <a:pt x="4090" y="5666"/>
                  </a:lnTo>
                  <a:lnTo>
                    <a:pt x="4276" y="5388"/>
                  </a:lnTo>
                  <a:lnTo>
                    <a:pt x="4894" y="5851"/>
                  </a:lnTo>
                  <a:lnTo>
                    <a:pt x="5789" y="7563"/>
                  </a:lnTo>
                  <a:lnTo>
                    <a:pt x="7803" y="7872"/>
                  </a:lnTo>
                  <a:lnTo>
                    <a:pt x="9051" y="7501"/>
                  </a:lnTo>
                  <a:lnTo>
                    <a:pt x="7803" y="7717"/>
                  </a:lnTo>
                  <a:lnTo>
                    <a:pt x="5950" y="7439"/>
                  </a:lnTo>
                  <a:lnTo>
                    <a:pt x="5048" y="5851"/>
                  </a:lnTo>
                  <a:lnTo>
                    <a:pt x="4430" y="5079"/>
                  </a:lnTo>
                  <a:lnTo>
                    <a:pt x="4214" y="2664"/>
                  </a:lnTo>
                  <a:lnTo>
                    <a:pt x="3040" y="1521"/>
                  </a:lnTo>
                  <a:lnTo>
                    <a:pt x="1304" y="995"/>
                  </a:lnTo>
                  <a:lnTo>
                    <a:pt x="359" y="1"/>
                  </a:lnTo>
                  <a:lnTo>
                    <a:pt x="1" y="4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3">
              <a:extLst>
                <a:ext uri="{FF2B5EF4-FFF2-40B4-BE49-F238E27FC236}">
                  <a16:creationId xmlns:a16="http://schemas.microsoft.com/office/drawing/2014/main" id="{8C75DCAE-46BB-714B-5FF1-F56B54230CAA}"/>
                </a:ext>
              </a:extLst>
            </p:cNvPr>
            <p:cNvSpPr/>
            <p:nvPr/>
          </p:nvSpPr>
          <p:spPr>
            <a:xfrm flipH="1">
              <a:off x="8062938" y="4720538"/>
              <a:ext cx="1134788" cy="390631"/>
            </a:xfrm>
            <a:custGeom>
              <a:avLst/>
              <a:gdLst/>
              <a:ahLst/>
              <a:cxnLst/>
              <a:rect l="l" t="t" r="r" b="b"/>
              <a:pathLst>
                <a:path w="16404" h="5647" extrusionOk="0">
                  <a:moveTo>
                    <a:pt x="1" y="4442"/>
                  </a:moveTo>
                  <a:cubicBezTo>
                    <a:pt x="50" y="4300"/>
                    <a:pt x="2929" y="1650"/>
                    <a:pt x="3170" y="1477"/>
                  </a:cubicBezTo>
                  <a:cubicBezTo>
                    <a:pt x="3399" y="1291"/>
                    <a:pt x="6723" y="371"/>
                    <a:pt x="7001" y="284"/>
                  </a:cubicBezTo>
                  <a:cubicBezTo>
                    <a:pt x="7279" y="198"/>
                    <a:pt x="9515" y="0"/>
                    <a:pt x="9793" y="6"/>
                  </a:cubicBezTo>
                  <a:cubicBezTo>
                    <a:pt x="10071" y="12"/>
                    <a:pt x="12178" y="1674"/>
                    <a:pt x="12178" y="1674"/>
                  </a:cubicBezTo>
                  <a:lnTo>
                    <a:pt x="14909" y="2601"/>
                  </a:lnTo>
                  <a:lnTo>
                    <a:pt x="16404" y="4627"/>
                  </a:lnTo>
                  <a:cubicBezTo>
                    <a:pt x="16404" y="4627"/>
                    <a:pt x="13506" y="5647"/>
                    <a:pt x="12388" y="5628"/>
                  </a:cubicBezTo>
                  <a:cubicBezTo>
                    <a:pt x="11276" y="5616"/>
                    <a:pt x="5005" y="5554"/>
                    <a:pt x="4628" y="5499"/>
                  </a:cubicBezTo>
                  <a:cubicBezTo>
                    <a:pt x="4258" y="5443"/>
                    <a:pt x="1" y="4442"/>
                    <a:pt x="1" y="44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3">
              <a:extLst>
                <a:ext uri="{FF2B5EF4-FFF2-40B4-BE49-F238E27FC236}">
                  <a16:creationId xmlns:a16="http://schemas.microsoft.com/office/drawing/2014/main" id="{A14C0EDE-7319-8FCB-3EE0-604C012C79ED}"/>
                </a:ext>
              </a:extLst>
            </p:cNvPr>
            <p:cNvSpPr/>
            <p:nvPr/>
          </p:nvSpPr>
          <p:spPr>
            <a:xfrm flipH="1">
              <a:off x="8063353" y="4737624"/>
              <a:ext cx="1135203" cy="373545"/>
            </a:xfrm>
            <a:custGeom>
              <a:avLst/>
              <a:gdLst/>
              <a:ahLst/>
              <a:cxnLst/>
              <a:rect l="l" t="t" r="r" b="b"/>
              <a:pathLst>
                <a:path w="16410" h="5400" extrusionOk="0">
                  <a:moveTo>
                    <a:pt x="16410" y="4368"/>
                  </a:moveTo>
                  <a:lnTo>
                    <a:pt x="13938" y="3719"/>
                  </a:lnTo>
                  <a:lnTo>
                    <a:pt x="12758" y="4078"/>
                  </a:lnTo>
                  <a:lnTo>
                    <a:pt x="10998" y="3800"/>
                  </a:lnTo>
                  <a:lnTo>
                    <a:pt x="8928" y="3670"/>
                  </a:lnTo>
                  <a:lnTo>
                    <a:pt x="11615" y="2039"/>
                  </a:lnTo>
                  <a:lnTo>
                    <a:pt x="8261" y="2632"/>
                  </a:lnTo>
                  <a:lnTo>
                    <a:pt x="9713" y="1112"/>
                  </a:lnTo>
                  <a:lnTo>
                    <a:pt x="9855" y="0"/>
                  </a:lnTo>
                  <a:lnTo>
                    <a:pt x="9311" y="828"/>
                  </a:lnTo>
                  <a:lnTo>
                    <a:pt x="7915" y="865"/>
                  </a:lnTo>
                  <a:cubicBezTo>
                    <a:pt x="7915" y="865"/>
                    <a:pt x="6457" y="371"/>
                    <a:pt x="6098" y="284"/>
                  </a:cubicBezTo>
                  <a:cubicBezTo>
                    <a:pt x="5011" y="593"/>
                    <a:pt x="3337" y="1088"/>
                    <a:pt x="3164" y="1217"/>
                  </a:cubicBezTo>
                  <a:cubicBezTo>
                    <a:pt x="2935" y="1403"/>
                    <a:pt x="50" y="4047"/>
                    <a:pt x="1" y="4183"/>
                  </a:cubicBezTo>
                  <a:cubicBezTo>
                    <a:pt x="1" y="4183"/>
                    <a:pt x="4251" y="5190"/>
                    <a:pt x="4622" y="5233"/>
                  </a:cubicBezTo>
                  <a:cubicBezTo>
                    <a:pt x="4992" y="5289"/>
                    <a:pt x="11263" y="5344"/>
                    <a:pt x="12388" y="5369"/>
                  </a:cubicBezTo>
                  <a:cubicBezTo>
                    <a:pt x="13512" y="5400"/>
                    <a:pt x="16410" y="4368"/>
                    <a:pt x="16410" y="4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3">
              <a:extLst>
                <a:ext uri="{FF2B5EF4-FFF2-40B4-BE49-F238E27FC236}">
                  <a16:creationId xmlns:a16="http://schemas.microsoft.com/office/drawing/2014/main" id="{655DE93D-C337-8BA4-AB37-33AD0EFD2703}"/>
                </a:ext>
              </a:extLst>
            </p:cNvPr>
            <p:cNvSpPr/>
            <p:nvPr/>
          </p:nvSpPr>
          <p:spPr>
            <a:xfrm flipH="1">
              <a:off x="7503013" y="4353422"/>
              <a:ext cx="1471959" cy="370155"/>
            </a:xfrm>
            <a:custGeom>
              <a:avLst/>
              <a:gdLst/>
              <a:ahLst/>
              <a:cxnLst/>
              <a:rect l="l" t="t" r="r" b="b"/>
              <a:pathLst>
                <a:path w="21278" h="5351" extrusionOk="0">
                  <a:moveTo>
                    <a:pt x="705" y="4943"/>
                  </a:moveTo>
                  <a:cubicBezTo>
                    <a:pt x="705" y="4943"/>
                    <a:pt x="1261" y="4294"/>
                    <a:pt x="1662" y="4294"/>
                  </a:cubicBezTo>
                  <a:cubicBezTo>
                    <a:pt x="2064" y="4294"/>
                    <a:pt x="4078" y="4232"/>
                    <a:pt x="4078" y="4232"/>
                  </a:cubicBezTo>
                  <a:lnTo>
                    <a:pt x="5437" y="3769"/>
                  </a:lnTo>
                  <a:lnTo>
                    <a:pt x="6642" y="3738"/>
                  </a:lnTo>
                  <a:cubicBezTo>
                    <a:pt x="6642" y="3738"/>
                    <a:pt x="6734" y="3522"/>
                    <a:pt x="6765" y="3398"/>
                  </a:cubicBezTo>
                  <a:cubicBezTo>
                    <a:pt x="6796" y="3274"/>
                    <a:pt x="7105" y="2595"/>
                    <a:pt x="7105" y="2595"/>
                  </a:cubicBezTo>
                  <a:cubicBezTo>
                    <a:pt x="7105" y="2595"/>
                    <a:pt x="8625" y="2440"/>
                    <a:pt x="8903" y="2502"/>
                  </a:cubicBezTo>
                  <a:cubicBezTo>
                    <a:pt x="9181" y="2564"/>
                    <a:pt x="9335" y="2811"/>
                    <a:pt x="9335" y="2811"/>
                  </a:cubicBezTo>
                  <a:lnTo>
                    <a:pt x="9922" y="3954"/>
                  </a:lnTo>
                  <a:cubicBezTo>
                    <a:pt x="9922" y="3954"/>
                    <a:pt x="10880" y="4170"/>
                    <a:pt x="11034" y="4170"/>
                  </a:cubicBezTo>
                  <a:cubicBezTo>
                    <a:pt x="11189" y="4170"/>
                    <a:pt x="11683" y="4417"/>
                    <a:pt x="11992" y="4294"/>
                  </a:cubicBezTo>
                  <a:cubicBezTo>
                    <a:pt x="12301" y="4170"/>
                    <a:pt x="13351" y="3552"/>
                    <a:pt x="13351" y="3552"/>
                  </a:cubicBezTo>
                  <a:lnTo>
                    <a:pt x="13815" y="2657"/>
                  </a:lnTo>
                  <a:cubicBezTo>
                    <a:pt x="13815" y="2657"/>
                    <a:pt x="14031" y="2039"/>
                    <a:pt x="14185" y="1761"/>
                  </a:cubicBezTo>
                  <a:cubicBezTo>
                    <a:pt x="14340" y="1483"/>
                    <a:pt x="14494" y="1112"/>
                    <a:pt x="14556" y="680"/>
                  </a:cubicBezTo>
                  <a:cubicBezTo>
                    <a:pt x="14618" y="247"/>
                    <a:pt x="14896" y="0"/>
                    <a:pt x="14896" y="0"/>
                  </a:cubicBezTo>
                  <a:lnTo>
                    <a:pt x="16508" y="340"/>
                  </a:lnTo>
                  <a:cubicBezTo>
                    <a:pt x="16508" y="340"/>
                    <a:pt x="16539" y="927"/>
                    <a:pt x="16724" y="1081"/>
                  </a:cubicBezTo>
                  <a:cubicBezTo>
                    <a:pt x="16910" y="1236"/>
                    <a:pt x="16848" y="1637"/>
                    <a:pt x="17188" y="1792"/>
                  </a:cubicBezTo>
                  <a:cubicBezTo>
                    <a:pt x="17528" y="1946"/>
                    <a:pt x="18893" y="2070"/>
                    <a:pt x="18893" y="2070"/>
                  </a:cubicBezTo>
                  <a:lnTo>
                    <a:pt x="19851" y="2039"/>
                  </a:lnTo>
                  <a:lnTo>
                    <a:pt x="20716" y="2996"/>
                  </a:lnTo>
                  <a:lnTo>
                    <a:pt x="21216" y="4547"/>
                  </a:lnTo>
                  <a:lnTo>
                    <a:pt x="21278" y="5350"/>
                  </a:lnTo>
                  <a:lnTo>
                    <a:pt x="0" y="5350"/>
                  </a:lnTo>
                  <a:cubicBezTo>
                    <a:pt x="0" y="5350"/>
                    <a:pt x="186" y="4918"/>
                    <a:pt x="278" y="4887"/>
                  </a:cubicBezTo>
                  <a:cubicBezTo>
                    <a:pt x="396" y="4850"/>
                    <a:pt x="705" y="4943"/>
                    <a:pt x="705" y="49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3">
              <a:extLst>
                <a:ext uri="{FF2B5EF4-FFF2-40B4-BE49-F238E27FC236}">
                  <a16:creationId xmlns:a16="http://schemas.microsoft.com/office/drawing/2014/main" id="{6B51877C-9363-B060-254B-66AAB400EEC2}"/>
                </a:ext>
              </a:extLst>
            </p:cNvPr>
            <p:cNvSpPr/>
            <p:nvPr/>
          </p:nvSpPr>
          <p:spPr>
            <a:xfrm flipH="1">
              <a:off x="7535881" y="4587582"/>
              <a:ext cx="1078408" cy="135583"/>
            </a:xfrm>
            <a:custGeom>
              <a:avLst/>
              <a:gdLst/>
              <a:ahLst/>
              <a:cxnLst/>
              <a:rect l="l" t="t" r="r" b="b"/>
              <a:pathLst>
                <a:path w="15589" h="1960" extrusionOk="0">
                  <a:moveTo>
                    <a:pt x="10479" y="1360"/>
                  </a:moveTo>
                  <a:cubicBezTo>
                    <a:pt x="10479" y="1360"/>
                    <a:pt x="10139" y="1391"/>
                    <a:pt x="9954" y="1403"/>
                  </a:cubicBezTo>
                  <a:cubicBezTo>
                    <a:pt x="9768" y="1422"/>
                    <a:pt x="8792" y="1453"/>
                    <a:pt x="8792" y="1453"/>
                  </a:cubicBezTo>
                  <a:lnTo>
                    <a:pt x="7977" y="1156"/>
                  </a:lnTo>
                  <a:lnTo>
                    <a:pt x="7093" y="1514"/>
                  </a:lnTo>
                  <a:lnTo>
                    <a:pt x="6370" y="1743"/>
                  </a:lnTo>
                  <a:lnTo>
                    <a:pt x="5579" y="1959"/>
                  </a:lnTo>
                  <a:lnTo>
                    <a:pt x="10837" y="1959"/>
                  </a:lnTo>
                  <a:lnTo>
                    <a:pt x="10701" y="1669"/>
                  </a:lnTo>
                  <a:close/>
                  <a:moveTo>
                    <a:pt x="15434" y="1341"/>
                  </a:moveTo>
                  <a:lnTo>
                    <a:pt x="14661" y="279"/>
                  </a:lnTo>
                  <a:lnTo>
                    <a:pt x="13611" y="1"/>
                  </a:lnTo>
                  <a:lnTo>
                    <a:pt x="11535" y="711"/>
                  </a:lnTo>
                  <a:lnTo>
                    <a:pt x="11492" y="1545"/>
                  </a:lnTo>
                  <a:lnTo>
                    <a:pt x="11615" y="1959"/>
                  </a:lnTo>
                  <a:lnTo>
                    <a:pt x="15588" y="1959"/>
                  </a:lnTo>
                  <a:close/>
                  <a:moveTo>
                    <a:pt x="4115" y="1144"/>
                  </a:moveTo>
                  <a:cubicBezTo>
                    <a:pt x="4115" y="1144"/>
                    <a:pt x="3541" y="1051"/>
                    <a:pt x="3343" y="1156"/>
                  </a:cubicBezTo>
                  <a:cubicBezTo>
                    <a:pt x="3139" y="1267"/>
                    <a:pt x="2447" y="1483"/>
                    <a:pt x="2447" y="1483"/>
                  </a:cubicBezTo>
                  <a:lnTo>
                    <a:pt x="1613" y="1959"/>
                  </a:lnTo>
                  <a:lnTo>
                    <a:pt x="5283" y="1959"/>
                  </a:lnTo>
                  <a:lnTo>
                    <a:pt x="6519" y="1527"/>
                  </a:lnTo>
                  <a:close/>
                  <a:moveTo>
                    <a:pt x="1422" y="927"/>
                  </a:moveTo>
                  <a:lnTo>
                    <a:pt x="495" y="1032"/>
                  </a:lnTo>
                  <a:lnTo>
                    <a:pt x="1" y="1168"/>
                  </a:lnTo>
                  <a:cubicBezTo>
                    <a:pt x="1" y="1267"/>
                    <a:pt x="229" y="1465"/>
                    <a:pt x="229" y="1465"/>
                  </a:cubicBezTo>
                  <a:lnTo>
                    <a:pt x="878" y="1632"/>
                  </a:lnTo>
                  <a:lnTo>
                    <a:pt x="2021" y="1144"/>
                  </a:lnTo>
                  <a:close/>
                </a:path>
              </a:pathLst>
            </a:custGeom>
            <a:solidFill>
              <a:srgbClr val="000000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3">
              <a:extLst>
                <a:ext uri="{FF2B5EF4-FFF2-40B4-BE49-F238E27FC236}">
                  <a16:creationId xmlns:a16="http://schemas.microsoft.com/office/drawing/2014/main" id="{1F9B9016-02C0-7705-D139-9B6DE09DD7F4}"/>
                </a:ext>
              </a:extLst>
            </p:cNvPr>
            <p:cNvSpPr/>
            <p:nvPr/>
          </p:nvSpPr>
          <p:spPr>
            <a:xfrm flipH="1">
              <a:off x="7839780" y="4599134"/>
              <a:ext cx="686863" cy="124446"/>
            </a:xfrm>
            <a:custGeom>
              <a:avLst/>
              <a:gdLst/>
              <a:ahLst/>
              <a:cxnLst/>
              <a:rect l="l" t="t" r="r" b="b"/>
              <a:pathLst>
                <a:path w="9929" h="1799" extrusionOk="0">
                  <a:moveTo>
                    <a:pt x="8773" y="649"/>
                  </a:moveTo>
                  <a:cubicBezTo>
                    <a:pt x="8588" y="532"/>
                    <a:pt x="7982" y="303"/>
                    <a:pt x="7982" y="303"/>
                  </a:cubicBezTo>
                  <a:lnTo>
                    <a:pt x="7383" y="371"/>
                  </a:lnTo>
                  <a:lnTo>
                    <a:pt x="6895" y="0"/>
                  </a:lnTo>
                  <a:cubicBezTo>
                    <a:pt x="6895" y="0"/>
                    <a:pt x="6833" y="31"/>
                    <a:pt x="6747" y="87"/>
                  </a:cubicBezTo>
                  <a:lnTo>
                    <a:pt x="7309" y="464"/>
                  </a:lnTo>
                  <a:lnTo>
                    <a:pt x="7958" y="439"/>
                  </a:lnTo>
                  <a:lnTo>
                    <a:pt x="8631" y="742"/>
                  </a:lnTo>
                  <a:lnTo>
                    <a:pt x="9928" y="1298"/>
                  </a:lnTo>
                  <a:cubicBezTo>
                    <a:pt x="9928" y="1298"/>
                    <a:pt x="8958" y="767"/>
                    <a:pt x="8773" y="649"/>
                  </a:cubicBezTo>
                  <a:close/>
                  <a:moveTo>
                    <a:pt x="1495" y="1045"/>
                  </a:moveTo>
                  <a:lnTo>
                    <a:pt x="1193" y="556"/>
                  </a:lnTo>
                  <a:lnTo>
                    <a:pt x="593" y="581"/>
                  </a:lnTo>
                  <a:lnTo>
                    <a:pt x="167" y="186"/>
                  </a:lnTo>
                  <a:lnTo>
                    <a:pt x="0" y="192"/>
                  </a:lnTo>
                  <a:lnTo>
                    <a:pt x="383" y="637"/>
                  </a:lnTo>
                  <a:lnTo>
                    <a:pt x="266" y="1051"/>
                  </a:lnTo>
                  <a:lnTo>
                    <a:pt x="433" y="1286"/>
                  </a:lnTo>
                  <a:lnTo>
                    <a:pt x="593" y="1675"/>
                  </a:lnTo>
                  <a:lnTo>
                    <a:pt x="569" y="1261"/>
                  </a:lnTo>
                  <a:lnTo>
                    <a:pt x="451" y="1051"/>
                  </a:lnTo>
                  <a:lnTo>
                    <a:pt x="593" y="748"/>
                  </a:lnTo>
                  <a:lnTo>
                    <a:pt x="1125" y="680"/>
                  </a:lnTo>
                  <a:lnTo>
                    <a:pt x="1403" y="1119"/>
                  </a:lnTo>
                  <a:lnTo>
                    <a:pt x="2076" y="1421"/>
                  </a:lnTo>
                  <a:lnTo>
                    <a:pt x="2237" y="1798"/>
                  </a:lnTo>
                  <a:lnTo>
                    <a:pt x="2416" y="1798"/>
                  </a:lnTo>
                  <a:lnTo>
                    <a:pt x="2175" y="1329"/>
                  </a:lnTo>
                  <a:close/>
                </a:path>
              </a:pathLst>
            </a:custGeom>
            <a:solidFill>
              <a:srgbClr val="000000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3">
              <a:extLst>
                <a:ext uri="{FF2B5EF4-FFF2-40B4-BE49-F238E27FC236}">
                  <a16:creationId xmlns:a16="http://schemas.microsoft.com/office/drawing/2014/main" id="{ADBE3988-FB2B-E82A-3A90-664EECF5AEA4}"/>
                </a:ext>
              </a:extLst>
            </p:cNvPr>
            <p:cNvSpPr/>
            <p:nvPr/>
          </p:nvSpPr>
          <p:spPr>
            <a:xfrm flipH="1">
              <a:off x="5168" y="4240117"/>
              <a:ext cx="4223714" cy="1007811"/>
            </a:xfrm>
            <a:custGeom>
              <a:avLst/>
              <a:gdLst/>
              <a:ahLst/>
              <a:cxnLst/>
              <a:rect l="l" t="t" r="r" b="b"/>
              <a:pathLst>
                <a:path w="84950" h="14569" extrusionOk="0">
                  <a:moveTo>
                    <a:pt x="17263" y="8768"/>
                  </a:moveTo>
                  <a:lnTo>
                    <a:pt x="9991" y="9293"/>
                  </a:lnTo>
                  <a:lnTo>
                    <a:pt x="12104" y="10992"/>
                  </a:lnTo>
                  <a:lnTo>
                    <a:pt x="3183" y="13778"/>
                  </a:lnTo>
                  <a:lnTo>
                    <a:pt x="1" y="14556"/>
                  </a:lnTo>
                  <a:lnTo>
                    <a:pt x="17361" y="14556"/>
                  </a:lnTo>
                  <a:lnTo>
                    <a:pt x="20321" y="12666"/>
                  </a:lnTo>
                  <a:lnTo>
                    <a:pt x="28822" y="11696"/>
                  </a:lnTo>
                  <a:lnTo>
                    <a:pt x="26734" y="10016"/>
                  </a:lnTo>
                  <a:close/>
                  <a:moveTo>
                    <a:pt x="45558" y="4449"/>
                  </a:moveTo>
                  <a:lnTo>
                    <a:pt x="42309" y="2311"/>
                  </a:lnTo>
                  <a:lnTo>
                    <a:pt x="54115" y="1"/>
                  </a:lnTo>
                  <a:lnTo>
                    <a:pt x="28167" y="1"/>
                  </a:lnTo>
                  <a:lnTo>
                    <a:pt x="27710" y="273"/>
                  </a:lnTo>
                  <a:lnTo>
                    <a:pt x="13494" y="409"/>
                  </a:lnTo>
                  <a:lnTo>
                    <a:pt x="6389" y="3479"/>
                  </a:lnTo>
                  <a:lnTo>
                    <a:pt x="16151" y="5147"/>
                  </a:lnTo>
                  <a:cubicBezTo>
                    <a:pt x="16707" y="5147"/>
                    <a:pt x="21729" y="4869"/>
                    <a:pt x="21729" y="4869"/>
                  </a:cubicBezTo>
                  <a:lnTo>
                    <a:pt x="27302" y="5425"/>
                  </a:lnTo>
                  <a:lnTo>
                    <a:pt x="31343" y="4591"/>
                  </a:lnTo>
                  <a:lnTo>
                    <a:pt x="39708" y="5425"/>
                  </a:lnTo>
                  <a:close/>
                  <a:moveTo>
                    <a:pt x="43186" y="12252"/>
                  </a:moveTo>
                  <a:lnTo>
                    <a:pt x="38583" y="11554"/>
                  </a:lnTo>
                  <a:lnTo>
                    <a:pt x="35939" y="12808"/>
                  </a:lnTo>
                  <a:cubicBezTo>
                    <a:pt x="35939" y="12808"/>
                    <a:pt x="33425" y="14056"/>
                    <a:pt x="33147" y="14482"/>
                  </a:cubicBezTo>
                  <a:lnTo>
                    <a:pt x="33517" y="14569"/>
                  </a:lnTo>
                  <a:lnTo>
                    <a:pt x="54152" y="14569"/>
                  </a:lnTo>
                  <a:lnTo>
                    <a:pt x="51823" y="13784"/>
                  </a:lnTo>
                  <a:close/>
                  <a:moveTo>
                    <a:pt x="78271" y="4097"/>
                  </a:moveTo>
                  <a:lnTo>
                    <a:pt x="84950" y="3652"/>
                  </a:lnTo>
                  <a:lnTo>
                    <a:pt x="84950" y="1786"/>
                  </a:lnTo>
                  <a:lnTo>
                    <a:pt x="79526" y="2441"/>
                  </a:lnTo>
                  <a:lnTo>
                    <a:pt x="65421" y="4393"/>
                  </a:lnTo>
                  <a:lnTo>
                    <a:pt x="54609" y="7476"/>
                  </a:lnTo>
                  <a:lnTo>
                    <a:pt x="60565" y="9219"/>
                  </a:lnTo>
                  <a:lnTo>
                    <a:pt x="66990" y="12203"/>
                  </a:lnTo>
                  <a:lnTo>
                    <a:pt x="77647" y="14464"/>
                  </a:lnTo>
                  <a:lnTo>
                    <a:pt x="84950" y="14396"/>
                  </a:lnTo>
                  <a:lnTo>
                    <a:pt x="84950" y="9373"/>
                  </a:lnTo>
                  <a:lnTo>
                    <a:pt x="79995" y="9015"/>
                  </a:lnTo>
                  <a:lnTo>
                    <a:pt x="66360" y="7075"/>
                  </a:lnTo>
                  <a:lnTo>
                    <a:pt x="72470" y="491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Untertitel 2">
            <a:extLst>
              <a:ext uri="{FF2B5EF4-FFF2-40B4-BE49-F238E27FC236}">
                <a16:creationId xmlns:a16="http://schemas.microsoft.com/office/drawing/2014/main" id="{8B46B505-665F-29B1-7E1C-88496D3F89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31676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 lang="de-DE"/>
          </a:p>
        </p:txBody>
      </p:sp>
      <p:sp>
        <p:nvSpPr>
          <p:cNvPr id="1167" name="Google Shape;1167;p49"/>
          <p:cNvSpPr txBox="1">
            <a:spLocks noGrp="1"/>
          </p:cNvSpPr>
          <p:nvPr>
            <p:ph type="subTitle" idx="1"/>
          </p:nvPr>
        </p:nvSpPr>
        <p:spPr>
          <a:xfrm>
            <a:off x="-132185" y="2259834"/>
            <a:ext cx="322377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err="1"/>
              <a:t>Verschiedenen</a:t>
            </a:r>
            <a:r>
              <a:rPr lang="en"/>
              <a:t> Movements, </a:t>
            </a:r>
            <a:r>
              <a:rPr lang="en" err="1"/>
              <a:t>wie</a:t>
            </a:r>
            <a:r>
              <a:rPr lang="en"/>
              <a:t> </a:t>
            </a:r>
            <a:r>
              <a:rPr lang="en" err="1"/>
              <a:t>Sprinten</a:t>
            </a:r>
            <a:r>
              <a:rPr lang="en"/>
              <a:t>, </a:t>
            </a:r>
            <a:r>
              <a:rPr lang="en" err="1"/>
              <a:t>Springen</a:t>
            </a:r>
            <a:r>
              <a:rPr lang="en"/>
              <a:t>, </a:t>
            </a:r>
            <a:r>
              <a:rPr lang="en" err="1"/>
              <a:t>Scchleichen</a:t>
            </a:r>
            <a:r>
              <a:rPr lang="en"/>
              <a:t> und co.</a:t>
            </a:r>
          </a:p>
        </p:txBody>
      </p:sp>
      <p:sp>
        <p:nvSpPr>
          <p:cNvPr id="1168" name="Google Shape;1168;p49"/>
          <p:cNvSpPr txBox="1">
            <a:spLocks noGrp="1"/>
          </p:cNvSpPr>
          <p:nvPr>
            <p:ph type="subTitle" idx="2"/>
          </p:nvPr>
        </p:nvSpPr>
        <p:spPr>
          <a:xfrm>
            <a:off x="3180316" y="2281814"/>
            <a:ext cx="269623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err="1"/>
              <a:t>Killcounter</a:t>
            </a:r>
            <a:r>
              <a:rPr lang="en"/>
              <a:t> </a:t>
            </a:r>
            <a:r>
              <a:rPr lang="en" err="1"/>
              <a:t>anhand</a:t>
            </a:r>
            <a:r>
              <a:rPr lang="en"/>
              <a:t> von </a:t>
            </a:r>
            <a:r>
              <a:rPr lang="en" err="1"/>
              <a:t>Punkten</a:t>
            </a:r>
            <a:r>
              <a:rPr lang="en"/>
              <a:t>, um Waffen und co. zu </a:t>
            </a:r>
            <a:r>
              <a:rPr lang="en" err="1"/>
              <a:t>erwerben</a:t>
            </a:r>
            <a:endParaRPr lang="en"/>
          </a:p>
        </p:txBody>
      </p:sp>
      <p:sp>
        <p:nvSpPr>
          <p:cNvPr id="1169" name="Google Shape;1169;p49"/>
          <p:cNvSpPr txBox="1">
            <a:spLocks noGrp="1"/>
          </p:cNvSpPr>
          <p:nvPr>
            <p:ph type="subTitle" idx="3"/>
          </p:nvPr>
        </p:nvSpPr>
        <p:spPr>
          <a:xfrm>
            <a:off x="-300" y="4088824"/>
            <a:ext cx="286475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err="1"/>
              <a:t>Verschiedene</a:t>
            </a:r>
            <a:r>
              <a:rPr lang="en"/>
              <a:t> Waffen die </a:t>
            </a:r>
            <a:r>
              <a:rPr lang="en" err="1"/>
              <a:t>während</a:t>
            </a:r>
            <a:r>
              <a:rPr lang="en"/>
              <a:t> </a:t>
            </a:r>
            <a:r>
              <a:rPr lang="en" err="1"/>
              <a:t>eines</a:t>
            </a:r>
            <a:r>
              <a:rPr lang="en"/>
              <a:t> </a:t>
            </a:r>
            <a:r>
              <a:rPr lang="en" err="1"/>
              <a:t>Spiellaufes</a:t>
            </a:r>
            <a:r>
              <a:rPr lang="en"/>
              <a:t> </a:t>
            </a:r>
            <a:r>
              <a:rPr lang="en" err="1"/>
              <a:t>verwenden</a:t>
            </a:r>
            <a:r>
              <a:rPr lang="en"/>
              <a:t> </a:t>
            </a:r>
            <a:r>
              <a:rPr lang="en" err="1"/>
              <a:t>werden</a:t>
            </a:r>
            <a:r>
              <a:rPr lang="en"/>
              <a:t> </a:t>
            </a:r>
            <a:r>
              <a:rPr lang="en" err="1"/>
              <a:t>können</a:t>
            </a:r>
          </a:p>
        </p:txBody>
      </p:sp>
      <p:sp>
        <p:nvSpPr>
          <p:cNvPr id="1170" name="Google Shape;1170;p49"/>
          <p:cNvSpPr txBox="1">
            <a:spLocks noGrp="1"/>
          </p:cNvSpPr>
          <p:nvPr>
            <p:ph type="subTitle" idx="4"/>
          </p:nvPr>
        </p:nvSpPr>
        <p:spPr>
          <a:xfrm>
            <a:off x="3041105" y="4088825"/>
            <a:ext cx="337031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Eine Map die </a:t>
            </a:r>
            <a:r>
              <a:rPr lang="en" err="1"/>
              <a:t>vom</a:t>
            </a:r>
            <a:r>
              <a:rPr lang="en"/>
              <a:t> Spieler </a:t>
            </a:r>
            <a:r>
              <a:rPr lang="en" err="1"/>
              <a:t>erkunded</a:t>
            </a:r>
            <a:r>
              <a:rPr lang="en"/>
              <a:t> </a:t>
            </a:r>
            <a:r>
              <a:rPr lang="en" err="1"/>
              <a:t>werden</a:t>
            </a:r>
            <a:r>
              <a:rPr lang="en"/>
              <a:t> </a:t>
            </a:r>
            <a:r>
              <a:rPr lang="en" err="1"/>
              <a:t>kann</a:t>
            </a:r>
            <a:r>
              <a:rPr lang="en"/>
              <a:t>, </a:t>
            </a:r>
            <a:r>
              <a:rPr lang="en" err="1"/>
              <a:t>bei</a:t>
            </a:r>
            <a:r>
              <a:rPr lang="en"/>
              <a:t> </a:t>
            </a:r>
            <a:r>
              <a:rPr lang="en" err="1"/>
              <a:t>Bedarf</a:t>
            </a:r>
            <a:r>
              <a:rPr lang="en"/>
              <a:t> </a:t>
            </a:r>
            <a:r>
              <a:rPr lang="en" err="1"/>
              <a:t>beliebig</a:t>
            </a:r>
            <a:r>
              <a:rPr lang="en"/>
              <a:t> </a:t>
            </a:r>
            <a:r>
              <a:rPr lang="en" err="1"/>
              <a:t>erweiterbar</a:t>
            </a:r>
            <a:endParaRPr lang="en"/>
          </a:p>
        </p:txBody>
      </p:sp>
      <p:sp>
        <p:nvSpPr>
          <p:cNvPr id="1171" name="Google Shape;1171;p49"/>
          <p:cNvSpPr txBox="1">
            <a:spLocks noGrp="1"/>
          </p:cNvSpPr>
          <p:nvPr>
            <p:ph type="subTitle" idx="5"/>
          </p:nvPr>
        </p:nvSpPr>
        <p:spPr>
          <a:xfrm>
            <a:off x="431988" y="1976319"/>
            <a:ext cx="19782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Movements</a:t>
            </a:r>
            <a:endParaRPr lang="de-DE"/>
          </a:p>
        </p:txBody>
      </p:sp>
      <p:sp>
        <p:nvSpPr>
          <p:cNvPr id="1172" name="Google Shape;1172;p49"/>
          <p:cNvSpPr txBox="1">
            <a:spLocks noGrp="1"/>
          </p:cNvSpPr>
          <p:nvPr>
            <p:ph type="subTitle" idx="6"/>
          </p:nvPr>
        </p:nvSpPr>
        <p:spPr>
          <a:xfrm>
            <a:off x="431988" y="3739444"/>
            <a:ext cx="19782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Waffen</a:t>
            </a:r>
            <a:endParaRPr lang="de-DE"/>
          </a:p>
        </p:txBody>
      </p:sp>
      <p:sp>
        <p:nvSpPr>
          <p:cNvPr id="1173" name="Google Shape;1173;p49"/>
          <p:cNvSpPr txBox="1">
            <a:spLocks noGrp="1"/>
          </p:cNvSpPr>
          <p:nvPr>
            <p:ph type="subTitle" idx="7"/>
          </p:nvPr>
        </p:nvSpPr>
        <p:spPr>
          <a:xfrm>
            <a:off x="3510026" y="1998300"/>
            <a:ext cx="19782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err="1"/>
              <a:t>Killcounter</a:t>
            </a:r>
            <a:r>
              <a:rPr lang="en"/>
              <a:t> </a:t>
            </a:r>
            <a:endParaRPr lang="de-DE"/>
          </a:p>
        </p:txBody>
      </p:sp>
      <p:sp>
        <p:nvSpPr>
          <p:cNvPr id="1174" name="Google Shape;1174;p49"/>
          <p:cNvSpPr txBox="1">
            <a:spLocks noGrp="1"/>
          </p:cNvSpPr>
          <p:nvPr>
            <p:ph type="subTitle" idx="8"/>
          </p:nvPr>
        </p:nvSpPr>
        <p:spPr>
          <a:xfrm>
            <a:off x="3510026" y="3761425"/>
            <a:ext cx="2366526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err="1"/>
              <a:t>Erkundbare</a:t>
            </a:r>
            <a:r>
              <a:rPr lang="en"/>
              <a:t> Map</a:t>
            </a:r>
            <a:endParaRPr lang="de-DE"/>
          </a:p>
        </p:txBody>
      </p:sp>
      <p:grpSp>
        <p:nvGrpSpPr>
          <p:cNvPr id="1175" name="Google Shape;1175;p49"/>
          <p:cNvGrpSpPr/>
          <p:nvPr/>
        </p:nvGrpSpPr>
        <p:grpSpPr>
          <a:xfrm>
            <a:off x="4273932" y="1403362"/>
            <a:ext cx="450376" cy="406682"/>
            <a:chOff x="4946819" y="3383229"/>
            <a:chExt cx="370132" cy="334223"/>
          </a:xfrm>
        </p:grpSpPr>
        <p:sp>
          <p:nvSpPr>
            <p:cNvPr id="1176" name="Google Shape;1176;p49"/>
            <p:cNvSpPr/>
            <p:nvPr/>
          </p:nvSpPr>
          <p:spPr>
            <a:xfrm>
              <a:off x="4946819" y="3383229"/>
              <a:ext cx="370132" cy="179125"/>
            </a:xfrm>
            <a:custGeom>
              <a:avLst/>
              <a:gdLst/>
              <a:ahLst/>
              <a:cxnLst/>
              <a:rect l="l" t="t" r="r" b="b"/>
              <a:pathLst>
                <a:path w="14111" h="6829" extrusionOk="0">
                  <a:moveTo>
                    <a:pt x="7052" y="1"/>
                  </a:moveTo>
                  <a:cubicBezTo>
                    <a:pt x="3160" y="1"/>
                    <a:pt x="0" y="2550"/>
                    <a:pt x="0" y="5690"/>
                  </a:cubicBezTo>
                  <a:lnTo>
                    <a:pt x="0" y="5703"/>
                  </a:lnTo>
                  <a:cubicBezTo>
                    <a:pt x="14" y="6327"/>
                    <a:pt x="522" y="6829"/>
                    <a:pt x="1153" y="6829"/>
                  </a:cubicBezTo>
                  <a:lnTo>
                    <a:pt x="12951" y="6829"/>
                  </a:lnTo>
                  <a:cubicBezTo>
                    <a:pt x="12955" y="6829"/>
                    <a:pt x="12960" y="6829"/>
                    <a:pt x="12964" y="6829"/>
                  </a:cubicBezTo>
                  <a:cubicBezTo>
                    <a:pt x="13589" y="6829"/>
                    <a:pt x="14097" y="6323"/>
                    <a:pt x="14111" y="5703"/>
                  </a:cubicBezTo>
                  <a:lnTo>
                    <a:pt x="14111" y="5690"/>
                  </a:lnTo>
                  <a:cubicBezTo>
                    <a:pt x="14111" y="2550"/>
                    <a:pt x="10951" y="1"/>
                    <a:pt x="70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9"/>
            <p:cNvSpPr/>
            <p:nvPr/>
          </p:nvSpPr>
          <p:spPr>
            <a:xfrm>
              <a:off x="4946819" y="3383229"/>
              <a:ext cx="200817" cy="179125"/>
            </a:xfrm>
            <a:custGeom>
              <a:avLst/>
              <a:gdLst/>
              <a:ahLst/>
              <a:cxnLst/>
              <a:rect l="l" t="t" r="r" b="b"/>
              <a:pathLst>
                <a:path w="7656" h="6829" extrusionOk="0">
                  <a:moveTo>
                    <a:pt x="7059" y="1"/>
                  </a:moveTo>
                  <a:cubicBezTo>
                    <a:pt x="3160" y="1"/>
                    <a:pt x="0" y="2543"/>
                    <a:pt x="0" y="5690"/>
                  </a:cubicBezTo>
                  <a:lnTo>
                    <a:pt x="0" y="5703"/>
                  </a:lnTo>
                  <a:cubicBezTo>
                    <a:pt x="14" y="6327"/>
                    <a:pt x="522" y="6829"/>
                    <a:pt x="1153" y="6829"/>
                  </a:cubicBezTo>
                  <a:lnTo>
                    <a:pt x="4916" y="6829"/>
                  </a:lnTo>
                  <a:cubicBezTo>
                    <a:pt x="4598" y="6829"/>
                    <a:pt x="4326" y="6327"/>
                    <a:pt x="4326" y="5703"/>
                  </a:cubicBezTo>
                  <a:lnTo>
                    <a:pt x="4326" y="5690"/>
                  </a:lnTo>
                  <a:cubicBezTo>
                    <a:pt x="4326" y="2713"/>
                    <a:pt x="5791" y="265"/>
                    <a:pt x="7656" y="21"/>
                  </a:cubicBezTo>
                  <a:cubicBezTo>
                    <a:pt x="7459" y="7"/>
                    <a:pt x="7256" y="1"/>
                    <a:pt x="7059" y="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9"/>
            <p:cNvSpPr/>
            <p:nvPr/>
          </p:nvSpPr>
          <p:spPr>
            <a:xfrm>
              <a:off x="5063149" y="3562327"/>
              <a:ext cx="137314" cy="155124"/>
            </a:xfrm>
            <a:custGeom>
              <a:avLst/>
              <a:gdLst/>
              <a:ahLst/>
              <a:cxnLst/>
              <a:rect l="l" t="t" r="r" b="b"/>
              <a:pathLst>
                <a:path w="5235" h="5914" extrusionOk="0">
                  <a:moveTo>
                    <a:pt x="705" y="1"/>
                  </a:moveTo>
                  <a:lnTo>
                    <a:pt x="135" y="4103"/>
                  </a:lnTo>
                  <a:cubicBezTo>
                    <a:pt x="0" y="5062"/>
                    <a:pt x="747" y="5913"/>
                    <a:pt x="1711" y="5913"/>
                  </a:cubicBezTo>
                  <a:cubicBezTo>
                    <a:pt x="1714" y="5913"/>
                    <a:pt x="1718" y="5913"/>
                    <a:pt x="1722" y="5913"/>
                  </a:cubicBezTo>
                  <a:lnTo>
                    <a:pt x="3526" y="5913"/>
                  </a:lnTo>
                  <a:cubicBezTo>
                    <a:pt x="4489" y="5913"/>
                    <a:pt x="5234" y="5059"/>
                    <a:pt x="5099" y="4103"/>
                  </a:cubicBezTo>
                  <a:lnTo>
                    <a:pt x="4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9"/>
            <p:cNvSpPr/>
            <p:nvPr/>
          </p:nvSpPr>
          <p:spPr>
            <a:xfrm>
              <a:off x="5063149" y="3562327"/>
              <a:ext cx="122206" cy="155124"/>
            </a:xfrm>
            <a:custGeom>
              <a:avLst/>
              <a:gdLst/>
              <a:ahLst/>
              <a:cxnLst/>
              <a:rect l="l" t="t" r="r" b="b"/>
              <a:pathLst>
                <a:path w="4659" h="5914" extrusionOk="0">
                  <a:moveTo>
                    <a:pt x="705" y="1"/>
                  </a:moveTo>
                  <a:lnTo>
                    <a:pt x="135" y="4103"/>
                  </a:lnTo>
                  <a:cubicBezTo>
                    <a:pt x="0" y="5062"/>
                    <a:pt x="747" y="5913"/>
                    <a:pt x="1711" y="5913"/>
                  </a:cubicBezTo>
                  <a:cubicBezTo>
                    <a:pt x="1714" y="5913"/>
                    <a:pt x="1718" y="5913"/>
                    <a:pt x="1722" y="5913"/>
                  </a:cubicBezTo>
                  <a:lnTo>
                    <a:pt x="1865" y="5913"/>
                  </a:lnTo>
                  <a:cubicBezTo>
                    <a:pt x="1729" y="5635"/>
                    <a:pt x="1681" y="5323"/>
                    <a:pt x="1722" y="5018"/>
                  </a:cubicBezTo>
                  <a:lnTo>
                    <a:pt x="2183" y="1696"/>
                  </a:lnTo>
                  <a:cubicBezTo>
                    <a:pt x="2244" y="1242"/>
                    <a:pt x="2631" y="909"/>
                    <a:pt x="3085" y="909"/>
                  </a:cubicBezTo>
                  <a:lnTo>
                    <a:pt x="4658" y="909"/>
                  </a:lnTo>
                  <a:lnTo>
                    <a:pt x="4536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9"/>
            <p:cNvSpPr/>
            <p:nvPr/>
          </p:nvSpPr>
          <p:spPr>
            <a:xfrm>
              <a:off x="5048382" y="3425039"/>
              <a:ext cx="95530" cy="83595"/>
            </a:xfrm>
            <a:custGeom>
              <a:avLst/>
              <a:gdLst/>
              <a:ahLst/>
              <a:cxnLst/>
              <a:rect l="l" t="t" r="r" b="b"/>
              <a:pathLst>
                <a:path w="3642" h="3187" extrusionOk="0">
                  <a:moveTo>
                    <a:pt x="1817" y="0"/>
                  </a:moveTo>
                  <a:cubicBezTo>
                    <a:pt x="814" y="0"/>
                    <a:pt x="0" y="712"/>
                    <a:pt x="0" y="1594"/>
                  </a:cubicBezTo>
                  <a:cubicBezTo>
                    <a:pt x="0" y="2475"/>
                    <a:pt x="814" y="3187"/>
                    <a:pt x="1817" y="3187"/>
                  </a:cubicBezTo>
                  <a:cubicBezTo>
                    <a:pt x="2821" y="3187"/>
                    <a:pt x="3641" y="2475"/>
                    <a:pt x="3641" y="1594"/>
                  </a:cubicBezTo>
                  <a:cubicBezTo>
                    <a:pt x="3641" y="712"/>
                    <a:pt x="2821" y="0"/>
                    <a:pt x="18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9"/>
            <p:cNvSpPr/>
            <p:nvPr/>
          </p:nvSpPr>
          <p:spPr>
            <a:xfrm>
              <a:off x="5197604" y="3396580"/>
              <a:ext cx="82362" cy="64237"/>
            </a:xfrm>
            <a:custGeom>
              <a:avLst/>
              <a:gdLst/>
              <a:ahLst/>
              <a:cxnLst/>
              <a:rect l="l" t="t" r="r" b="b"/>
              <a:pathLst>
                <a:path w="3140" h="2449" extrusionOk="0">
                  <a:moveTo>
                    <a:pt x="414" y="0"/>
                  </a:moveTo>
                  <a:cubicBezTo>
                    <a:pt x="149" y="258"/>
                    <a:pt x="0" y="604"/>
                    <a:pt x="0" y="970"/>
                  </a:cubicBezTo>
                  <a:cubicBezTo>
                    <a:pt x="0" y="1790"/>
                    <a:pt x="759" y="2448"/>
                    <a:pt x="1702" y="2448"/>
                  </a:cubicBezTo>
                  <a:cubicBezTo>
                    <a:pt x="1716" y="2448"/>
                    <a:pt x="1731" y="2448"/>
                    <a:pt x="1745" y="2448"/>
                  </a:cubicBezTo>
                  <a:cubicBezTo>
                    <a:pt x="2292" y="2448"/>
                    <a:pt x="2803" y="2199"/>
                    <a:pt x="3139" y="1770"/>
                  </a:cubicBezTo>
                  <a:cubicBezTo>
                    <a:pt x="2380" y="977"/>
                    <a:pt x="1451" y="373"/>
                    <a:pt x="4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9"/>
            <p:cNvSpPr/>
            <p:nvPr/>
          </p:nvSpPr>
          <p:spPr>
            <a:xfrm>
              <a:off x="5157394" y="3496700"/>
              <a:ext cx="115989" cy="65654"/>
            </a:xfrm>
            <a:custGeom>
              <a:avLst/>
              <a:gdLst/>
              <a:ahLst/>
              <a:cxnLst/>
              <a:rect l="l" t="t" r="r" b="b"/>
              <a:pathLst>
                <a:path w="4422" h="2503" extrusionOk="0">
                  <a:moveTo>
                    <a:pt x="2211" y="1"/>
                  </a:moveTo>
                  <a:cubicBezTo>
                    <a:pt x="991" y="1"/>
                    <a:pt x="1" y="916"/>
                    <a:pt x="1" y="2048"/>
                  </a:cubicBezTo>
                  <a:cubicBezTo>
                    <a:pt x="1" y="2198"/>
                    <a:pt x="21" y="2354"/>
                    <a:pt x="62" y="2503"/>
                  </a:cubicBezTo>
                  <a:lnTo>
                    <a:pt x="4367" y="2503"/>
                  </a:lnTo>
                  <a:cubicBezTo>
                    <a:pt x="4401" y="2354"/>
                    <a:pt x="4422" y="2198"/>
                    <a:pt x="4422" y="2048"/>
                  </a:cubicBezTo>
                  <a:cubicBezTo>
                    <a:pt x="4422" y="916"/>
                    <a:pt x="3432" y="1"/>
                    <a:pt x="2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9"/>
            <p:cNvSpPr/>
            <p:nvPr/>
          </p:nvSpPr>
          <p:spPr>
            <a:xfrm>
              <a:off x="4947344" y="3455807"/>
              <a:ext cx="58545" cy="70690"/>
            </a:xfrm>
            <a:custGeom>
              <a:avLst/>
              <a:gdLst/>
              <a:ahLst/>
              <a:cxnLst/>
              <a:rect l="l" t="t" r="r" b="b"/>
              <a:pathLst>
                <a:path w="2232" h="2695" extrusionOk="0">
                  <a:moveTo>
                    <a:pt x="984" y="0"/>
                  </a:moveTo>
                  <a:cubicBezTo>
                    <a:pt x="428" y="732"/>
                    <a:pt x="82" y="1607"/>
                    <a:pt x="1" y="2522"/>
                  </a:cubicBezTo>
                  <a:cubicBezTo>
                    <a:pt x="213" y="2639"/>
                    <a:pt x="440" y="2694"/>
                    <a:pt x="663" y="2694"/>
                  </a:cubicBezTo>
                  <a:cubicBezTo>
                    <a:pt x="1205" y="2694"/>
                    <a:pt x="1722" y="2371"/>
                    <a:pt x="1933" y="1824"/>
                  </a:cubicBezTo>
                  <a:cubicBezTo>
                    <a:pt x="2231" y="1051"/>
                    <a:pt x="1784" y="197"/>
                    <a:pt x="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9"/>
            <p:cNvSpPr/>
            <p:nvPr/>
          </p:nvSpPr>
          <p:spPr>
            <a:xfrm>
              <a:off x="5048198" y="3425564"/>
              <a:ext cx="41102" cy="71529"/>
            </a:xfrm>
            <a:custGeom>
              <a:avLst/>
              <a:gdLst/>
              <a:ahLst/>
              <a:cxnLst/>
              <a:rect l="l" t="t" r="r" b="b"/>
              <a:pathLst>
                <a:path w="1567" h="2727" extrusionOk="0">
                  <a:moveTo>
                    <a:pt x="1567" y="0"/>
                  </a:moveTo>
                  <a:lnTo>
                    <a:pt x="1567" y="0"/>
                  </a:lnTo>
                  <a:cubicBezTo>
                    <a:pt x="685" y="109"/>
                    <a:pt x="0" y="767"/>
                    <a:pt x="0" y="1574"/>
                  </a:cubicBezTo>
                  <a:cubicBezTo>
                    <a:pt x="7" y="2021"/>
                    <a:pt x="210" y="2441"/>
                    <a:pt x="563" y="2726"/>
                  </a:cubicBezTo>
                  <a:cubicBezTo>
                    <a:pt x="726" y="1668"/>
                    <a:pt x="1078" y="733"/>
                    <a:pt x="1567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49"/>
          <p:cNvGrpSpPr/>
          <p:nvPr/>
        </p:nvGrpSpPr>
        <p:grpSpPr>
          <a:xfrm>
            <a:off x="1190675" y="3124644"/>
            <a:ext cx="460828" cy="440488"/>
            <a:chOff x="6637678" y="1500982"/>
            <a:chExt cx="378721" cy="362005"/>
          </a:xfrm>
        </p:grpSpPr>
        <p:sp>
          <p:nvSpPr>
            <p:cNvPr id="1223" name="Google Shape;1223;p49"/>
            <p:cNvSpPr/>
            <p:nvPr/>
          </p:nvSpPr>
          <p:spPr>
            <a:xfrm>
              <a:off x="6637678" y="1500982"/>
              <a:ext cx="377725" cy="361717"/>
            </a:xfrm>
            <a:custGeom>
              <a:avLst/>
              <a:gdLst/>
              <a:ahLst/>
              <a:cxnLst/>
              <a:rect l="l" t="t" r="r" b="b"/>
              <a:pathLst>
                <a:path w="14417" h="13806" extrusionOk="0">
                  <a:moveTo>
                    <a:pt x="10950" y="0"/>
                  </a:moveTo>
                  <a:cubicBezTo>
                    <a:pt x="10150" y="0"/>
                    <a:pt x="9348" y="305"/>
                    <a:pt x="8732" y="916"/>
                  </a:cubicBezTo>
                  <a:lnTo>
                    <a:pt x="1237" y="8402"/>
                  </a:lnTo>
                  <a:cubicBezTo>
                    <a:pt x="0" y="9638"/>
                    <a:pt x="0" y="11642"/>
                    <a:pt x="1237" y="12878"/>
                  </a:cubicBezTo>
                  <a:cubicBezTo>
                    <a:pt x="1855" y="13497"/>
                    <a:pt x="2665" y="13806"/>
                    <a:pt x="3475" y="13806"/>
                  </a:cubicBezTo>
                  <a:cubicBezTo>
                    <a:pt x="4285" y="13806"/>
                    <a:pt x="5095" y="13497"/>
                    <a:pt x="5713" y="12878"/>
                  </a:cubicBezTo>
                  <a:lnTo>
                    <a:pt x="13199" y="5383"/>
                  </a:lnTo>
                  <a:cubicBezTo>
                    <a:pt x="14417" y="4146"/>
                    <a:pt x="14407" y="2162"/>
                    <a:pt x="13180" y="925"/>
                  </a:cubicBezTo>
                  <a:cubicBezTo>
                    <a:pt x="12564" y="310"/>
                    <a:pt x="11758" y="0"/>
                    <a:pt x="109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9"/>
            <p:cNvSpPr/>
            <p:nvPr/>
          </p:nvSpPr>
          <p:spPr>
            <a:xfrm>
              <a:off x="6696680" y="1551338"/>
              <a:ext cx="260218" cy="260454"/>
            </a:xfrm>
            <a:custGeom>
              <a:avLst/>
              <a:gdLst/>
              <a:ahLst/>
              <a:cxnLst/>
              <a:rect l="l" t="t" r="r" b="b"/>
              <a:pathLst>
                <a:path w="9932" h="9941" extrusionOk="0">
                  <a:moveTo>
                    <a:pt x="5464" y="0"/>
                  </a:moveTo>
                  <a:lnTo>
                    <a:pt x="1" y="5464"/>
                  </a:lnTo>
                  <a:lnTo>
                    <a:pt x="4468" y="9940"/>
                  </a:lnTo>
                  <a:lnTo>
                    <a:pt x="9931" y="4477"/>
                  </a:lnTo>
                  <a:lnTo>
                    <a:pt x="5464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9"/>
            <p:cNvSpPr/>
            <p:nvPr/>
          </p:nvSpPr>
          <p:spPr>
            <a:xfrm>
              <a:off x="6638175" y="1500982"/>
              <a:ext cx="377725" cy="361717"/>
            </a:xfrm>
            <a:custGeom>
              <a:avLst/>
              <a:gdLst/>
              <a:ahLst/>
              <a:cxnLst/>
              <a:rect l="l" t="t" r="r" b="b"/>
              <a:pathLst>
                <a:path w="14417" h="13806" extrusionOk="0">
                  <a:moveTo>
                    <a:pt x="3467" y="0"/>
                  </a:moveTo>
                  <a:cubicBezTo>
                    <a:pt x="2659" y="0"/>
                    <a:pt x="1853" y="310"/>
                    <a:pt x="1237" y="925"/>
                  </a:cubicBezTo>
                  <a:cubicBezTo>
                    <a:pt x="0" y="2162"/>
                    <a:pt x="0" y="4146"/>
                    <a:pt x="1218" y="5383"/>
                  </a:cubicBezTo>
                  <a:lnTo>
                    <a:pt x="8713" y="12878"/>
                  </a:lnTo>
                  <a:cubicBezTo>
                    <a:pt x="9327" y="13497"/>
                    <a:pt x="10135" y="13806"/>
                    <a:pt x="10943" y="13806"/>
                  </a:cubicBezTo>
                  <a:cubicBezTo>
                    <a:pt x="11752" y="13806"/>
                    <a:pt x="12562" y="13497"/>
                    <a:pt x="13180" y="12878"/>
                  </a:cubicBezTo>
                  <a:cubicBezTo>
                    <a:pt x="14417" y="11642"/>
                    <a:pt x="14417" y="9638"/>
                    <a:pt x="13180" y="8402"/>
                  </a:cubicBezTo>
                  <a:lnTo>
                    <a:pt x="5685" y="916"/>
                  </a:lnTo>
                  <a:cubicBezTo>
                    <a:pt x="5069" y="305"/>
                    <a:pt x="4267" y="0"/>
                    <a:pt x="3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9"/>
            <p:cNvSpPr/>
            <p:nvPr/>
          </p:nvSpPr>
          <p:spPr>
            <a:xfrm>
              <a:off x="6842090" y="1696748"/>
              <a:ext cx="174309" cy="166239"/>
            </a:xfrm>
            <a:custGeom>
              <a:avLst/>
              <a:gdLst/>
              <a:ahLst/>
              <a:cxnLst/>
              <a:rect l="l" t="t" r="r" b="b"/>
              <a:pathLst>
                <a:path w="6653" h="6345" extrusionOk="0">
                  <a:moveTo>
                    <a:pt x="4467" y="0"/>
                  </a:moveTo>
                  <a:cubicBezTo>
                    <a:pt x="5694" y="1237"/>
                    <a:pt x="5685" y="3230"/>
                    <a:pt x="4458" y="4457"/>
                  </a:cubicBezTo>
                  <a:cubicBezTo>
                    <a:pt x="3836" y="5074"/>
                    <a:pt x="3025" y="5384"/>
                    <a:pt x="2215" y="5384"/>
                  </a:cubicBezTo>
                  <a:cubicBezTo>
                    <a:pt x="1415" y="5384"/>
                    <a:pt x="615" y="5082"/>
                    <a:pt x="1" y="4477"/>
                  </a:cubicBezTo>
                  <a:lnTo>
                    <a:pt x="1" y="4477"/>
                  </a:lnTo>
                  <a:lnTo>
                    <a:pt x="930" y="5397"/>
                  </a:lnTo>
                  <a:cubicBezTo>
                    <a:pt x="1547" y="6028"/>
                    <a:pt x="2363" y="6344"/>
                    <a:pt x="3180" y="6344"/>
                  </a:cubicBezTo>
                  <a:cubicBezTo>
                    <a:pt x="3988" y="6344"/>
                    <a:pt x="4797" y="6035"/>
                    <a:pt x="5416" y="5416"/>
                  </a:cubicBezTo>
                  <a:cubicBezTo>
                    <a:pt x="6653" y="4179"/>
                    <a:pt x="6653" y="2166"/>
                    <a:pt x="5397" y="930"/>
                  </a:cubicBezTo>
                  <a:lnTo>
                    <a:pt x="4467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9"/>
            <p:cNvSpPr/>
            <p:nvPr/>
          </p:nvSpPr>
          <p:spPr>
            <a:xfrm>
              <a:off x="6752931" y="1608847"/>
              <a:ext cx="146458" cy="144179"/>
            </a:xfrm>
            <a:custGeom>
              <a:avLst/>
              <a:gdLst/>
              <a:ahLst/>
              <a:cxnLst/>
              <a:rect l="l" t="t" r="r" b="b"/>
              <a:pathLst>
                <a:path w="5590" h="5503" extrusionOk="0">
                  <a:moveTo>
                    <a:pt x="2349" y="0"/>
                  </a:moveTo>
                  <a:cubicBezTo>
                    <a:pt x="2249" y="0"/>
                    <a:pt x="2148" y="39"/>
                    <a:pt x="2071" y="115"/>
                  </a:cubicBezTo>
                  <a:lnTo>
                    <a:pt x="154" y="2032"/>
                  </a:lnTo>
                  <a:cubicBezTo>
                    <a:pt x="1" y="2186"/>
                    <a:pt x="1" y="2435"/>
                    <a:pt x="154" y="2588"/>
                  </a:cubicBezTo>
                  <a:lnTo>
                    <a:pt x="2963" y="5387"/>
                  </a:lnTo>
                  <a:cubicBezTo>
                    <a:pt x="3039" y="5464"/>
                    <a:pt x="3140" y="5502"/>
                    <a:pt x="3241" y="5502"/>
                  </a:cubicBezTo>
                  <a:cubicBezTo>
                    <a:pt x="3341" y="5502"/>
                    <a:pt x="3442" y="5464"/>
                    <a:pt x="3519" y="5387"/>
                  </a:cubicBezTo>
                  <a:lnTo>
                    <a:pt x="5436" y="3470"/>
                  </a:lnTo>
                  <a:cubicBezTo>
                    <a:pt x="5589" y="3317"/>
                    <a:pt x="5589" y="3068"/>
                    <a:pt x="5436" y="2914"/>
                  </a:cubicBezTo>
                  <a:lnTo>
                    <a:pt x="2627" y="115"/>
                  </a:lnTo>
                  <a:cubicBezTo>
                    <a:pt x="2551" y="39"/>
                    <a:pt x="2450" y="0"/>
                    <a:pt x="23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9"/>
            <p:cNvSpPr/>
            <p:nvPr/>
          </p:nvSpPr>
          <p:spPr>
            <a:xfrm>
              <a:off x="6797393" y="1608847"/>
              <a:ext cx="101735" cy="144414"/>
            </a:xfrm>
            <a:custGeom>
              <a:avLst/>
              <a:gdLst/>
              <a:ahLst/>
              <a:cxnLst/>
              <a:rect l="l" t="t" r="r" b="b"/>
              <a:pathLst>
                <a:path w="3883" h="5512" extrusionOk="0">
                  <a:moveTo>
                    <a:pt x="652" y="0"/>
                  </a:moveTo>
                  <a:cubicBezTo>
                    <a:pt x="552" y="0"/>
                    <a:pt x="451" y="39"/>
                    <a:pt x="374" y="115"/>
                  </a:cubicBezTo>
                  <a:lnTo>
                    <a:pt x="1" y="480"/>
                  </a:lnTo>
                  <a:lnTo>
                    <a:pt x="1247" y="1726"/>
                  </a:lnTo>
                  <a:cubicBezTo>
                    <a:pt x="2052" y="2540"/>
                    <a:pt x="2052" y="3854"/>
                    <a:pt x="1247" y="4668"/>
                  </a:cubicBezTo>
                  <a:lnTo>
                    <a:pt x="882" y="5023"/>
                  </a:lnTo>
                  <a:lnTo>
                    <a:pt x="1256" y="5397"/>
                  </a:lnTo>
                  <a:cubicBezTo>
                    <a:pt x="1333" y="5474"/>
                    <a:pt x="1434" y="5512"/>
                    <a:pt x="1534" y="5512"/>
                  </a:cubicBezTo>
                  <a:cubicBezTo>
                    <a:pt x="1635" y="5512"/>
                    <a:pt x="1735" y="5474"/>
                    <a:pt x="1812" y="5397"/>
                  </a:cubicBezTo>
                  <a:lnTo>
                    <a:pt x="3729" y="3480"/>
                  </a:lnTo>
                  <a:cubicBezTo>
                    <a:pt x="3883" y="3326"/>
                    <a:pt x="3883" y="3077"/>
                    <a:pt x="3729" y="2924"/>
                  </a:cubicBezTo>
                  <a:lnTo>
                    <a:pt x="930" y="115"/>
                  </a:lnTo>
                  <a:cubicBezTo>
                    <a:pt x="854" y="39"/>
                    <a:pt x="753" y="0"/>
                    <a:pt x="652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9"/>
            <p:cNvSpPr/>
            <p:nvPr/>
          </p:nvSpPr>
          <p:spPr>
            <a:xfrm>
              <a:off x="6697309" y="1620087"/>
              <a:ext cx="22270" cy="18654"/>
            </a:xfrm>
            <a:custGeom>
              <a:avLst/>
              <a:gdLst/>
              <a:ahLst/>
              <a:cxnLst/>
              <a:rect l="l" t="t" r="r" b="b"/>
              <a:pathLst>
                <a:path w="850" h="712" extrusionOk="0">
                  <a:moveTo>
                    <a:pt x="402" y="0"/>
                  </a:moveTo>
                  <a:cubicBezTo>
                    <a:pt x="184" y="0"/>
                    <a:pt x="1" y="283"/>
                    <a:pt x="207" y="482"/>
                  </a:cubicBezTo>
                  <a:lnTo>
                    <a:pt x="351" y="626"/>
                  </a:lnTo>
                  <a:cubicBezTo>
                    <a:pt x="399" y="683"/>
                    <a:pt x="475" y="712"/>
                    <a:pt x="542" y="712"/>
                  </a:cubicBezTo>
                  <a:cubicBezTo>
                    <a:pt x="619" y="712"/>
                    <a:pt x="696" y="683"/>
                    <a:pt x="744" y="626"/>
                  </a:cubicBezTo>
                  <a:cubicBezTo>
                    <a:pt x="849" y="520"/>
                    <a:pt x="849" y="338"/>
                    <a:pt x="744" y="233"/>
                  </a:cubicBezTo>
                  <a:lnTo>
                    <a:pt x="600" y="89"/>
                  </a:lnTo>
                  <a:cubicBezTo>
                    <a:pt x="537" y="26"/>
                    <a:pt x="468" y="0"/>
                    <a:pt x="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9"/>
            <p:cNvSpPr/>
            <p:nvPr/>
          </p:nvSpPr>
          <p:spPr>
            <a:xfrm>
              <a:off x="6690995" y="1582123"/>
              <a:ext cx="22296" cy="18707"/>
            </a:xfrm>
            <a:custGeom>
              <a:avLst/>
              <a:gdLst/>
              <a:ahLst/>
              <a:cxnLst/>
              <a:rect l="l" t="t" r="r" b="b"/>
              <a:pathLst>
                <a:path w="851" h="714" extrusionOk="0">
                  <a:moveTo>
                    <a:pt x="401" y="1"/>
                  </a:moveTo>
                  <a:cubicBezTo>
                    <a:pt x="184" y="1"/>
                    <a:pt x="1" y="278"/>
                    <a:pt x="199" y="484"/>
                  </a:cubicBezTo>
                  <a:lnTo>
                    <a:pt x="342" y="627"/>
                  </a:lnTo>
                  <a:cubicBezTo>
                    <a:pt x="400" y="685"/>
                    <a:pt x="472" y="714"/>
                    <a:pt x="544" y="714"/>
                  </a:cubicBezTo>
                  <a:cubicBezTo>
                    <a:pt x="616" y="714"/>
                    <a:pt x="687" y="685"/>
                    <a:pt x="745" y="627"/>
                  </a:cubicBezTo>
                  <a:cubicBezTo>
                    <a:pt x="850" y="522"/>
                    <a:pt x="850" y="340"/>
                    <a:pt x="745" y="234"/>
                  </a:cubicBezTo>
                  <a:lnTo>
                    <a:pt x="601" y="91"/>
                  </a:lnTo>
                  <a:cubicBezTo>
                    <a:pt x="538" y="27"/>
                    <a:pt x="468" y="1"/>
                    <a:pt x="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9"/>
            <p:cNvSpPr/>
            <p:nvPr/>
          </p:nvSpPr>
          <p:spPr>
            <a:xfrm>
              <a:off x="6724190" y="1548771"/>
              <a:ext cx="22244" cy="18654"/>
            </a:xfrm>
            <a:custGeom>
              <a:avLst/>
              <a:gdLst/>
              <a:ahLst/>
              <a:cxnLst/>
              <a:rect l="l" t="t" r="r" b="b"/>
              <a:pathLst>
                <a:path w="849" h="712" extrusionOk="0">
                  <a:moveTo>
                    <a:pt x="405" y="0"/>
                  </a:moveTo>
                  <a:cubicBezTo>
                    <a:pt x="189" y="0"/>
                    <a:pt x="1" y="283"/>
                    <a:pt x="206" y="482"/>
                  </a:cubicBezTo>
                  <a:lnTo>
                    <a:pt x="350" y="625"/>
                  </a:lnTo>
                  <a:cubicBezTo>
                    <a:pt x="398" y="683"/>
                    <a:pt x="475" y="712"/>
                    <a:pt x="542" y="712"/>
                  </a:cubicBezTo>
                  <a:cubicBezTo>
                    <a:pt x="619" y="712"/>
                    <a:pt x="695" y="683"/>
                    <a:pt x="743" y="625"/>
                  </a:cubicBezTo>
                  <a:cubicBezTo>
                    <a:pt x="849" y="520"/>
                    <a:pt x="849" y="338"/>
                    <a:pt x="743" y="232"/>
                  </a:cubicBezTo>
                  <a:lnTo>
                    <a:pt x="599" y="89"/>
                  </a:lnTo>
                  <a:cubicBezTo>
                    <a:pt x="539" y="26"/>
                    <a:pt x="471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9"/>
            <p:cNvSpPr/>
            <p:nvPr/>
          </p:nvSpPr>
          <p:spPr>
            <a:xfrm>
              <a:off x="6729902" y="1587782"/>
              <a:ext cx="22322" cy="18576"/>
            </a:xfrm>
            <a:custGeom>
              <a:avLst/>
              <a:gdLst/>
              <a:ahLst/>
              <a:cxnLst/>
              <a:rect l="l" t="t" r="r" b="b"/>
              <a:pathLst>
                <a:path w="852" h="709" extrusionOk="0">
                  <a:moveTo>
                    <a:pt x="406" y="1"/>
                  </a:moveTo>
                  <a:cubicBezTo>
                    <a:pt x="187" y="1"/>
                    <a:pt x="0" y="281"/>
                    <a:pt x="199" y="488"/>
                  </a:cubicBezTo>
                  <a:lnTo>
                    <a:pt x="343" y="632"/>
                  </a:lnTo>
                  <a:cubicBezTo>
                    <a:pt x="401" y="680"/>
                    <a:pt x="468" y="708"/>
                    <a:pt x="544" y="708"/>
                  </a:cubicBezTo>
                  <a:cubicBezTo>
                    <a:pt x="621" y="708"/>
                    <a:pt x="688" y="680"/>
                    <a:pt x="746" y="632"/>
                  </a:cubicBezTo>
                  <a:cubicBezTo>
                    <a:pt x="851" y="517"/>
                    <a:pt x="851" y="344"/>
                    <a:pt x="746" y="229"/>
                  </a:cubicBezTo>
                  <a:lnTo>
                    <a:pt x="602" y="85"/>
                  </a:lnTo>
                  <a:cubicBezTo>
                    <a:pt x="540" y="26"/>
                    <a:pt x="472" y="1"/>
                    <a:pt x="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9"/>
            <p:cNvSpPr/>
            <p:nvPr/>
          </p:nvSpPr>
          <p:spPr>
            <a:xfrm>
              <a:off x="6762285" y="1555137"/>
              <a:ext cx="22322" cy="18812"/>
            </a:xfrm>
            <a:custGeom>
              <a:avLst/>
              <a:gdLst/>
              <a:ahLst/>
              <a:cxnLst/>
              <a:rect l="l" t="t" r="r" b="b"/>
              <a:pathLst>
                <a:path w="852" h="718" extrusionOk="0">
                  <a:moveTo>
                    <a:pt x="407" y="1"/>
                  </a:moveTo>
                  <a:cubicBezTo>
                    <a:pt x="188" y="1"/>
                    <a:pt x="1" y="281"/>
                    <a:pt x="200" y="488"/>
                  </a:cubicBezTo>
                  <a:lnTo>
                    <a:pt x="344" y="632"/>
                  </a:lnTo>
                  <a:cubicBezTo>
                    <a:pt x="401" y="680"/>
                    <a:pt x="468" y="708"/>
                    <a:pt x="545" y="718"/>
                  </a:cubicBezTo>
                  <a:cubicBezTo>
                    <a:pt x="622" y="718"/>
                    <a:pt x="689" y="680"/>
                    <a:pt x="746" y="632"/>
                  </a:cubicBezTo>
                  <a:cubicBezTo>
                    <a:pt x="852" y="517"/>
                    <a:pt x="852" y="344"/>
                    <a:pt x="746" y="229"/>
                  </a:cubicBezTo>
                  <a:lnTo>
                    <a:pt x="602" y="85"/>
                  </a:lnTo>
                  <a:cubicBezTo>
                    <a:pt x="541" y="26"/>
                    <a:pt x="472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9"/>
            <p:cNvSpPr/>
            <p:nvPr/>
          </p:nvSpPr>
          <p:spPr>
            <a:xfrm>
              <a:off x="6866508" y="1789208"/>
              <a:ext cx="22322" cy="18812"/>
            </a:xfrm>
            <a:custGeom>
              <a:avLst/>
              <a:gdLst/>
              <a:ahLst/>
              <a:cxnLst/>
              <a:rect l="l" t="t" r="r" b="b"/>
              <a:pathLst>
                <a:path w="852" h="718" extrusionOk="0">
                  <a:moveTo>
                    <a:pt x="407" y="0"/>
                  </a:moveTo>
                  <a:cubicBezTo>
                    <a:pt x="188" y="0"/>
                    <a:pt x="1" y="281"/>
                    <a:pt x="200" y="487"/>
                  </a:cubicBezTo>
                  <a:lnTo>
                    <a:pt x="344" y="631"/>
                  </a:lnTo>
                  <a:cubicBezTo>
                    <a:pt x="401" y="679"/>
                    <a:pt x="468" y="708"/>
                    <a:pt x="545" y="717"/>
                  </a:cubicBezTo>
                  <a:cubicBezTo>
                    <a:pt x="622" y="717"/>
                    <a:pt x="689" y="679"/>
                    <a:pt x="746" y="631"/>
                  </a:cubicBezTo>
                  <a:cubicBezTo>
                    <a:pt x="852" y="516"/>
                    <a:pt x="852" y="344"/>
                    <a:pt x="746" y="229"/>
                  </a:cubicBezTo>
                  <a:lnTo>
                    <a:pt x="602" y="85"/>
                  </a:lnTo>
                  <a:cubicBezTo>
                    <a:pt x="541" y="25"/>
                    <a:pt x="47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9"/>
            <p:cNvSpPr/>
            <p:nvPr/>
          </p:nvSpPr>
          <p:spPr>
            <a:xfrm>
              <a:off x="6903450" y="1794998"/>
              <a:ext cx="23554" cy="19309"/>
            </a:xfrm>
            <a:custGeom>
              <a:avLst/>
              <a:gdLst/>
              <a:ahLst/>
              <a:cxnLst/>
              <a:rect l="l" t="t" r="r" b="b"/>
              <a:pathLst>
                <a:path w="899" h="737" extrusionOk="0">
                  <a:moveTo>
                    <a:pt x="428" y="1"/>
                  </a:moveTo>
                  <a:cubicBezTo>
                    <a:pt x="203" y="1"/>
                    <a:pt x="1" y="311"/>
                    <a:pt x="247" y="506"/>
                  </a:cubicBezTo>
                  <a:lnTo>
                    <a:pt x="391" y="650"/>
                  </a:lnTo>
                  <a:cubicBezTo>
                    <a:pt x="438" y="707"/>
                    <a:pt x="515" y="736"/>
                    <a:pt x="592" y="736"/>
                  </a:cubicBezTo>
                  <a:cubicBezTo>
                    <a:pt x="659" y="736"/>
                    <a:pt x="736" y="707"/>
                    <a:pt x="784" y="650"/>
                  </a:cubicBezTo>
                  <a:cubicBezTo>
                    <a:pt x="899" y="544"/>
                    <a:pt x="899" y="362"/>
                    <a:pt x="784" y="257"/>
                  </a:cubicBezTo>
                  <a:lnTo>
                    <a:pt x="640" y="113"/>
                  </a:lnTo>
                  <a:cubicBezTo>
                    <a:pt x="576" y="33"/>
                    <a:pt x="501" y="1"/>
                    <a:pt x="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9"/>
            <p:cNvSpPr/>
            <p:nvPr/>
          </p:nvSpPr>
          <p:spPr>
            <a:xfrm>
              <a:off x="6937877" y="1762432"/>
              <a:ext cx="22270" cy="18707"/>
            </a:xfrm>
            <a:custGeom>
              <a:avLst/>
              <a:gdLst/>
              <a:ahLst/>
              <a:cxnLst/>
              <a:rect l="l" t="t" r="r" b="b"/>
              <a:pathLst>
                <a:path w="850" h="714" extrusionOk="0">
                  <a:moveTo>
                    <a:pt x="400" y="1"/>
                  </a:moveTo>
                  <a:cubicBezTo>
                    <a:pt x="183" y="1"/>
                    <a:pt x="0" y="279"/>
                    <a:pt x="198" y="484"/>
                  </a:cubicBezTo>
                  <a:lnTo>
                    <a:pt x="342" y="628"/>
                  </a:lnTo>
                  <a:cubicBezTo>
                    <a:pt x="399" y="675"/>
                    <a:pt x="466" y="714"/>
                    <a:pt x="543" y="714"/>
                  </a:cubicBezTo>
                  <a:cubicBezTo>
                    <a:pt x="620" y="714"/>
                    <a:pt x="687" y="685"/>
                    <a:pt x="744" y="628"/>
                  </a:cubicBezTo>
                  <a:cubicBezTo>
                    <a:pt x="850" y="513"/>
                    <a:pt x="850" y="340"/>
                    <a:pt x="744" y="235"/>
                  </a:cubicBezTo>
                  <a:lnTo>
                    <a:pt x="601" y="91"/>
                  </a:lnTo>
                  <a:cubicBezTo>
                    <a:pt x="537" y="27"/>
                    <a:pt x="467" y="1"/>
                    <a:pt x="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9"/>
            <p:cNvSpPr/>
            <p:nvPr/>
          </p:nvSpPr>
          <p:spPr>
            <a:xfrm>
              <a:off x="6898970" y="1756799"/>
              <a:ext cx="22270" cy="18812"/>
            </a:xfrm>
            <a:custGeom>
              <a:avLst/>
              <a:gdLst/>
              <a:ahLst/>
              <a:cxnLst/>
              <a:rect l="l" t="t" r="r" b="b"/>
              <a:pathLst>
                <a:path w="850" h="718" extrusionOk="0">
                  <a:moveTo>
                    <a:pt x="404" y="1"/>
                  </a:moveTo>
                  <a:cubicBezTo>
                    <a:pt x="186" y="1"/>
                    <a:pt x="0" y="281"/>
                    <a:pt x="207" y="488"/>
                  </a:cubicBezTo>
                  <a:lnTo>
                    <a:pt x="351" y="632"/>
                  </a:lnTo>
                  <a:cubicBezTo>
                    <a:pt x="399" y="680"/>
                    <a:pt x="466" y="708"/>
                    <a:pt x="542" y="718"/>
                  </a:cubicBezTo>
                  <a:cubicBezTo>
                    <a:pt x="619" y="718"/>
                    <a:pt x="696" y="680"/>
                    <a:pt x="744" y="632"/>
                  </a:cubicBezTo>
                  <a:cubicBezTo>
                    <a:pt x="849" y="517"/>
                    <a:pt x="849" y="344"/>
                    <a:pt x="744" y="229"/>
                  </a:cubicBezTo>
                  <a:lnTo>
                    <a:pt x="600" y="85"/>
                  </a:lnTo>
                  <a:cubicBezTo>
                    <a:pt x="538" y="26"/>
                    <a:pt x="470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9"/>
            <p:cNvSpPr/>
            <p:nvPr/>
          </p:nvSpPr>
          <p:spPr>
            <a:xfrm>
              <a:off x="6931380" y="1724311"/>
              <a:ext cx="22506" cy="18654"/>
            </a:xfrm>
            <a:custGeom>
              <a:avLst/>
              <a:gdLst/>
              <a:ahLst/>
              <a:cxnLst/>
              <a:rect l="l" t="t" r="r" b="b"/>
              <a:pathLst>
                <a:path w="859" h="712" extrusionOk="0">
                  <a:moveTo>
                    <a:pt x="405" y="0"/>
                  </a:moveTo>
                  <a:cubicBezTo>
                    <a:pt x="189" y="0"/>
                    <a:pt x="1" y="283"/>
                    <a:pt x="206" y="482"/>
                  </a:cubicBezTo>
                  <a:lnTo>
                    <a:pt x="350" y="626"/>
                  </a:lnTo>
                  <a:cubicBezTo>
                    <a:pt x="403" y="683"/>
                    <a:pt x="475" y="712"/>
                    <a:pt x="547" y="712"/>
                  </a:cubicBezTo>
                  <a:cubicBezTo>
                    <a:pt x="619" y="712"/>
                    <a:pt x="690" y="683"/>
                    <a:pt x="743" y="626"/>
                  </a:cubicBezTo>
                  <a:cubicBezTo>
                    <a:pt x="858" y="520"/>
                    <a:pt x="858" y="338"/>
                    <a:pt x="743" y="233"/>
                  </a:cubicBezTo>
                  <a:lnTo>
                    <a:pt x="599" y="89"/>
                  </a:lnTo>
                  <a:cubicBezTo>
                    <a:pt x="539" y="26"/>
                    <a:pt x="471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168;p49">
            <a:extLst>
              <a:ext uri="{FF2B5EF4-FFF2-40B4-BE49-F238E27FC236}">
                <a16:creationId xmlns:a16="http://schemas.microsoft.com/office/drawing/2014/main" id="{BDAF1F1C-271D-8AF5-15CB-15358B85CE93}"/>
              </a:ext>
            </a:extLst>
          </p:cNvPr>
          <p:cNvSpPr txBox="1">
            <a:spLocks/>
          </p:cNvSpPr>
          <p:nvPr/>
        </p:nvSpPr>
        <p:spPr>
          <a:xfrm>
            <a:off x="6521394" y="2259832"/>
            <a:ext cx="228593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de-DE"/>
              <a:t>Anzeige des Lebens, der Ausdauer oder Munition</a:t>
            </a:r>
          </a:p>
        </p:txBody>
      </p:sp>
      <p:sp>
        <p:nvSpPr>
          <p:cNvPr id="5" name="Google Shape;1170;p49">
            <a:extLst>
              <a:ext uri="{FF2B5EF4-FFF2-40B4-BE49-F238E27FC236}">
                <a16:creationId xmlns:a16="http://schemas.microsoft.com/office/drawing/2014/main" id="{39ECE94D-BBB2-3B7A-790C-D464FD252919}"/>
              </a:ext>
            </a:extLst>
          </p:cNvPr>
          <p:cNvSpPr txBox="1">
            <a:spLocks/>
          </p:cNvSpPr>
          <p:nvPr/>
        </p:nvSpPr>
        <p:spPr>
          <a:xfrm>
            <a:off x="6521394" y="4000903"/>
            <a:ext cx="2483757" cy="58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de-DE" err="1"/>
              <a:t>Errungegnschaften</a:t>
            </a:r>
            <a:r>
              <a:rPr lang="de-DE"/>
              <a:t> die den Spieler dabei unterstützen weiterzuspielen</a:t>
            </a:r>
          </a:p>
        </p:txBody>
      </p:sp>
      <p:sp>
        <p:nvSpPr>
          <p:cNvPr id="7" name="Google Shape;1173;p49">
            <a:extLst>
              <a:ext uri="{FF2B5EF4-FFF2-40B4-BE49-F238E27FC236}">
                <a16:creationId xmlns:a16="http://schemas.microsoft.com/office/drawing/2014/main" id="{03D72B38-FBC8-C67C-8D72-D4B37DB55438}"/>
              </a:ext>
            </a:extLst>
          </p:cNvPr>
          <p:cNvSpPr txBox="1">
            <a:spLocks/>
          </p:cNvSpPr>
          <p:nvPr/>
        </p:nvSpPr>
        <p:spPr>
          <a:xfrm>
            <a:off x="6521392" y="1925031"/>
            <a:ext cx="1978200" cy="47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indent="0"/>
            <a:r>
              <a:rPr lang="en"/>
              <a:t>HUD</a:t>
            </a:r>
          </a:p>
        </p:txBody>
      </p:sp>
      <p:sp>
        <p:nvSpPr>
          <p:cNvPr id="9" name="Google Shape;1174;p49">
            <a:extLst>
              <a:ext uri="{FF2B5EF4-FFF2-40B4-BE49-F238E27FC236}">
                <a16:creationId xmlns:a16="http://schemas.microsoft.com/office/drawing/2014/main" id="{ED75F076-D03D-8105-22E3-D017D3E06D0E}"/>
              </a:ext>
            </a:extLst>
          </p:cNvPr>
          <p:cNvSpPr txBox="1">
            <a:spLocks/>
          </p:cNvSpPr>
          <p:nvPr/>
        </p:nvSpPr>
        <p:spPr>
          <a:xfrm>
            <a:off x="6521392" y="3688156"/>
            <a:ext cx="2366526" cy="47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indent="0"/>
            <a:r>
              <a:rPr lang="en" err="1"/>
              <a:t>Errungenschaften</a:t>
            </a:r>
          </a:p>
        </p:txBody>
      </p:sp>
      <p:grpSp>
        <p:nvGrpSpPr>
          <p:cNvPr id="20" name="Google Shape;1208;p49">
            <a:extLst>
              <a:ext uri="{FF2B5EF4-FFF2-40B4-BE49-F238E27FC236}">
                <a16:creationId xmlns:a16="http://schemas.microsoft.com/office/drawing/2014/main" id="{0AB6797A-C720-46AB-29F0-2B8CD571C89B}"/>
              </a:ext>
            </a:extLst>
          </p:cNvPr>
          <p:cNvGrpSpPr/>
          <p:nvPr/>
        </p:nvGrpSpPr>
        <p:grpSpPr>
          <a:xfrm>
            <a:off x="7284047" y="1285490"/>
            <a:ext cx="452891" cy="440679"/>
            <a:chOff x="6638175" y="2436584"/>
            <a:chExt cx="372198" cy="362163"/>
          </a:xfrm>
        </p:grpSpPr>
        <p:sp>
          <p:nvSpPr>
            <p:cNvPr id="21" name="Google Shape;1209;p49">
              <a:extLst>
                <a:ext uri="{FF2B5EF4-FFF2-40B4-BE49-F238E27FC236}">
                  <a16:creationId xmlns:a16="http://schemas.microsoft.com/office/drawing/2014/main" id="{750D77DA-B6B2-CAA1-D454-519EDE4DAB72}"/>
                </a:ext>
              </a:extLst>
            </p:cNvPr>
            <p:cNvSpPr/>
            <p:nvPr/>
          </p:nvSpPr>
          <p:spPr>
            <a:xfrm>
              <a:off x="6638175" y="2436584"/>
              <a:ext cx="182090" cy="362163"/>
            </a:xfrm>
            <a:custGeom>
              <a:avLst/>
              <a:gdLst/>
              <a:ahLst/>
              <a:cxnLst/>
              <a:rect l="l" t="t" r="r" b="b"/>
              <a:pathLst>
                <a:path w="6950" h="13823" extrusionOk="0">
                  <a:moveTo>
                    <a:pt x="3470" y="1"/>
                  </a:moveTo>
                  <a:cubicBezTo>
                    <a:pt x="1553" y="1"/>
                    <a:pt x="0" y="1563"/>
                    <a:pt x="0" y="3480"/>
                  </a:cubicBezTo>
                  <a:lnTo>
                    <a:pt x="0" y="10343"/>
                  </a:lnTo>
                  <a:cubicBezTo>
                    <a:pt x="0" y="12260"/>
                    <a:pt x="1553" y="13823"/>
                    <a:pt x="3470" y="13823"/>
                  </a:cubicBezTo>
                  <a:cubicBezTo>
                    <a:pt x="5387" y="13823"/>
                    <a:pt x="6950" y="12260"/>
                    <a:pt x="6950" y="10343"/>
                  </a:cubicBezTo>
                  <a:lnTo>
                    <a:pt x="6950" y="3480"/>
                  </a:lnTo>
                  <a:cubicBezTo>
                    <a:pt x="6950" y="1563"/>
                    <a:pt x="5387" y="1"/>
                    <a:pt x="34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10;p49">
              <a:extLst>
                <a:ext uri="{FF2B5EF4-FFF2-40B4-BE49-F238E27FC236}">
                  <a16:creationId xmlns:a16="http://schemas.microsoft.com/office/drawing/2014/main" id="{1ACF115E-FB53-953F-D94B-828E5DC3405D}"/>
                </a:ext>
              </a:extLst>
            </p:cNvPr>
            <p:cNvSpPr/>
            <p:nvPr/>
          </p:nvSpPr>
          <p:spPr>
            <a:xfrm>
              <a:off x="6662017" y="2441850"/>
              <a:ext cx="158248" cy="356792"/>
            </a:xfrm>
            <a:custGeom>
              <a:avLst/>
              <a:gdLst/>
              <a:ahLst/>
              <a:cxnLst/>
              <a:rect l="l" t="t" r="r" b="b"/>
              <a:pathLst>
                <a:path w="6040" h="13618" extrusionOk="0">
                  <a:moveTo>
                    <a:pt x="3720" y="1"/>
                  </a:moveTo>
                  <a:lnTo>
                    <a:pt x="3720" y="1"/>
                  </a:lnTo>
                  <a:cubicBezTo>
                    <a:pt x="4305" y="643"/>
                    <a:pt x="4631" y="1477"/>
                    <a:pt x="4631" y="2349"/>
                  </a:cubicBezTo>
                  <a:lnTo>
                    <a:pt x="4631" y="9212"/>
                  </a:lnTo>
                  <a:cubicBezTo>
                    <a:pt x="4631" y="11129"/>
                    <a:pt x="3078" y="12682"/>
                    <a:pt x="1161" y="12682"/>
                  </a:cubicBezTo>
                  <a:cubicBezTo>
                    <a:pt x="768" y="12682"/>
                    <a:pt x="375" y="12615"/>
                    <a:pt x="1" y="12491"/>
                  </a:cubicBezTo>
                  <a:lnTo>
                    <a:pt x="1" y="12491"/>
                  </a:lnTo>
                  <a:cubicBezTo>
                    <a:pt x="673" y="13222"/>
                    <a:pt x="1608" y="13617"/>
                    <a:pt x="2566" y="13617"/>
                  </a:cubicBezTo>
                  <a:cubicBezTo>
                    <a:pt x="2988" y="13617"/>
                    <a:pt x="3415" y="13540"/>
                    <a:pt x="3826" y="13382"/>
                  </a:cubicBezTo>
                  <a:cubicBezTo>
                    <a:pt x="5158" y="12864"/>
                    <a:pt x="6040" y="11570"/>
                    <a:pt x="6040" y="10142"/>
                  </a:cubicBezTo>
                  <a:lnTo>
                    <a:pt x="6040" y="3270"/>
                  </a:lnTo>
                  <a:cubicBezTo>
                    <a:pt x="6040" y="1803"/>
                    <a:pt x="5110" y="490"/>
                    <a:pt x="3720" y="1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11;p49">
              <a:extLst>
                <a:ext uri="{FF2B5EF4-FFF2-40B4-BE49-F238E27FC236}">
                  <a16:creationId xmlns:a16="http://schemas.microsoft.com/office/drawing/2014/main" id="{156E0C76-33DA-A781-DF15-6915C9DE688A}"/>
                </a:ext>
              </a:extLst>
            </p:cNvPr>
            <p:cNvSpPr/>
            <p:nvPr/>
          </p:nvSpPr>
          <p:spPr>
            <a:xfrm>
              <a:off x="6638175" y="2617652"/>
              <a:ext cx="182090" cy="181094"/>
            </a:xfrm>
            <a:custGeom>
              <a:avLst/>
              <a:gdLst/>
              <a:ahLst/>
              <a:cxnLst/>
              <a:rect l="l" t="t" r="r" b="b"/>
              <a:pathLst>
                <a:path w="6950" h="6912" extrusionOk="0">
                  <a:moveTo>
                    <a:pt x="0" y="1"/>
                  </a:moveTo>
                  <a:lnTo>
                    <a:pt x="0" y="3432"/>
                  </a:lnTo>
                  <a:cubicBezTo>
                    <a:pt x="0" y="5349"/>
                    <a:pt x="1553" y="6912"/>
                    <a:pt x="3470" y="6912"/>
                  </a:cubicBezTo>
                  <a:cubicBezTo>
                    <a:pt x="5387" y="6912"/>
                    <a:pt x="6950" y="5349"/>
                    <a:pt x="6950" y="3432"/>
                  </a:cubicBezTo>
                  <a:lnTo>
                    <a:pt x="69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12;p49">
              <a:extLst>
                <a:ext uri="{FF2B5EF4-FFF2-40B4-BE49-F238E27FC236}">
                  <a16:creationId xmlns:a16="http://schemas.microsoft.com/office/drawing/2014/main" id="{DDA0D185-3FE3-3AC6-007A-6DCF4AABD6CE}"/>
                </a:ext>
              </a:extLst>
            </p:cNvPr>
            <p:cNvSpPr/>
            <p:nvPr/>
          </p:nvSpPr>
          <p:spPr>
            <a:xfrm>
              <a:off x="6662017" y="2617652"/>
              <a:ext cx="158248" cy="180990"/>
            </a:xfrm>
            <a:custGeom>
              <a:avLst/>
              <a:gdLst/>
              <a:ahLst/>
              <a:cxnLst/>
              <a:rect l="l" t="t" r="r" b="b"/>
              <a:pathLst>
                <a:path w="6040" h="6908" extrusionOk="0">
                  <a:moveTo>
                    <a:pt x="4631" y="1"/>
                  </a:moveTo>
                  <a:lnTo>
                    <a:pt x="4631" y="2502"/>
                  </a:lnTo>
                  <a:cubicBezTo>
                    <a:pt x="4631" y="4419"/>
                    <a:pt x="3078" y="5982"/>
                    <a:pt x="1161" y="5982"/>
                  </a:cubicBezTo>
                  <a:cubicBezTo>
                    <a:pt x="758" y="5982"/>
                    <a:pt x="365" y="5915"/>
                    <a:pt x="1" y="5781"/>
                  </a:cubicBezTo>
                  <a:lnTo>
                    <a:pt x="1" y="5781"/>
                  </a:lnTo>
                  <a:cubicBezTo>
                    <a:pt x="673" y="6512"/>
                    <a:pt x="1608" y="6907"/>
                    <a:pt x="2566" y="6907"/>
                  </a:cubicBezTo>
                  <a:cubicBezTo>
                    <a:pt x="2988" y="6907"/>
                    <a:pt x="3415" y="6830"/>
                    <a:pt x="3826" y="6672"/>
                  </a:cubicBezTo>
                  <a:cubicBezTo>
                    <a:pt x="5158" y="6154"/>
                    <a:pt x="6040" y="4860"/>
                    <a:pt x="6040" y="3432"/>
                  </a:cubicBezTo>
                  <a:lnTo>
                    <a:pt x="6040" y="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13;p49">
              <a:extLst>
                <a:ext uri="{FF2B5EF4-FFF2-40B4-BE49-F238E27FC236}">
                  <a16:creationId xmlns:a16="http://schemas.microsoft.com/office/drawing/2014/main" id="{4BFCD728-C966-295E-8E94-D948CC0A59BB}"/>
                </a:ext>
              </a:extLst>
            </p:cNvPr>
            <p:cNvSpPr/>
            <p:nvPr/>
          </p:nvSpPr>
          <p:spPr>
            <a:xfrm>
              <a:off x="6846623" y="2467762"/>
              <a:ext cx="160999" cy="153899"/>
            </a:xfrm>
            <a:custGeom>
              <a:avLst/>
              <a:gdLst/>
              <a:ahLst/>
              <a:cxnLst/>
              <a:rect l="l" t="t" r="r" b="b"/>
              <a:pathLst>
                <a:path w="6145" h="5874" extrusionOk="0">
                  <a:moveTo>
                    <a:pt x="2950" y="1"/>
                  </a:moveTo>
                  <a:cubicBezTo>
                    <a:pt x="1445" y="1"/>
                    <a:pt x="0" y="1171"/>
                    <a:pt x="0" y="2942"/>
                  </a:cubicBezTo>
                  <a:cubicBezTo>
                    <a:pt x="0" y="4706"/>
                    <a:pt x="1444" y="5874"/>
                    <a:pt x="2949" y="5874"/>
                  </a:cubicBezTo>
                  <a:cubicBezTo>
                    <a:pt x="3667" y="5874"/>
                    <a:pt x="4399" y="5607"/>
                    <a:pt x="4994" y="5012"/>
                  </a:cubicBezTo>
                  <a:cubicBezTo>
                    <a:pt x="6144" y="3862"/>
                    <a:pt x="6144" y="2012"/>
                    <a:pt x="4994" y="862"/>
                  </a:cubicBezTo>
                  <a:cubicBezTo>
                    <a:pt x="4400" y="267"/>
                    <a:pt x="3668" y="1"/>
                    <a:pt x="29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14;p49">
              <a:extLst>
                <a:ext uri="{FF2B5EF4-FFF2-40B4-BE49-F238E27FC236}">
                  <a16:creationId xmlns:a16="http://schemas.microsoft.com/office/drawing/2014/main" id="{3EE84CD1-E04D-0038-2CF7-7385E2192C1A}"/>
                </a:ext>
              </a:extLst>
            </p:cNvPr>
            <p:cNvSpPr/>
            <p:nvPr/>
          </p:nvSpPr>
          <p:spPr>
            <a:xfrm>
              <a:off x="6857155" y="2478530"/>
              <a:ext cx="151462" cy="143576"/>
            </a:xfrm>
            <a:custGeom>
              <a:avLst/>
              <a:gdLst/>
              <a:ahLst/>
              <a:cxnLst/>
              <a:rect l="l" t="t" r="r" b="b"/>
              <a:pathLst>
                <a:path w="5781" h="5480" extrusionOk="0">
                  <a:moveTo>
                    <a:pt x="4017" y="0"/>
                  </a:moveTo>
                  <a:lnTo>
                    <a:pt x="4017" y="0"/>
                  </a:lnTo>
                  <a:cubicBezTo>
                    <a:pt x="4688" y="1151"/>
                    <a:pt x="4506" y="2617"/>
                    <a:pt x="3557" y="3557"/>
                  </a:cubicBezTo>
                  <a:cubicBezTo>
                    <a:pt x="2995" y="4125"/>
                    <a:pt x="2244" y="4418"/>
                    <a:pt x="1484" y="4418"/>
                  </a:cubicBezTo>
                  <a:cubicBezTo>
                    <a:pt x="975" y="4418"/>
                    <a:pt x="463" y="4286"/>
                    <a:pt x="1" y="4017"/>
                  </a:cubicBezTo>
                  <a:lnTo>
                    <a:pt x="1" y="4017"/>
                  </a:lnTo>
                  <a:cubicBezTo>
                    <a:pt x="125" y="4227"/>
                    <a:pt x="279" y="4419"/>
                    <a:pt x="451" y="4592"/>
                  </a:cubicBezTo>
                  <a:cubicBezTo>
                    <a:pt x="1028" y="5182"/>
                    <a:pt x="1792" y="5480"/>
                    <a:pt x="2556" y="5480"/>
                  </a:cubicBezTo>
                  <a:cubicBezTo>
                    <a:pt x="3304" y="5480"/>
                    <a:pt x="4052" y="5194"/>
                    <a:pt x="4621" y="4620"/>
                  </a:cubicBezTo>
                  <a:cubicBezTo>
                    <a:pt x="5781" y="3470"/>
                    <a:pt x="5771" y="1592"/>
                    <a:pt x="4592" y="451"/>
                  </a:cubicBezTo>
                  <a:cubicBezTo>
                    <a:pt x="4420" y="278"/>
                    <a:pt x="4228" y="125"/>
                    <a:pt x="4017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15;p49">
              <a:extLst>
                <a:ext uri="{FF2B5EF4-FFF2-40B4-BE49-F238E27FC236}">
                  <a16:creationId xmlns:a16="http://schemas.microsoft.com/office/drawing/2014/main" id="{BF280F5F-BD86-D284-B540-A27C59046C1C}"/>
                </a:ext>
              </a:extLst>
            </p:cNvPr>
            <p:cNvSpPr/>
            <p:nvPr/>
          </p:nvSpPr>
          <p:spPr>
            <a:xfrm>
              <a:off x="6846623" y="2636621"/>
              <a:ext cx="160999" cy="153794"/>
            </a:xfrm>
            <a:custGeom>
              <a:avLst/>
              <a:gdLst/>
              <a:ahLst/>
              <a:cxnLst/>
              <a:rect l="l" t="t" r="r" b="b"/>
              <a:pathLst>
                <a:path w="6145" h="5870" extrusionOk="0">
                  <a:moveTo>
                    <a:pt x="2944" y="0"/>
                  </a:moveTo>
                  <a:cubicBezTo>
                    <a:pt x="1442" y="0"/>
                    <a:pt x="0" y="1169"/>
                    <a:pt x="0" y="2938"/>
                  </a:cubicBezTo>
                  <a:cubicBezTo>
                    <a:pt x="0" y="4703"/>
                    <a:pt x="1444" y="5870"/>
                    <a:pt x="2949" y="5870"/>
                  </a:cubicBezTo>
                  <a:cubicBezTo>
                    <a:pt x="3667" y="5870"/>
                    <a:pt x="4399" y="5604"/>
                    <a:pt x="4994" y="5009"/>
                  </a:cubicBezTo>
                  <a:cubicBezTo>
                    <a:pt x="6144" y="3858"/>
                    <a:pt x="6144" y="2008"/>
                    <a:pt x="4994" y="868"/>
                  </a:cubicBezTo>
                  <a:cubicBezTo>
                    <a:pt x="4398" y="269"/>
                    <a:pt x="3664" y="0"/>
                    <a:pt x="29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16;p49">
              <a:extLst>
                <a:ext uri="{FF2B5EF4-FFF2-40B4-BE49-F238E27FC236}">
                  <a16:creationId xmlns:a16="http://schemas.microsoft.com/office/drawing/2014/main" id="{B30D41B0-A3B6-8160-34BA-2B2A965C32BC}"/>
                </a:ext>
              </a:extLst>
            </p:cNvPr>
            <p:cNvSpPr/>
            <p:nvPr/>
          </p:nvSpPr>
          <p:spPr>
            <a:xfrm>
              <a:off x="6857155" y="2647546"/>
              <a:ext cx="153218" cy="142790"/>
            </a:xfrm>
            <a:custGeom>
              <a:avLst/>
              <a:gdLst/>
              <a:ahLst/>
              <a:cxnLst/>
              <a:rect l="l" t="t" r="r" b="b"/>
              <a:pathLst>
                <a:path w="5848" h="5450" extrusionOk="0">
                  <a:moveTo>
                    <a:pt x="4017" y="0"/>
                  </a:moveTo>
                  <a:cubicBezTo>
                    <a:pt x="4698" y="1151"/>
                    <a:pt x="4516" y="2617"/>
                    <a:pt x="3567" y="3566"/>
                  </a:cubicBezTo>
                  <a:cubicBezTo>
                    <a:pt x="3001" y="4132"/>
                    <a:pt x="2250" y="4425"/>
                    <a:pt x="1493" y="4425"/>
                  </a:cubicBezTo>
                  <a:cubicBezTo>
                    <a:pt x="981" y="4425"/>
                    <a:pt x="465" y="4291"/>
                    <a:pt x="1" y="4017"/>
                  </a:cubicBezTo>
                  <a:lnTo>
                    <a:pt x="1" y="4017"/>
                  </a:lnTo>
                  <a:cubicBezTo>
                    <a:pt x="554" y="4946"/>
                    <a:pt x="1529" y="5449"/>
                    <a:pt x="2523" y="5449"/>
                  </a:cubicBezTo>
                  <a:cubicBezTo>
                    <a:pt x="3149" y="5449"/>
                    <a:pt x="3783" y="5250"/>
                    <a:pt x="4324" y="4831"/>
                  </a:cubicBezTo>
                  <a:cubicBezTo>
                    <a:pt x="5714" y="3758"/>
                    <a:pt x="5848" y="1697"/>
                    <a:pt x="4592" y="451"/>
                  </a:cubicBezTo>
                  <a:cubicBezTo>
                    <a:pt x="4420" y="269"/>
                    <a:pt x="4228" y="125"/>
                    <a:pt x="4017" y="0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17;p49">
              <a:extLst>
                <a:ext uri="{FF2B5EF4-FFF2-40B4-BE49-F238E27FC236}">
                  <a16:creationId xmlns:a16="http://schemas.microsoft.com/office/drawing/2014/main" id="{F8E5B2EF-954D-7127-4DE5-B5E8E177C8F4}"/>
                </a:ext>
              </a:extLst>
            </p:cNvPr>
            <p:cNvSpPr/>
            <p:nvPr/>
          </p:nvSpPr>
          <p:spPr>
            <a:xfrm>
              <a:off x="6863941" y="2485552"/>
              <a:ext cx="118555" cy="118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403" y="1"/>
                  </a:moveTo>
                  <a:cubicBezTo>
                    <a:pt x="327" y="58"/>
                    <a:pt x="259" y="116"/>
                    <a:pt x="192" y="183"/>
                  </a:cubicBezTo>
                  <a:cubicBezTo>
                    <a:pt x="125" y="250"/>
                    <a:pt x="58" y="317"/>
                    <a:pt x="1" y="394"/>
                  </a:cubicBezTo>
                  <a:lnTo>
                    <a:pt x="4132" y="4525"/>
                  </a:lnTo>
                  <a:cubicBezTo>
                    <a:pt x="4199" y="4458"/>
                    <a:pt x="4276" y="4400"/>
                    <a:pt x="4333" y="4333"/>
                  </a:cubicBezTo>
                  <a:cubicBezTo>
                    <a:pt x="4410" y="4257"/>
                    <a:pt x="4467" y="4199"/>
                    <a:pt x="4525" y="4122"/>
                  </a:cubicBezTo>
                  <a:lnTo>
                    <a:pt x="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18;p49">
              <a:extLst>
                <a:ext uri="{FF2B5EF4-FFF2-40B4-BE49-F238E27FC236}">
                  <a16:creationId xmlns:a16="http://schemas.microsoft.com/office/drawing/2014/main" id="{FE692C16-C688-E1FD-5C7E-77C2B6D6F00F}"/>
                </a:ext>
              </a:extLst>
            </p:cNvPr>
            <p:cNvSpPr/>
            <p:nvPr/>
          </p:nvSpPr>
          <p:spPr>
            <a:xfrm>
              <a:off x="6863941" y="2654332"/>
              <a:ext cx="118555" cy="118555"/>
            </a:xfrm>
            <a:custGeom>
              <a:avLst/>
              <a:gdLst/>
              <a:ahLst/>
              <a:cxnLst/>
              <a:rect l="l" t="t" r="r" b="b"/>
              <a:pathLst>
                <a:path w="4525" h="4525" extrusionOk="0">
                  <a:moveTo>
                    <a:pt x="4132" y="0"/>
                  </a:moveTo>
                  <a:lnTo>
                    <a:pt x="1" y="4122"/>
                  </a:lnTo>
                  <a:cubicBezTo>
                    <a:pt x="58" y="4198"/>
                    <a:pt x="125" y="4266"/>
                    <a:pt x="192" y="4333"/>
                  </a:cubicBezTo>
                  <a:cubicBezTo>
                    <a:pt x="259" y="4400"/>
                    <a:pt x="327" y="4457"/>
                    <a:pt x="403" y="4524"/>
                  </a:cubicBezTo>
                  <a:lnTo>
                    <a:pt x="4525" y="393"/>
                  </a:lnTo>
                  <a:cubicBezTo>
                    <a:pt x="4467" y="316"/>
                    <a:pt x="4400" y="249"/>
                    <a:pt x="4333" y="192"/>
                  </a:cubicBezTo>
                  <a:cubicBezTo>
                    <a:pt x="4276" y="125"/>
                    <a:pt x="4199" y="58"/>
                    <a:pt x="4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19;p49">
              <a:extLst>
                <a:ext uri="{FF2B5EF4-FFF2-40B4-BE49-F238E27FC236}">
                  <a16:creationId xmlns:a16="http://schemas.microsoft.com/office/drawing/2014/main" id="{9FC5F715-9CA9-A979-2D30-BFDB5D8CA4A7}"/>
                </a:ext>
              </a:extLst>
            </p:cNvPr>
            <p:cNvSpPr/>
            <p:nvPr/>
          </p:nvSpPr>
          <p:spPr>
            <a:xfrm>
              <a:off x="6863941" y="2758294"/>
              <a:ext cx="20881" cy="14593"/>
            </a:xfrm>
            <a:custGeom>
              <a:avLst/>
              <a:gdLst/>
              <a:ahLst/>
              <a:cxnLst/>
              <a:rect l="l" t="t" r="r" b="b"/>
              <a:pathLst>
                <a:path w="797" h="557" extrusionOk="0">
                  <a:moveTo>
                    <a:pt x="164" y="0"/>
                  </a:moveTo>
                  <a:lnTo>
                    <a:pt x="1" y="163"/>
                  </a:lnTo>
                  <a:cubicBezTo>
                    <a:pt x="29" y="192"/>
                    <a:pt x="58" y="230"/>
                    <a:pt x="87" y="259"/>
                  </a:cubicBezTo>
                  <a:lnTo>
                    <a:pt x="106" y="278"/>
                  </a:lnTo>
                  <a:cubicBezTo>
                    <a:pt x="135" y="307"/>
                    <a:pt x="164" y="346"/>
                    <a:pt x="192" y="374"/>
                  </a:cubicBezTo>
                  <a:lnTo>
                    <a:pt x="298" y="470"/>
                  </a:lnTo>
                  <a:cubicBezTo>
                    <a:pt x="327" y="499"/>
                    <a:pt x="365" y="528"/>
                    <a:pt x="403" y="556"/>
                  </a:cubicBezTo>
                  <a:lnTo>
                    <a:pt x="796" y="163"/>
                  </a:lnTo>
                  <a:cubicBezTo>
                    <a:pt x="576" y="135"/>
                    <a:pt x="365" y="77"/>
                    <a:pt x="1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20;p49">
              <a:extLst>
                <a:ext uri="{FF2B5EF4-FFF2-40B4-BE49-F238E27FC236}">
                  <a16:creationId xmlns:a16="http://schemas.microsoft.com/office/drawing/2014/main" id="{002507F1-E6D2-AF42-D61B-B240C0F3B89C}"/>
                </a:ext>
              </a:extLst>
            </p:cNvPr>
            <p:cNvSpPr/>
            <p:nvPr/>
          </p:nvSpPr>
          <p:spPr>
            <a:xfrm>
              <a:off x="6967902" y="2654332"/>
              <a:ext cx="14593" cy="20619"/>
            </a:xfrm>
            <a:custGeom>
              <a:avLst/>
              <a:gdLst/>
              <a:ahLst/>
              <a:cxnLst/>
              <a:rect l="l" t="t" r="r" b="b"/>
              <a:pathLst>
                <a:path w="557" h="787" extrusionOk="0">
                  <a:moveTo>
                    <a:pt x="164" y="0"/>
                  </a:moveTo>
                  <a:lnTo>
                    <a:pt x="1" y="163"/>
                  </a:lnTo>
                  <a:cubicBezTo>
                    <a:pt x="78" y="364"/>
                    <a:pt x="135" y="575"/>
                    <a:pt x="164" y="786"/>
                  </a:cubicBezTo>
                  <a:lnTo>
                    <a:pt x="557" y="393"/>
                  </a:lnTo>
                  <a:cubicBezTo>
                    <a:pt x="528" y="364"/>
                    <a:pt x="499" y="326"/>
                    <a:pt x="471" y="288"/>
                  </a:cubicBezTo>
                  <a:cubicBezTo>
                    <a:pt x="432" y="259"/>
                    <a:pt x="404" y="221"/>
                    <a:pt x="365" y="192"/>
                  </a:cubicBezTo>
                  <a:lnTo>
                    <a:pt x="279" y="96"/>
                  </a:lnTo>
                  <a:lnTo>
                    <a:pt x="260" y="86"/>
                  </a:lnTo>
                  <a:cubicBezTo>
                    <a:pt x="231" y="58"/>
                    <a:pt x="193" y="29"/>
                    <a:pt x="1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21;p49">
              <a:extLst>
                <a:ext uri="{FF2B5EF4-FFF2-40B4-BE49-F238E27FC236}">
                  <a16:creationId xmlns:a16="http://schemas.microsoft.com/office/drawing/2014/main" id="{B7ED84F6-12A4-ED1A-5F74-1042765EE31C}"/>
                </a:ext>
              </a:extLst>
            </p:cNvPr>
            <p:cNvSpPr/>
            <p:nvPr/>
          </p:nvSpPr>
          <p:spPr>
            <a:xfrm>
              <a:off x="6944820" y="2566169"/>
              <a:ext cx="37676" cy="37702"/>
            </a:xfrm>
            <a:custGeom>
              <a:avLst/>
              <a:gdLst/>
              <a:ahLst/>
              <a:cxnLst/>
              <a:rect l="l" t="t" r="r" b="b"/>
              <a:pathLst>
                <a:path w="1438" h="1439" extrusionOk="0">
                  <a:moveTo>
                    <a:pt x="403" y="1"/>
                  </a:moveTo>
                  <a:cubicBezTo>
                    <a:pt x="345" y="77"/>
                    <a:pt x="278" y="144"/>
                    <a:pt x="211" y="212"/>
                  </a:cubicBezTo>
                  <a:cubicBezTo>
                    <a:pt x="144" y="279"/>
                    <a:pt x="77" y="346"/>
                    <a:pt x="0" y="403"/>
                  </a:cubicBezTo>
                  <a:lnTo>
                    <a:pt x="1045" y="1438"/>
                  </a:lnTo>
                  <a:cubicBezTo>
                    <a:pt x="1074" y="1410"/>
                    <a:pt x="1112" y="1381"/>
                    <a:pt x="1150" y="1352"/>
                  </a:cubicBezTo>
                  <a:cubicBezTo>
                    <a:pt x="1179" y="1314"/>
                    <a:pt x="1217" y="1285"/>
                    <a:pt x="1246" y="1247"/>
                  </a:cubicBezTo>
                  <a:cubicBezTo>
                    <a:pt x="1275" y="1218"/>
                    <a:pt x="1313" y="1189"/>
                    <a:pt x="1342" y="1151"/>
                  </a:cubicBezTo>
                  <a:lnTo>
                    <a:pt x="1352" y="1151"/>
                  </a:lnTo>
                  <a:cubicBezTo>
                    <a:pt x="1380" y="1113"/>
                    <a:pt x="1409" y="1074"/>
                    <a:pt x="1438" y="1036"/>
                  </a:cubicBezTo>
                  <a:lnTo>
                    <a:pt x="4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1276;p51">
            <a:extLst>
              <a:ext uri="{FF2B5EF4-FFF2-40B4-BE49-F238E27FC236}">
                <a16:creationId xmlns:a16="http://schemas.microsoft.com/office/drawing/2014/main" id="{56947B45-6BE0-CEB3-10E0-1717387F00AC}"/>
              </a:ext>
            </a:extLst>
          </p:cNvPr>
          <p:cNvGrpSpPr/>
          <p:nvPr/>
        </p:nvGrpSpPr>
        <p:grpSpPr>
          <a:xfrm>
            <a:off x="4383076" y="3095319"/>
            <a:ext cx="342152" cy="399933"/>
            <a:chOff x="2660013" y="1280675"/>
            <a:chExt cx="272875" cy="318950"/>
          </a:xfrm>
        </p:grpSpPr>
        <p:sp>
          <p:nvSpPr>
            <p:cNvPr id="40" name="Google Shape;1277;p51">
              <a:extLst>
                <a:ext uri="{FF2B5EF4-FFF2-40B4-BE49-F238E27FC236}">
                  <a16:creationId xmlns:a16="http://schemas.microsoft.com/office/drawing/2014/main" id="{9BCD7A9A-C766-6674-7B11-AA83901D998A}"/>
                </a:ext>
              </a:extLst>
            </p:cNvPr>
            <p:cNvSpPr/>
            <p:nvPr/>
          </p:nvSpPr>
          <p:spPr>
            <a:xfrm>
              <a:off x="2719188" y="1545425"/>
              <a:ext cx="18725" cy="38700"/>
            </a:xfrm>
            <a:custGeom>
              <a:avLst/>
              <a:gdLst/>
              <a:ahLst/>
              <a:cxnLst/>
              <a:rect l="l" t="t" r="r" b="b"/>
              <a:pathLst>
                <a:path w="749" h="1548" extrusionOk="0">
                  <a:moveTo>
                    <a:pt x="0" y="1"/>
                  </a:moveTo>
                  <a:lnTo>
                    <a:pt x="0" y="1547"/>
                  </a:lnTo>
                  <a:lnTo>
                    <a:pt x="749" y="1547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rgbClr val="86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278;p51">
              <a:extLst>
                <a:ext uri="{FF2B5EF4-FFF2-40B4-BE49-F238E27FC236}">
                  <a16:creationId xmlns:a16="http://schemas.microsoft.com/office/drawing/2014/main" id="{BE39DB41-91F6-19E7-F6AB-BE0BDF99F334}"/>
                </a:ext>
              </a:extLst>
            </p:cNvPr>
            <p:cNvSpPr/>
            <p:nvPr/>
          </p:nvSpPr>
          <p:spPr>
            <a:xfrm>
              <a:off x="2745538" y="1280675"/>
              <a:ext cx="63400" cy="101050"/>
            </a:xfrm>
            <a:custGeom>
              <a:avLst/>
              <a:gdLst/>
              <a:ahLst/>
              <a:cxnLst/>
              <a:rect l="l" t="t" r="r" b="b"/>
              <a:pathLst>
                <a:path w="2536" h="4042" extrusionOk="0">
                  <a:moveTo>
                    <a:pt x="497" y="1"/>
                  </a:moveTo>
                  <a:lnTo>
                    <a:pt x="1" y="4042"/>
                  </a:lnTo>
                  <a:lnTo>
                    <a:pt x="2034" y="4042"/>
                  </a:lnTo>
                  <a:lnTo>
                    <a:pt x="2535" y="2274"/>
                  </a:lnTo>
                  <a:lnTo>
                    <a:pt x="2034" y="9"/>
                  </a:lnTo>
                  <a:lnTo>
                    <a:pt x="497" y="9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6045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279;p51">
              <a:extLst>
                <a:ext uri="{FF2B5EF4-FFF2-40B4-BE49-F238E27FC236}">
                  <a16:creationId xmlns:a16="http://schemas.microsoft.com/office/drawing/2014/main" id="{B8F73C70-6449-77CD-8155-CB8DB5F9D2DB}"/>
                </a:ext>
              </a:extLst>
            </p:cNvPr>
            <p:cNvSpPr/>
            <p:nvPr/>
          </p:nvSpPr>
          <p:spPr>
            <a:xfrm>
              <a:off x="2796488" y="1280675"/>
              <a:ext cx="51000" cy="101050"/>
            </a:xfrm>
            <a:custGeom>
              <a:avLst/>
              <a:gdLst/>
              <a:ahLst/>
              <a:cxnLst/>
              <a:rect l="l" t="t" r="r" b="b"/>
              <a:pathLst>
                <a:path w="2040" h="4042" extrusionOk="0">
                  <a:moveTo>
                    <a:pt x="1" y="1"/>
                  </a:moveTo>
                  <a:lnTo>
                    <a:pt x="1" y="4042"/>
                  </a:lnTo>
                  <a:lnTo>
                    <a:pt x="2039" y="4042"/>
                  </a:lnTo>
                  <a:lnTo>
                    <a:pt x="1538" y="1"/>
                  </a:ln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280;p51">
              <a:extLst>
                <a:ext uri="{FF2B5EF4-FFF2-40B4-BE49-F238E27FC236}">
                  <a16:creationId xmlns:a16="http://schemas.microsoft.com/office/drawing/2014/main" id="{D76B228B-084E-0D5F-8B87-8AD3DAEE628C}"/>
                </a:ext>
              </a:extLst>
            </p:cNvPr>
            <p:cNvSpPr/>
            <p:nvPr/>
          </p:nvSpPr>
          <p:spPr>
            <a:xfrm>
              <a:off x="2660013" y="1280675"/>
              <a:ext cx="148925" cy="270750"/>
            </a:xfrm>
            <a:custGeom>
              <a:avLst/>
              <a:gdLst/>
              <a:ahLst/>
              <a:cxnLst/>
              <a:rect l="l" t="t" r="r" b="b"/>
              <a:pathLst>
                <a:path w="5957" h="10830" extrusionOk="0">
                  <a:moveTo>
                    <a:pt x="1747" y="1"/>
                  </a:moveTo>
                  <a:lnTo>
                    <a:pt x="1747" y="2823"/>
                  </a:lnTo>
                  <a:cubicBezTo>
                    <a:pt x="1747" y="3674"/>
                    <a:pt x="1055" y="4361"/>
                    <a:pt x="209" y="4361"/>
                  </a:cubicBezTo>
                  <a:lnTo>
                    <a:pt x="1" y="4361"/>
                  </a:lnTo>
                  <a:lnTo>
                    <a:pt x="1" y="7285"/>
                  </a:lnTo>
                  <a:lnTo>
                    <a:pt x="249" y="8056"/>
                  </a:lnTo>
                  <a:lnTo>
                    <a:pt x="1" y="8823"/>
                  </a:lnTo>
                  <a:lnTo>
                    <a:pt x="1" y="10830"/>
                  </a:lnTo>
                  <a:lnTo>
                    <a:pt x="5455" y="10830"/>
                  </a:lnTo>
                  <a:lnTo>
                    <a:pt x="5956" y="6926"/>
                  </a:lnTo>
                  <a:lnTo>
                    <a:pt x="5455" y="3501"/>
                  </a:lnTo>
                  <a:cubicBezTo>
                    <a:pt x="4605" y="3501"/>
                    <a:pt x="3913" y="2810"/>
                    <a:pt x="3913" y="1959"/>
                  </a:cubicBezTo>
                  <a:lnTo>
                    <a:pt x="3913" y="1"/>
                  </a:lnTo>
                  <a:close/>
                </a:path>
              </a:pathLst>
            </a:custGeom>
            <a:solidFill>
              <a:srgbClr val="934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81;p51">
              <a:extLst>
                <a:ext uri="{FF2B5EF4-FFF2-40B4-BE49-F238E27FC236}">
                  <a16:creationId xmlns:a16="http://schemas.microsoft.com/office/drawing/2014/main" id="{6248C2F4-4FE5-D639-A400-828D61584CEF}"/>
                </a:ext>
              </a:extLst>
            </p:cNvPr>
            <p:cNvSpPr/>
            <p:nvPr/>
          </p:nvSpPr>
          <p:spPr>
            <a:xfrm>
              <a:off x="2796388" y="1280675"/>
              <a:ext cx="136500" cy="271100"/>
            </a:xfrm>
            <a:custGeom>
              <a:avLst/>
              <a:gdLst/>
              <a:ahLst/>
              <a:cxnLst/>
              <a:rect l="l" t="t" r="r" b="b"/>
              <a:pathLst>
                <a:path w="5460" h="10844" extrusionOk="0">
                  <a:moveTo>
                    <a:pt x="1547" y="1"/>
                  </a:moveTo>
                  <a:lnTo>
                    <a:pt x="1547" y="1981"/>
                  </a:lnTo>
                  <a:cubicBezTo>
                    <a:pt x="1547" y="2832"/>
                    <a:pt x="856" y="3519"/>
                    <a:pt x="0" y="3519"/>
                  </a:cubicBezTo>
                  <a:lnTo>
                    <a:pt x="0" y="10843"/>
                  </a:lnTo>
                  <a:lnTo>
                    <a:pt x="5459" y="10843"/>
                  </a:lnTo>
                  <a:lnTo>
                    <a:pt x="5459" y="8836"/>
                  </a:lnTo>
                  <a:lnTo>
                    <a:pt x="5211" y="8123"/>
                  </a:lnTo>
                  <a:lnTo>
                    <a:pt x="5459" y="7298"/>
                  </a:lnTo>
                  <a:lnTo>
                    <a:pt x="5459" y="4361"/>
                  </a:lnTo>
                  <a:lnTo>
                    <a:pt x="5256" y="4361"/>
                  </a:lnTo>
                  <a:cubicBezTo>
                    <a:pt x="4400" y="4361"/>
                    <a:pt x="3714" y="3669"/>
                    <a:pt x="3714" y="2819"/>
                  </a:cubicBezTo>
                  <a:lnTo>
                    <a:pt x="3714" y="1"/>
                  </a:lnTo>
                  <a:close/>
                </a:path>
              </a:pathLst>
            </a:custGeom>
            <a:solidFill>
              <a:srgbClr val="6045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282;p51">
              <a:extLst>
                <a:ext uri="{FF2B5EF4-FFF2-40B4-BE49-F238E27FC236}">
                  <a16:creationId xmlns:a16="http://schemas.microsoft.com/office/drawing/2014/main" id="{89DB626C-9807-F6D5-8EE2-0BFAF2B2868E}"/>
                </a:ext>
              </a:extLst>
            </p:cNvPr>
            <p:cNvSpPr/>
            <p:nvPr/>
          </p:nvSpPr>
          <p:spPr>
            <a:xfrm>
              <a:off x="2709213" y="1580875"/>
              <a:ext cx="38675" cy="18750"/>
            </a:xfrm>
            <a:custGeom>
              <a:avLst/>
              <a:gdLst/>
              <a:ahLst/>
              <a:cxnLst/>
              <a:rect l="l" t="t" r="r" b="b"/>
              <a:pathLst>
                <a:path w="1547" h="750" extrusionOk="0">
                  <a:moveTo>
                    <a:pt x="0" y="1"/>
                  </a:moveTo>
                  <a:lnTo>
                    <a:pt x="0" y="749"/>
                  </a:lnTo>
                  <a:lnTo>
                    <a:pt x="1547" y="749"/>
                  </a:lnTo>
                  <a:lnTo>
                    <a:pt x="1547" y="1"/>
                  </a:lnTo>
                  <a:close/>
                </a:path>
              </a:pathLst>
            </a:custGeom>
            <a:solidFill>
              <a:srgbClr val="A368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83;p51">
              <a:extLst>
                <a:ext uri="{FF2B5EF4-FFF2-40B4-BE49-F238E27FC236}">
                  <a16:creationId xmlns:a16="http://schemas.microsoft.com/office/drawing/2014/main" id="{6CFD90EC-F790-A655-B445-42E07FC2FA22}"/>
                </a:ext>
              </a:extLst>
            </p:cNvPr>
            <p:cNvSpPr/>
            <p:nvPr/>
          </p:nvSpPr>
          <p:spPr>
            <a:xfrm>
              <a:off x="2660013" y="1463350"/>
              <a:ext cx="93850" cy="38575"/>
            </a:xfrm>
            <a:custGeom>
              <a:avLst/>
              <a:gdLst/>
              <a:ahLst/>
              <a:cxnLst/>
              <a:rect l="l" t="t" r="r" b="b"/>
              <a:pathLst>
                <a:path w="3754" h="1543" extrusionOk="0">
                  <a:moveTo>
                    <a:pt x="1" y="0"/>
                  </a:moveTo>
                  <a:lnTo>
                    <a:pt x="1" y="1542"/>
                  </a:lnTo>
                  <a:lnTo>
                    <a:pt x="3501" y="1542"/>
                  </a:lnTo>
                  <a:lnTo>
                    <a:pt x="3754" y="771"/>
                  </a:lnTo>
                  <a:lnTo>
                    <a:pt x="3501" y="0"/>
                  </a:lnTo>
                  <a:close/>
                </a:path>
              </a:pathLst>
            </a:custGeom>
            <a:solidFill>
              <a:srgbClr val="86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84;p51">
              <a:extLst>
                <a:ext uri="{FF2B5EF4-FFF2-40B4-BE49-F238E27FC236}">
                  <a16:creationId xmlns:a16="http://schemas.microsoft.com/office/drawing/2014/main" id="{4374C193-590A-15E3-C956-F656E605F46A}"/>
                </a:ext>
              </a:extLst>
            </p:cNvPr>
            <p:cNvSpPr/>
            <p:nvPr/>
          </p:nvSpPr>
          <p:spPr>
            <a:xfrm>
              <a:off x="2839038" y="1463225"/>
              <a:ext cx="93850" cy="38475"/>
            </a:xfrm>
            <a:custGeom>
              <a:avLst/>
              <a:gdLst/>
              <a:ahLst/>
              <a:cxnLst/>
              <a:rect l="l" t="t" r="r" b="b"/>
              <a:pathLst>
                <a:path w="3754" h="1539" extrusionOk="0">
                  <a:moveTo>
                    <a:pt x="253" y="1"/>
                  </a:moveTo>
                  <a:lnTo>
                    <a:pt x="0" y="772"/>
                  </a:lnTo>
                  <a:lnTo>
                    <a:pt x="253" y="1538"/>
                  </a:lnTo>
                  <a:lnTo>
                    <a:pt x="3753" y="1538"/>
                  </a:lnTo>
                  <a:lnTo>
                    <a:pt x="3753" y="1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85;p51">
              <a:extLst>
                <a:ext uri="{FF2B5EF4-FFF2-40B4-BE49-F238E27FC236}">
                  <a16:creationId xmlns:a16="http://schemas.microsoft.com/office/drawing/2014/main" id="{35D10395-6CD4-C272-420B-D51A3C48917D}"/>
                </a:ext>
              </a:extLst>
            </p:cNvPr>
            <p:cNvSpPr/>
            <p:nvPr/>
          </p:nvSpPr>
          <p:spPr>
            <a:xfrm>
              <a:off x="2764713" y="1415500"/>
              <a:ext cx="37675" cy="18525"/>
            </a:xfrm>
            <a:custGeom>
              <a:avLst/>
              <a:gdLst/>
              <a:ahLst/>
              <a:cxnLst/>
              <a:rect l="l" t="t" r="r" b="b"/>
              <a:pathLst>
                <a:path w="1507" h="741" extrusionOk="0">
                  <a:moveTo>
                    <a:pt x="0" y="0"/>
                  </a:moveTo>
                  <a:lnTo>
                    <a:pt x="0" y="740"/>
                  </a:lnTo>
                  <a:lnTo>
                    <a:pt x="1259" y="740"/>
                  </a:lnTo>
                  <a:lnTo>
                    <a:pt x="1507" y="368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rgbClr val="86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86;p51">
              <a:extLst>
                <a:ext uri="{FF2B5EF4-FFF2-40B4-BE49-F238E27FC236}">
                  <a16:creationId xmlns:a16="http://schemas.microsoft.com/office/drawing/2014/main" id="{56BC05B5-C0E3-DF8D-7176-460C4D8FEAE6}"/>
                </a:ext>
              </a:extLst>
            </p:cNvPr>
            <p:cNvSpPr/>
            <p:nvPr/>
          </p:nvSpPr>
          <p:spPr>
            <a:xfrm>
              <a:off x="2796388" y="1415275"/>
              <a:ext cx="31825" cy="18750"/>
            </a:xfrm>
            <a:custGeom>
              <a:avLst/>
              <a:gdLst/>
              <a:ahLst/>
              <a:cxnLst/>
              <a:rect l="l" t="t" r="r" b="b"/>
              <a:pathLst>
                <a:path w="1273" h="750" extrusionOk="0">
                  <a:moveTo>
                    <a:pt x="0" y="0"/>
                  </a:moveTo>
                  <a:lnTo>
                    <a:pt x="0" y="749"/>
                  </a:lnTo>
                  <a:lnTo>
                    <a:pt x="1272" y="749"/>
                  </a:lnTo>
                  <a:lnTo>
                    <a:pt x="1272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287;p51">
              <a:extLst>
                <a:ext uri="{FF2B5EF4-FFF2-40B4-BE49-F238E27FC236}">
                  <a16:creationId xmlns:a16="http://schemas.microsoft.com/office/drawing/2014/main" id="{59C8CF39-BC16-85CE-FB2D-2B17EC558B44}"/>
                </a:ext>
              </a:extLst>
            </p:cNvPr>
            <p:cNvSpPr/>
            <p:nvPr/>
          </p:nvSpPr>
          <p:spPr>
            <a:xfrm>
              <a:off x="2747863" y="1463350"/>
              <a:ext cx="55075" cy="38575"/>
            </a:xfrm>
            <a:custGeom>
              <a:avLst/>
              <a:gdLst/>
              <a:ahLst/>
              <a:cxnLst/>
              <a:rect l="l" t="t" r="r" b="b"/>
              <a:pathLst>
                <a:path w="2203" h="1543" extrusionOk="0">
                  <a:moveTo>
                    <a:pt x="1" y="0"/>
                  </a:moveTo>
                  <a:lnTo>
                    <a:pt x="1" y="1542"/>
                  </a:lnTo>
                  <a:lnTo>
                    <a:pt x="1955" y="1542"/>
                  </a:lnTo>
                  <a:lnTo>
                    <a:pt x="2203" y="771"/>
                  </a:lnTo>
                  <a:lnTo>
                    <a:pt x="1955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88;p51">
              <a:extLst>
                <a:ext uri="{FF2B5EF4-FFF2-40B4-BE49-F238E27FC236}">
                  <a16:creationId xmlns:a16="http://schemas.microsoft.com/office/drawing/2014/main" id="{D4195314-DDB9-CBBC-D4E5-3B7C6798FBA2}"/>
                </a:ext>
              </a:extLst>
            </p:cNvPr>
            <p:cNvSpPr/>
            <p:nvPr/>
          </p:nvSpPr>
          <p:spPr>
            <a:xfrm>
              <a:off x="2796388" y="1463225"/>
              <a:ext cx="48650" cy="38700"/>
            </a:xfrm>
            <a:custGeom>
              <a:avLst/>
              <a:gdLst/>
              <a:ahLst/>
              <a:cxnLst/>
              <a:rect l="l" t="t" r="r" b="b"/>
              <a:pathLst>
                <a:path w="1946" h="1548" extrusionOk="0">
                  <a:moveTo>
                    <a:pt x="0" y="1"/>
                  </a:moveTo>
                  <a:lnTo>
                    <a:pt x="0" y="1547"/>
                  </a:lnTo>
                  <a:lnTo>
                    <a:pt x="1946" y="1547"/>
                  </a:lnTo>
                  <a:lnTo>
                    <a:pt x="1946" y="1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8" name="Google Shape;1302;p51">
            <a:extLst>
              <a:ext uri="{FF2B5EF4-FFF2-40B4-BE49-F238E27FC236}">
                <a16:creationId xmlns:a16="http://schemas.microsoft.com/office/drawing/2014/main" id="{EFBA4A9D-AC9C-D758-24DF-93248F42E7D7}"/>
              </a:ext>
            </a:extLst>
          </p:cNvPr>
          <p:cNvGrpSpPr/>
          <p:nvPr/>
        </p:nvGrpSpPr>
        <p:grpSpPr>
          <a:xfrm>
            <a:off x="7337097" y="3095339"/>
            <a:ext cx="400619" cy="399938"/>
            <a:chOff x="6944238" y="1280675"/>
            <a:chExt cx="319500" cy="318950"/>
          </a:xfrm>
        </p:grpSpPr>
        <p:sp>
          <p:nvSpPr>
            <p:cNvPr id="54" name="Google Shape;1303;p51">
              <a:extLst>
                <a:ext uri="{FF2B5EF4-FFF2-40B4-BE49-F238E27FC236}">
                  <a16:creationId xmlns:a16="http://schemas.microsoft.com/office/drawing/2014/main" id="{8720A268-DB8C-656D-6BE9-A4CBF052D69E}"/>
                </a:ext>
              </a:extLst>
            </p:cNvPr>
            <p:cNvSpPr/>
            <p:nvPr/>
          </p:nvSpPr>
          <p:spPr>
            <a:xfrm>
              <a:off x="6969163" y="1303950"/>
              <a:ext cx="141250" cy="18625"/>
            </a:xfrm>
            <a:custGeom>
              <a:avLst/>
              <a:gdLst/>
              <a:ahLst/>
              <a:cxnLst/>
              <a:rect l="l" t="t" r="r" b="b"/>
              <a:pathLst>
                <a:path w="5650" h="745" extrusionOk="0">
                  <a:moveTo>
                    <a:pt x="0" y="0"/>
                  </a:moveTo>
                  <a:lnTo>
                    <a:pt x="0" y="745"/>
                  </a:lnTo>
                  <a:lnTo>
                    <a:pt x="5402" y="745"/>
                  </a:lnTo>
                  <a:lnTo>
                    <a:pt x="5650" y="372"/>
                  </a:lnTo>
                  <a:lnTo>
                    <a:pt x="5402" y="0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04;p51">
              <a:extLst>
                <a:ext uri="{FF2B5EF4-FFF2-40B4-BE49-F238E27FC236}">
                  <a16:creationId xmlns:a16="http://schemas.microsoft.com/office/drawing/2014/main" id="{31D86519-E7F9-472D-9D4D-16405CF5FBF0}"/>
                </a:ext>
              </a:extLst>
            </p:cNvPr>
            <p:cNvSpPr/>
            <p:nvPr/>
          </p:nvSpPr>
          <p:spPr>
            <a:xfrm>
              <a:off x="7103638" y="1303825"/>
              <a:ext cx="135175" cy="18750"/>
            </a:xfrm>
            <a:custGeom>
              <a:avLst/>
              <a:gdLst/>
              <a:ahLst/>
              <a:cxnLst/>
              <a:rect l="l" t="t" r="r" b="b"/>
              <a:pathLst>
                <a:path w="5407" h="750" extrusionOk="0">
                  <a:moveTo>
                    <a:pt x="1" y="1"/>
                  </a:moveTo>
                  <a:lnTo>
                    <a:pt x="1" y="750"/>
                  </a:lnTo>
                  <a:lnTo>
                    <a:pt x="5406" y="750"/>
                  </a:lnTo>
                  <a:lnTo>
                    <a:pt x="5406" y="1"/>
                  </a:ln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05;p51">
              <a:extLst>
                <a:ext uri="{FF2B5EF4-FFF2-40B4-BE49-F238E27FC236}">
                  <a16:creationId xmlns:a16="http://schemas.microsoft.com/office/drawing/2014/main" id="{A9865588-5B5C-4985-837D-868A7C27A88C}"/>
                </a:ext>
              </a:extLst>
            </p:cNvPr>
            <p:cNvSpPr/>
            <p:nvPr/>
          </p:nvSpPr>
          <p:spPr>
            <a:xfrm>
              <a:off x="6969163" y="1487050"/>
              <a:ext cx="141250" cy="18525"/>
            </a:xfrm>
            <a:custGeom>
              <a:avLst/>
              <a:gdLst/>
              <a:ahLst/>
              <a:cxnLst/>
              <a:rect l="l" t="t" r="r" b="b"/>
              <a:pathLst>
                <a:path w="5650" h="741" extrusionOk="0">
                  <a:moveTo>
                    <a:pt x="0" y="1"/>
                  </a:moveTo>
                  <a:lnTo>
                    <a:pt x="0" y="740"/>
                  </a:lnTo>
                  <a:lnTo>
                    <a:pt x="5402" y="740"/>
                  </a:lnTo>
                  <a:lnTo>
                    <a:pt x="5650" y="373"/>
                  </a:lnTo>
                  <a:lnTo>
                    <a:pt x="5402" y="1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06;p51">
              <a:extLst>
                <a:ext uri="{FF2B5EF4-FFF2-40B4-BE49-F238E27FC236}">
                  <a16:creationId xmlns:a16="http://schemas.microsoft.com/office/drawing/2014/main" id="{0D165110-83A3-6DBA-7910-E6482D801D2D}"/>
                </a:ext>
              </a:extLst>
            </p:cNvPr>
            <p:cNvSpPr/>
            <p:nvPr/>
          </p:nvSpPr>
          <p:spPr>
            <a:xfrm>
              <a:off x="7103638" y="1486825"/>
              <a:ext cx="135175" cy="18750"/>
            </a:xfrm>
            <a:custGeom>
              <a:avLst/>
              <a:gdLst/>
              <a:ahLst/>
              <a:cxnLst/>
              <a:rect l="l" t="t" r="r" b="b"/>
              <a:pathLst>
                <a:path w="5407" h="750" extrusionOk="0">
                  <a:moveTo>
                    <a:pt x="1" y="1"/>
                  </a:moveTo>
                  <a:lnTo>
                    <a:pt x="1" y="749"/>
                  </a:lnTo>
                  <a:lnTo>
                    <a:pt x="5406" y="749"/>
                  </a:lnTo>
                  <a:lnTo>
                    <a:pt x="5406" y="1"/>
                  </a:ln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07;p51">
              <a:extLst>
                <a:ext uri="{FF2B5EF4-FFF2-40B4-BE49-F238E27FC236}">
                  <a16:creationId xmlns:a16="http://schemas.microsoft.com/office/drawing/2014/main" id="{E320224B-46A7-A192-DF6C-1819453B5C85}"/>
                </a:ext>
              </a:extLst>
            </p:cNvPr>
            <p:cNvSpPr/>
            <p:nvPr/>
          </p:nvSpPr>
          <p:spPr>
            <a:xfrm>
              <a:off x="6969163" y="1395550"/>
              <a:ext cx="141250" cy="18525"/>
            </a:xfrm>
            <a:custGeom>
              <a:avLst/>
              <a:gdLst/>
              <a:ahLst/>
              <a:cxnLst/>
              <a:rect l="l" t="t" r="r" b="b"/>
              <a:pathLst>
                <a:path w="5650" h="741" extrusionOk="0">
                  <a:moveTo>
                    <a:pt x="0" y="1"/>
                  </a:moveTo>
                  <a:lnTo>
                    <a:pt x="0" y="741"/>
                  </a:lnTo>
                  <a:lnTo>
                    <a:pt x="5402" y="741"/>
                  </a:lnTo>
                  <a:lnTo>
                    <a:pt x="5650" y="368"/>
                  </a:lnTo>
                  <a:lnTo>
                    <a:pt x="5402" y="1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308;p51">
              <a:extLst>
                <a:ext uri="{FF2B5EF4-FFF2-40B4-BE49-F238E27FC236}">
                  <a16:creationId xmlns:a16="http://schemas.microsoft.com/office/drawing/2014/main" id="{701D897F-E0C8-6594-976E-DD322AA50E91}"/>
                </a:ext>
              </a:extLst>
            </p:cNvPr>
            <p:cNvSpPr/>
            <p:nvPr/>
          </p:nvSpPr>
          <p:spPr>
            <a:xfrm>
              <a:off x="7103638" y="1395325"/>
              <a:ext cx="135175" cy="18750"/>
            </a:xfrm>
            <a:custGeom>
              <a:avLst/>
              <a:gdLst/>
              <a:ahLst/>
              <a:cxnLst/>
              <a:rect l="l" t="t" r="r" b="b"/>
              <a:pathLst>
                <a:path w="5407" h="750" extrusionOk="0">
                  <a:moveTo>
                    <a:pt x="1" y="1"/>
                  </a:moveTo>
                  <a:lnTo>
                    <a:pt x="1" y="750"/>
                  </a:lnTo>
                  <a:lnTo>
                    <a:pt x="5406" y="750"/>
                  </a:lnTo>
                  <a:lnTo>
                    <a:pt x="5406" y="1"/>
                  </a:ln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309;p51">
              <a:extLst>
                <a:ext uri="{FF2B5EF4-FFF2-40B4-BE49-F238E27FC236}">
                  <a16:creationId xmlns:a16="http://schemas.microsoft.com/office/drawing/2014/main" id="{C0436E7A-DEC5-C752-2A52-95F5CCFFA9C7}"/>
                </a:ext>
              </a:extLst>
            </p:cNvPr>
            <p:cNvSpPr/>
            <p:nvPr/>
          </p:nvSpPr>
          <p:spPr>
            <a:xfrm>
              <a:off x="6944238" y="1280675"/>
              <a:ext cx="39900" cy="285500"/>
            </a:xfrm>
            <a:custGeom>
              <a:avLst/>
              <a:gdLst/>
              <a:ahLst/>
              <a:cxnLst/>
              <a:rect l="l" t="t" r="r" b="b"/>
              <a:pathLst>
                <a:path w="1596" h="11420" extrusionOk="0">
                  <a:moveTo>
                    <a:pt x="0" y="1"/>
                  </a:moveTo>
                  <a:lnTo>
                    <a:pt x="0" y="11167"/>
                  </a:lnTo>
                  <a:lnTo>
                    <a:pt x="1595" y="11419"/>
                  </a:lnTo>
                  <a:lnTo>
                    <a:pt x="1595" y="1"/>
                  </a:lnTo>
                  <a:close/>
                </a:path>
              </a:pathLst>
            </a:custGeom>
            <a:solidFill>
              <a:srgbClr val="86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10;p51">
              <a:extLst>
                <a:ext uri="{FF2B5EF4-FFF2-40B4-BE49-F238E27FC236}">
                  <a16:creationId xmlns:a16="http://schemas.microsoft.com/office/drawing/2014/main" id="{DC4F42AC-E4CB-CBFD-FFC9-6012C93D9512}"/>
                </a:ext>
              </a:extLst>
            </p:cNvPr>
            <p:cNvSpPr/>
            <p:nvPr/>
          </p:nvSpPr>
          <p:spPr>
            <a:xfrm>
              <a:off x="7223838" y="1280675"/>
              <a:ext cx="39900" cy="285500"/>
            </a:xfrm>
            <a:custGeom>
              <a:avLst/>
              <a:gdLst/>
              <a:ahLst/>
              <a:cxnLst/>
              <a:rect l="l" t="t" r="r" b="b"/>
              <a:pathLst>
                <a:path w="1596" h="11420" extrusionOk="0">
                  <a:moveTo>
                    <a:pt x="0" y="1"/>
                  </a:moveTo>
                  <a:lnTo>
                    <a:pt x="0" y="11419"/>
                  </a:lnTo>
                  <a:lnTo>
                    <a:pt x="1595" y="11167"/>
                  </a:lnTo>
                  <a:lnTo>
                    <a:pt x="1595" y="1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311;p51">
              <a:extLst>
                <a:ext uri="{FF2B5EF4-FFF2-40B4-BE49-F238E27FC236}">
                  <a16:creationId xmlns:a16="http://schemas.microsoft.com/office/drawing/2014/main" id="{CC485EC1-4E80-3E17-C396-90010002C951}"/>
                </a:ext>
              </a:extLst>
            </p:cNvPr>
            <p:cNvSpPr/>
            <p:nvPr/>
          </p:nvSpPr>
          <p:spPr>
            <a:xfrm>
              <a:off x="7124363" y="1281775"/>
              <a:ext cx="62600" cy="62625"/>
            </a:xfrm>
            <a:custGeom>
              <a:avLst/>
              <a:gdLst/>
              <a:ahLst/>
              <a:cxnLst/>
              <a:rect l="l" t="t" r="r" b="b"/>
              <a:pathLst>
                <a:path w="2504" h="2505" extrusionOk="0">
                  <a:moveTo>
                    <a:pt x="527" y="1"/>
                  </a:moveTo>
                  <a:lnTo>
                    <a:pt x="0" y="528"/>
                  </a:lnTo>
                  <a:lnTo>
                    <a:pt x="727" y="1255"/>
                  </a:lnTo>
                  <a:lnTo>
                    <a:pt x="0" y="1982"/>
                  </a:lnTo>
                  <a:lnTo>
                    <a:pt x="527" y="2504"/>
                  </a:lnTo>
                  <a:lnTo>
                    <a:pt x="1254" y="1782"/>
                  </a:lnTo>
                  <a:lnTo>
                    <a:pt x="1981" y="2504"/>
                  </a:lnTo>
                  <a:lnTo>
                    <a:pt x="2504" y="1982"/>
                  </a:lnTo>
                  <a:lnTo>
                    <a:pt x="1781" y="1255"/>
                  </a:lnTo>
                  <a:lnTo>
                    <a:pt x="2504" y="528"/>
                  </a:lnTo>
                  <a:lnTo>
                    <a:pt x="1981" y="1"/>
                  </a:lnTo>
                  <a:lnTo>
                    <a:pt x="1254" y="728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312;p51">
              <a:extLst>
                <a:ext uri="{FF2B5EF4-FFF2-40B4-BE49-F238E27FC236}">
                  <a16:creationId xmlns:a16="http://schemas.microsoft.com/office/drawing/2014/main" id="{F1E3B45B-8A16-CA8C-0143-8CBEFAF3F6FB}"/>
                </a:ext>
              </a:extLst>
            </p:cNvPr>
            <p:cNvSpPr/>
            <p:nvPr/>
          </p:nvSpPr>
          <p:spPr>
            <a:xfrm>
              <a:off x="7124363" y="1465125"/>
              <a:ext cx="62600" cy="62600"/>
            </a:xfrm>
            <a:custGeom>
              <a:avLst/>
              <a:gdLst/>
              <a:ahLst/>
              <a:cxnLst/>
              <a:rect l="l" t="t" r="r" b="b"/>
              <a:pathLst>
                <a:path w="2504" h="2504" extrusionOk="0">
                  <a:moveTo>
                    <a:pt x="527" y="0"/>
                  </a:moveTo>
                  <a:lnTo>
                    <a:pt x="0" y="527"/>
                  </a:lnTo>
                  <a:lnTo>
                    <a:pt x="727" y="1254"/>
                  </a:lnTo>
                  <a:lnTo>
                    <a:pt x="0" y="1981"/>
                  </a:lnTo>
                  <a:lnTo>
                    <a:pt x="527" y="2504"/>
                  </a:lnTo>
                  <a:lnTo>
                    <a:pt x="1254" y="1781"/>
                  </a:lnTo>
                  <a:lnTo>
                    <a:pt x="1981" y="2504"/>
                  </a:lnTo>
                  <a:lnTo>
                    <a:pt x="2504" y="1981"/>
                  </a:lnTo>
                  <a:lnTo>
                    <a:pt x="1781" y="1254"/>
                  </a:lnTo>
                  <a:lnTo>
                    <a:pt x="2504" y="527"/>
                  </a:lnTo>
                  <a:lnTo>
                    <a:pt x="1981" y="0"/>
                  </a:lnTo>
                  <a:lnTo>
                    <a:pt x="1254" y="727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313;p51">
              <a:extLst>
                <a:ext uri="{FF2B5EF4-FFF2-40B4-BE49-F238E27FC236}">
                  <a16:creationId xmlns:a16="http://schemas.microsoft.com/office/drawing/2014/main" id="{C797ED82-C896-67DF-5F68-BF0BE0EBBFF3}"/>
                </a:ext>
              </a:extLst>
            </p:cNvPr>
            <p:cNvSpPr/>
            <p:nvPr/>
          </p:nvSpPr>
          <p:spPr>
            <a:xfrm>
              <a:off x="7124363" y="1373500"/>
              <a:ext cx="62600" cy="62625"/>
            </a:xfrm>
            <a:custGeom>
              <a:avLst/>
              <a:gdLst/>
              <a:ahLst/>
              <a:cxnLst/>
              <a:rect l="l" t="t" r="r" b="b"/>
              <a:pathLst>
                <a:path w="2504" h="2505" extrusionOk="0">
                  <a:moveTo>
                    <a:pt x="527" y="1"/>
                  </a:moveTo>
                  <a:lnTo>
                    <a:pt x="0" y="528"/>
                  </a:lnTo>
                  <a:lnTo>
                    <a:pt x="727" y="1250"/>
                  </a:lnTo>
                  <a:lnTo>
                    <a:pt x="0" y="1977"/>
                  </a:lnTo>
                  <a:lnTo>
                    <a:pt x="527" y="2504"/>
                  </a:lnTo>
                  <a:lnTo>
                    <a:pt x="1254" y="1778"/>
                  </a:lnTo>
                  <a:lnTo>
                    <a:pt x="1981" y="2504"/>
                  </a:lnTo>
                  <a:lnTo>
                    <a:pt x="2504" y="1977"/>
                  </a:lnTo>
                  <a:lnTo>
                    <a:pt x="1781" y="1250"/>
                  </a:lnTo>
                  <a:lnTo>
                    <a:pt x="2504" y="528"/>
                  </a:lnTo>
                  <a:lnTo>
                    <a:pt x="1981" y="1"/>
                  </a:lnTo>
                  <a:lnTo>
                    <a:pt x="1254" y="727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314;p51">
              <a:extLst>
                <a:ext uri="{FF2B5EF4-FFF2-40B4-BE49-F238E27FC236}">
                  <a16:creationId xmlns:a16="http://schemas.microsoft.com/office/drawing/2014/main" id="{A0AB2678-9C34-2D0A-CE18-968B81E65CFA}"/>
                </a:ext>
              </a:extLst>
            </p:cNvPr>
            <p:cNvSpPr/>
            <p:nvPr/>
          </p:nvSpPr>
          <p:spPr>
            <a:xfrm>
              <a:off x="7021113" y="1281775"/>
              <a:ext cx="62600" cy="62625"/>
            </a:xfrm>
            <a:custGeom>
              <a:avLst/>
              <a:gdLst/>
              <a:ahLst/>
              <a:cxnLst/>
              <a:rect l="l" t="t" r="r" b="b"/>
              <a:pathLst>
                <a:path w="2504" h="2505" extrusionOk="0">
                  <a:moveTo>
                    <a:pt x="528" y="1"/>
                  </a:moveTo>
                  <a:lnTo>
                    <a:pt x="0" y="528"/>
                  </a:lnTo>
                  <a:lnTo>
                    <a:pt x="727" y="1255"/>
                  </a:lnTo>
                  <a:lnTo>
                    <a:pt x="0" y="1982"/>
                  </a:lnTo>
                  <a:lnTo>
                    <a:pt x="528" y="2504"/>
                  </a:lnTo>
                  <a:lnTo>
                    <a:pt x="1254" y="1782"/>
                  </a:lnTo>
                  <a:lnTo>
                    <a:pt x="1977" y="2504"/>
                  </a:lnTo>
                  <a:lnTo>
                    <a:pt x="2504" y="1982"/>
                  </a:lnTo>
                  <a:lnTo>
                    <a:pt x="1777" y="1255"/>
                  </a:lnTo>
                  <a:lnTo>
                    <a:pt x="2504" y="528"/>
                  </a:lnTo>
                  <a:lnTo>
                    <a:pt x="1977" y="1"/>
                  </a:lnTo>
                  <a:lnTo>
                    <a:pt x="1254" y="728"/>
                  </a:lnTo>
                  <a:lnTo>
                    <a:pt x="528" y="1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315;p51">
              <a:extLst>
                <a:ext uri="{FF2B5EF4-FFF2-40B4-BE49-F238E27FC236}">
                  <a16:creationId xmlns:a16="http://schemas.microsoft.com/office/drawing/2014/main" id="{42CFDA51-9965-AAAC-370C-1054310EDE29}"/>
                </a:ext>
              </a:extLst>
            </p:cNvPr>
            <p:cNvSpPr/>
            <p:nvPr/>
          </p:nvSpPr>
          <p:spPr>
            <a:xfrm>
              <a:off x="7021013" y="1465125"/>
              <a:ext cx="62600" cy="62600"/>
            </a:xfrm>
            <a:custGeom>
              <a:avLst/>
              <a:gdLst/>
              <a:ahLst/>
              <a:cxnLst/>
              <a:rect l="l" t="t" r="r" b="b"/>
              <a:pathLst>
                <a:path w="2504" h="2504" extrusionOk="0">
                  <a:moveTo>
                    <a:pt x="523" y="0"/>
                  </a:moveTo>
                  <a:lnTo>
                    <a:pt x="0" y="527"/>
                  </a:lnTo>
                  <a:lnTo>
                    <a:pt x="722" y="1254"/>
                  </a:lnTo>
                  <a:lnTo>
                    <a:pt x="0" y="1981"/>
                  </a:lnTo>
                  <a:lnTo>
                    <a:pt x="523" y="2504"/>
                  </a:lnTo>
                  <a:lnTo>
                    <a:pt x="1250" y="1781"/>
                  </a:lnTo>
                  <a:lnTo>
                    <a:pt x="1976" y="2504"/>
                  </a:lnTo>
                  <a:lnTo>
                    <a:pt x="2504" y="1981"/>
                  </a:lnTo>
                  <a:lnTo>
                    <a:pt x="1777" y="1254"/>
                  </a:lnTo>
                  <a:lnTo>
                    <a:pt x="2504" y="527"/>
                  </a:lnTo>
                  <a:lnTo>
                    <a:pt x="1976" y="0"/>
                  </a:lnTo>
                  <a:lnTo>
                    <a:pt x="1250" y="727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316;p51">
              <a:extLst>
                <a:ext uri="{FF2B5EF4-FFF2-40B4-BE49-F238E27FC236}">
                  <a16:creationId xmlns:a16="http://schemas.microsoft.com/office/drawing/2014/main" id="{D2EF6C81-1DC1-1058-73FF-8AB383AFBE92}"/>
                </a:ext>
              </a:extLst>
            </p:cNvPr>
            <p:cNvSpPr/>
            <p:nvPr/>
          </p:nvSpPr>
          <p:spPr>
            <a:xfrm>
              <a:off x="7021013" y="1373500"/>
              <a:ext cx="62600" cy="62625"/>
            </a:xfrm>
            <a:custGeom>
              <a:avLst/>
              <a:gdLst/>
              <a:ahLst/>
              <a:cxnLst/>
              <a:rect l="l" t="t" r="r" b="b"/>
              <a:pathLst>
                <a:path w="2504" h="2505" extrusionOk="0">
                  <a:moveTo>
                    <a:pt x="523" y="1"/>
                  </a:moveTo>
                  <a:lnTo>
                    <a:pt x="0" y="528"/>
                  </a:lnTo>
                  <a:lnTo>
                    <a:pt x="722" y="1250"/>
                  </a:lnTo>
                  <a:lnTo>
                    <a:pt x="0" y="1977"/>
                  </a:lnTo>
                  <a:lnTo>
                    <a:pt x="523" y="2504"/>
                  </a:lnTo>
                  <a:lnTo>
                    <a:pt x="1250" y="1778"/>
                  </a:lnTo>
                  <a:lnTo>
                    <a:pt x="1976" y="2504"/>
                  </a:lnTo>
                  <a:lnTo>
                    <a:pt x="2504" y="1977"/>
                  </a:lnTo>
                  <a:lnTo>
                    <a:pt x="1777" y="1250"/>
                  </a:lnTo>
                  <a:lnTo>
                    <a:pt x="2504" y="528"/>
                  </a:lnTo>
                  <a:lnTo>
                    <a:pt x="1976" y="1"/>
                  </a:lnTo>
                  <a:lnTo>
                    <a:pt x="1250" y="727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317;p51">
              <a:extLst>
                <a:ext uri="{FF2B5EF4-FFF2-40B4-BE49-F238E27FC236}">
                  <a16:creationId xmlns:a16="http://schemas.microsoft.com/office/drawing/2014/main" id="{41039BB3-F965-67DB-2ACB-BFCE648E260B}"/>
                </a:ext>
              </a:extLst>
            </p:cNvPr>
            <p:cNvSpPr/>
            <p:nvPr/>
          </p:nvSpPr>
          <p:spPr>
            <a:xfrm>
              <a:off x="6944238" y="1559725"/>
              <a:ext cx="172600" cy="39900"/>
            </a:xfrm>
            <a:custGeom>
              <a:avLst/>
              <a:gdLst/>
              <a:ahLst/>
              <a:cxnLst/>
              <a:rect l="l" t="t" r="r" b="b"/>
              <a:pathLst>
                <a:path w="6904" h="1596" extrusionOk="0">
                  <a:moveTo>
                    <a:pt x="0" y="0"/>
                  </a:moveTo>
                  <a:lnTo>
                    <a:pt x="0" y="1595"/>
                  </a:lnTo>
                  <a:lnTo>
                    <a:pt x="6403" y="1595"/>
                  </a:lnTo>
                  <a:lnTo>
                    <a:pt x="6904" y="798"/>
                  </a:lnTo>
                  <a:lnTo>
                    <a:pt x="6403" y="0"/>
                  </a:lnTo>
                  <a:close/>
                </a:path>
              </a:pathLst>
            </a:custGeom>
            <a:solidFill>
              <a:srgbClr val="A368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318;p51">
              <a:extLst>
                <a:ext uri="{FF2B5EF4-FFF2-40B4-BE49-F238E27FC236}">
                  <a16:creationId xmlns:a16="http://schemas.microsoft.com/office/drawing/2014/main" id="{3E90A02C-55D5-EE4E-9F15-D574A064911F}"/>
                </a:ext>
              </a:extLst>
            </p:cNvPr>
            <p:cNvSpPr/>
            <p:nvPr/>
          </p:nvSpPr>
          <p:spPr>
            <a:xfrm>
              <a:off x="7103638" y="1559725"/>
              <a:ext cx="159425" cy="39900"/>
            </a:xfrm>
            <a:custGeom>
              <a:avLst/>
              <a:gdLst/>
              <a:ahLst/>
              <a:cxnLst/>
              <a:rect l="l" t="t" r="r" b="b"/>
              <a:pathLst>
                <a:path w="6377" h="1596" extrusionOk="0">
                  <a:moveTo>
                    <a:pt x="1" y="0"/>
                  </a:moveTo>
                  <a:lnTo>
                    <a:pt x="1" y="1595"/>
                  </a:lnTo>
                  <a:lnTo>
                    <a:pt x="6377" y="1595"/>
                  </a:lnTo>
                  <a:lnTo>
                    <a:pt x="6377" y="0"/>
                  </a:lnTo>
                  <a:close/>
                </a:path>
              </a:pathLst>
            </a:custGeom>
            <a:solidFill>
              <a:srgbClr val="7460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0" name="Google Shape;1319;p51">
            <a:extLst>
              <a:ext uri="{FF2B5EF4-FFF2-40B4-BE49-F238E27FC236}">
                <a16:creationId xmlns:a16="http://schemas.microsoft.com/office/drawing/2014/main" id="{D27706ED-1817-F7AD-3B6A-414D0F869C1F}"/>
              </a:ext>
            </a:extLst>
          </p:cNvPr>
          <p:cNvGrpSpPr/>
          <p:nvPr/>
        </p:nvGrpSpPr>
        <p:grpSpPr>
          <a:xfrm>
            <a:off x="1190963" y="1405493"/>
            <a:ext cx="399775" cy="400180"/>
            <a:chOff x="3377513" y="2000825"/>
            <a:chExt cx="318825" cy="319150"/>
          </a:xfrm>
        </p:grpSpPr>
        <p:sp>
          <p:nvSpPr>
            <p:cNvPr id="1160" name="Google Shape;1320;p51">
              <a:extLst>
                <a:ext uri="{FF2B5EF4-FFF2-40B4-BE49-F238E27FC236}">
                  <a16:creationId xmlns:a16="http://schemas.microsoft.com/office/drawing/2014/main" id="{CA9C9293-5948-F61B-EE7B-F17FE0FB95D6}"/>
                </a:ext>
              </a:extLst>
            </p:cNvPr>
            <p:cNvSpPr/>
            <p:nvPr/>
          </p:nvSpPr>
          <p:spPr>
            <a:xfrm>
              <a:off x="3377513" y="2122450"/>
              <a:ext cx="59275" cy="153350"/>
            </a:xfrm>
            <a:custGeom>
              <a:avLst/>
              <a:gdLst/>
              <a:ahLst/>
              <a:cxnLst/>
              <a:rect l="l" t="t" r="r" b="b"/>
              <a:pathLst>
                <a:path w="2371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2118" y="6133"/>
                  </a:lnTo>
                  <a:lnTo>
                    <a:pt x="2371" y="5384"/>
                  </a:lnTo>
                  <a:lnTo>
                    <a:pt x="745" y="5384"/>
                  </a:lnTo>
                  <a:lnTo>
                    <a:pt x="745" y="749"/>
                  </a:lnTo>
                  <a:lnTo>
                    <a:pt x="2371" y="749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rgbClr val="86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321;p51">
              <a:extLst>
                <a:ext uri="{FF2B5EF4-FFF2-40B4-BE49-F238E27FC236}">
                  <a16:creationId xmlns:a16="http://schemas.microsoft.com/office/drawing/2014/main" id="{7C210167-8AEC-4475-4506-C7ED4AA4CACF}"/>
                </a:ext>
              </a:extLst>
            </p:cNvPr>
            <p:cNvSpPr/>
            <p:nvPr/>
          </p:nvSpPr>
          <p:spPr>
            <a:xfrm>
              <a:off x="3595413" y="2223375"/>
              <a:ext cx="56850" cy="96500"/>
            </a:xfrm>
            <a:custGeom>
              <a:avLst/>
              <a:gdLst/>
              <a:ahLst/>
              <a:cxnLst/>
              <a:rect l="l" t="t" r="r" b="b"/>
              <a:pathLst>
                <a:path w="2274" h="3860" extrusionOk="0">
                  <a:moveTo>
                    <a:pt x="0" y="0"/>
                  </a:moveTo>
                  <a:lnTo>
                    <a:pt x="0" y="2322"/>
                  </a:lnTo>
                  <a:cubicBezTo>
                    <a:pt x="0" y="3173"/>
                    <a:pt x="691" y="3860"/>
                    <a:pt x="1542" y="3860"/>
                  </a:cubicBezTo>
                  <a:lnTo>
                    <a:pt x="2021" y="3860"/>
                  </a:lnTo>
                  <a:lnTo>
                    <a:pt x="2273" y="1790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86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322;p51">
              <a:extLst>
                <a:ext uri="{FF2B5EF4-FFF2-40B4-BE49-F238E27FC236}">
                  <a16:creationId xmlns:a16="http://schemas.microsoft.com/office/drawing/2014/main" id="{68B6EFEA-4397-C405-B8D7-EA1C8B244A66}"/>
                </a:ext>
              </a:extLst>
            </p:cNvPr>
            <p:cNvSpPr/>
            <p:nvPr/>
          </p:nvSpPr>
          <p:spPr>
            <a:xfrm>
              <a:off x="3645913" y="2223375"/>
              <a:ext cx="50425" cy="96600"/>
            </a:xfrm>
            <a:custGeom>
              <a:avLst/>
              <a:gdLst/>
              <a:ahLst/>
              <a:cxnLst/>
              <a:rect l="l" t="t" r="r" b="b"/>
              <a:pathLst>
                <a:path w="2017" h="3864" extrusionOk="0">
                  <a:moveTo>
                    <a:pt x="1" y="0"/>
                  </a:moveTo>
                  <a:lnTo>
                    <a:pt x="1" y="3864"/>
                  </a:lnTo>
                  <a:lnTo>
                    <a:pt x="479" y="3864"/>
                  </a:lnTo>
                  <a:cubicBezTo>
                    <a:pt x="1330" y="3864"/>
                    <a:pt x="2017" y="3168"/>
                    <a:pt x="2017" y="2322"/>
                  </a:cubicBezTo>
                  <a:lnTo>
                    <a:pt x="2017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323;p51">
              <a:extLst>
                <a:ext uri="{FF2B5EF4-FFF2-40B4-BE49-F238E27FC236}">
                  <a16:creationId xmlns:a16="http://schemas.microsoft.com/office/drawing/2014/main" id="{86C88519-81A0-389A-5127-2FCD1D64120A}"/>
                </a:ext>
              </a:extLst>
            </p:cNvPr>
            <p:cNvSpPr/>
            <p:nvPr/>
          </p:nvSpPr>
          <p:spPr>
            <a:xfrm>
              <a:off x="3654013" y="2139500"/>
              <a:ext cx="25375" cy="56425"/>
            </a:xfrm>
            <a:custGeom>
              <a:avLst/>
              <a:gdLst/>
              <a:ahLst/>
              <a:cxnLst/>
              <a:rect l="l" t="t" r="r" b="b"/>
              <a:pathLst>
                <a:path w="1015" h="2257" extrusionOk="0">
                  <a:moveTo>
                    <a:pt x="164" y="1"/>
                  </a:moveTo>
                  <a:cubicBezTo>
                    <a:pt x="0" y="364"/>
                    <a:pt x="0" y="914"/>
                    <a:pt x="164" y="1281"/>
                  </a:cubicBezTo>
                  <a:lnTo>
                    <a:pt x="164" y="1286"/>
                  </a:lnTo>
                  <a:cubicBezTo>
                    <a:pt x="244" y="1459"/>
                    <a:pt x="244" y="1773"/>
                    <a:pt x="164" y="1946"/>
                  </a:cubicBezTo>
                  <a:lnTo>
                    <a:pt x="846" y="2256"/>
                  </a:lnTo>
                  <a:cubicBezTo>
                    <a:pt x="1015" y="1889"/>
                    <a:pt x="1015" y="1335"/>
                    <a:pt x="846" y="976"/>
                  </a:cubicBezTo>
                  <a:lnTo>
                    <a:pt x="846" y="971"/>
                  </a:lnTo>
                  <a:cubicBezTo>
                    <a:pt x="771" y="798"/>
                    <a:pt x="771" y="484"/>
                    <a:pt x="846" y="311"/>
                  </a:cubicBezTo>
                  <a:lnTo>
                    <a:pt x="164" y="1"/>
                  </a:lnTo>
                  <a:close/>
                </a:path>
              </a:pathLst>
            </a:custGeom>
            <a:solidFill>
              <a:srgbClr val="A368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324;p51">
              <a:extLst>
                <a:ext uri="{FF2B5EF4-FFF2-40B4-BE49-F238E27FC236}">
                  <a16:creationId xmlns:a16="http://schemas.microsoft.com/office/drawing/2014/main" id="{6CA088DB-3A64-31C3-0782-4CA6EDA13665}"/>
                </a:ext>
              </a:extLst>
            </p:cNvPr>
            <p:cNvSpPr/>
            <p:nvPr/>
          </p:nvSpPr>
          <p:spPr>
            <a:xfrm>
              <a:off x="3612363" y="2139500"/>
              <a:ext cx="25275" cy="56425"/>
            </a:xfrm>
            <a:custGeom>
              <a:avLst/>
              <a:gdLst/>
              <a:ahLst/>
              <a:cxnLst/>
              <a:rect l="l" t="t" r="r" b="b"/>
              <a:pathLst>
                <a:path w="1011" h="2257" extrusionOk="0">
                  <a:moveTo>
                    <a:pt x="164" y="1"/>
                  </a:moveTo>
                  <a:cubicBezTo>
                    <a:pt x="0" y="364"/>
                    <a:pt x="0" y="914"/>
                    <a:pt x="164" y="1281"/>
                  </a:cubicBezTo>
                  <a:lnTo>
                    <a:pt x="164" y="1286"/>
                  </a:lnTo>
                  <a:cubicBezTo>
                    <a:pt x="244" y="1459"/>
                    <a:pt x="244" y="1773"/>
                    <a:pt x="164" y="1946"/>
                  </a:cubicBezTo>
                  <a:lnTo>
                    <a:pt x="846" y="2256"/>
                  </a:lnTo>
                  <a:cubicBezTo>
                    <a:pt x="1010" y="1889"/>
                    <a:pt x="1010" y="1335"/>
                    <a:pt x="846" y="976"/>
                  </a:cubicBezTo>
                  <a:lnTo>
                    <a:pt x="846" y="971"/>
                  </a:lnTo>
                  <a:cubicBezTo>
                    <a:pt x="767" y="798"/>
                    <a:pt x="767" y="484"/>
                    <a:pt x="846" y="311"/>
                  </a:cubicBezTo>
                  <a:lnTo>
                    <a:pt x="164" y="1"/>
                  </a:lnTo>
                  <a:close/>
                </a:path>
              </a:pathLst>
            </a:custGeom>
            <a:solidFill>
              <a:srgbClr val="A368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325;p51">
              <a:extLst>
                <a:ext uri="{FF2B5EF4-FFF2-40B4-BE49-F238E27FC236}">
                  <a16:creationId xmlns:a16="http://schemas.microsoft.com/office/drawing/2014/main" id="{F9CB5C61-99FC-0482-AF67-D79126E3F3C1}"/>
                </a:ext>
              </a:extLst>
            </p:cNvPr>
            <p:cNvSpPr/>
            <p:nvPr/>
          </p:nvSpPr>
          <p:spPr>
            <a:xfrm>
              <a:off x="3436763" y="2000825"/>
              <a:ext cx="69375" cy="83425"/>
            </a:xfrm>
            <a:custGeom>
              <a:avLst/>
              <a:gdLst/>
              <a:ahLst/>
              <a:cxnLst/>
              <a:rect l="l" t="t" r="r" b="b"/>
              <a:pathLst>
                <a:path w="2775" h="3337" extrusionOk="0">
                  <a:moveTo>
                    <a:pt x="2274" y="0"/>
                  </a:moveTo>
                  <a:lnTo>
                    <a:pt x="1539" y="9"/>
                  </a:lnTo>
                  <a:cubicBezTo>
                    <a:pt x="688" y="9"/>
                    <a:pt x="1" y="700"/>
                    <a:pt x="1" y="1547"/>
                  </a:cubicBezTo>
                  <a:lnTo>
                    <a:pt x="1" y="3089"/>
                  </a:lnTo>
                  <a:lnTo>
                    <a:pt x="2274" y="3337"/>
                  </a:lnTo>
                  <a:lnTo>
                    <a:pt x="2775" y="1946"/>
                  </a:lnTo>
                  <a:lnTo>
                    <a:pt x="2274" y="0"/>
                  </a:lnTo>
                  <a:close/>
                </a:path>
              </a:pathLst>
            </a:custGeom>
            <a:solidFill>
              <a:srgbClr val="868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326;p51">
              <a:extLst>
                <a:ext uri="{FF2B5EF4-FFF2-40B4-BE49-F238E27FC236}">
                  <a16:creationId xmlns:a16="http://schemas.microsoft.com/office/drawing/2014/main" id="{FA6FB126-DD3B-4BBF-92D1-0321B8348F6B}"/>
                </a:ext>
              </a:extLst>
            </p:cNvPr>
            <p:cNvSpPr/>
            <p:nvPr/>
          </p:nvSpPr>
          <p:spPr>
            <a:xfrm>
              <a:off x="3493938" y="2001050"/>
              <a:ext cx="56625" cy="83325"/>
            </a:xfrm>
            <a:custGeom>
              <a:avLst/>
              <a:gdLst/>
              <a:ahLst/>
              <a:cxnLst/>
              <a:rect l="l" t="t" r="r" b="b"/>
              <a:pathLst>
                <a:path w="2265" h="3333" extrusionOk="0">
                  <a:moveTo>
                    <a:pt x="0" y="0"/>
                  </a:moveTo>
                  <a:lnTo>
                    <a:pt x="0" y="3332"/>
                  </a:lnTo>
                  <a:lnTo>
                    <a:pt x="2265" y="3084"/>
                  </a:lnTo>
                  <a:lnTo>
                    <a:pt x="2265" y="1547"/>
                  </a:lnTo>
                  <a:cubicBezTo>
                    <a:pt x="2265" y="691"/>
                    <a:pt x="1578" y="0"/>
                    <a:pt x="727" y="0"/>
                  </a:cubicBez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327;p51">
              <a:extLst>
                <a:ext uri="{FF2B5EF4-FFF2-40B4-BE49-F238E27FC236}">
                  <a16:creationId xmlns:a16="http://schemas.microsoft.com/office/drawing/2014/main" id="{ED65C656-E0D1-D054-E0FC-C104B4D66033}"/>
                </a:ext>
              </a:extLst>
            </p:cNvPr>
            <p:cNvSpPr/>
            <p:nvPr/>
          </p:nvSpPr>
          <p:spPr>
            <a:xfrm>
              <a:off x="3430338" y="2126325"/>
              <a:ext cx="69600" cy="152225"/>
            </a:xfrm>
            <a:custGeom>
              <a:avLst/>
              <a:gdLst/>
              <a:ahLst/>
              <a:cxnLst/>
              <a:rect l="l" t="t" r="r" b="b"/>
              <a:pathLst>
                <a:path w="2784" h="6089" extrusionOk="0">
                  <a:moveTo>
                    <a:pt x="1" y="1"/>
                  </a:moveTo>
                  <a:lnTo>
                    <a:pt x="1" y="5841"/>
                  </a:lnTo>
                  <a:lnTo>
                    <a:pt x="2531" y="6089"/>
                  </a:lnTo>
                  <a:lnTo>
                    <a:pt x="2784" y="2921"/>
                  </a:lnTo>
                  <a:lnTo>
                    <a:pt x="2531" y="1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328;p51">
              <a:extLst>
                <a:ext uri="{FF2B5EF4-FFF2-40B4-BE49-F238E27FC236}">
                  <a16:creationId xmlns:a16="http://schemas.microsoft.com/office/drawing/2014/main" id="{059C4049-A6B0-6CFB-ACC2-F64D8318FCA3}"/>
                </a:ext>
              </a:extLst>
            </p:cNvPr>
            <p:cNvSpPr/>
            <p:nvPr/>
          </p:nvSpPr>
          <p:spPr>
            <a:xfrm>
              <a:off x="3493263" y="2126225"/>
              <a:ext cx="63500" cy="152325"/>
            </a:xfrm>
            <a:custGeom>
              <a:avLst/>
              <a:gdLst/>
              <a:ahLst/>
              <a:cxnLst/>
              <a:rect l="l" t="t" r="r" b="b"/>
              <a:pathLst>
                <a:path w="2540" h="6093" extrusionOk="0">
                  <a:moveTo>
                    <a:pt x="1" y="0"/>
                  </a:moveTo>
                  <a:lnTo>
                    <a:pt x="1" y="6093"/>
                  </a:lnTo>
                  <a:lnTo>
                    <a:pt x="2540" y="5845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329;p51">
              <a:extLst>
                <a:ext uri="{FF2B5EF4-FFF2-40B4-BE49-F238E27FC236}">
                  <a16:creationId xmlns:a16="http://schemas.microsoft.com/office/drawing/2014/main" id="{D9A7C157-A0E5-9050-49F4-BAF5A2A6EF10}"/>
                </a:ext>
              </a:extLst>
            </p:cNvPr>
            <p:cNvSpPr/>
            <p:nvPr/>
          </p:nvSpPr>
          <p:spPr>
            <a:xfrm>
              <a:off x="3430338" y="2078475"/>
              <a:ext cx="69600" cy="35250"/>
            </a:xfrm>
            <a:custGeom>
              <a:avLst/>
              <a:gdLst/>
              <a:ahLst/>
              <a:cxnLst/>
              <a:rect l="l" t="t" r="r" b="b"/>
              <a:pathLst>
                <a:path w="2784" h="1410" extrusionOk="0">
                  <a:moveTo>
                    <a:pt x="1" y="0"/>
                  </a:moveTo>
                  <a:lnTo>
                    <a:pt x="1" y="1161"/>
                  </a:lnTo>
                  <a:lnTo>
                    <a:pt x="2531" y="1410"/>
                  </a:lnTo>
                  <a:lnTo>
                    <a:pt x="2784" y="581"/>
                  </a:lnTo>
                  <a:lnTo>
                    <a:pt x="2531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330;p51">
              <a:extLst>
                <a:ext uri="{FF2B5EF4-FFF2-40B4-BE49-F238E27FC236}">
                  <a16:creationId xmlns:a16="http://schemas.microsoft.com/office/drawing/2014/main" id="{D12C16C1-91B7-CF3C-1A8E-203D6A511213}"/>
                </a:ext>
              </a:extLst>
            </p:cNvPr>
            <p:cNvSpPr/>
            <p:nvPr/>
          </p:nvSpPr>
          <p:spPr>
            <a:xfrm>
              <a:off x="3493263" y="2078250"/>
              <a:ext cx="63500" cy="35475"/>
            </a:xfrm>
            <a:custGeom>
              <a:avLst/>
              <a:gdLst/>
              <a:ahLst/>
              <a:cxnLst/>
              <a:rect l="l" t="t" r="r" b="b"/>
              <a:pathLst>
                <a:path w="2540" h="1419" extrusionOk="0">
                  <a:moveTo>
                    <a:pt x="1" y="1"/>
                  </a:moveTo>
                  <a:lnTo>
                    <a:pt x="1" y="1419"/>
                  </a:lnTo>
                  <a:lnTo>
                    <a:pt x="2540" y="1170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331;p51">
              <a:extLst>
                <a:ext uri="{FF2B5EF4-FFF2-40B4-BE49-F238E27FC236}">
                  <a16:creationId xmlns:a16="http://schemas.microsoft.com/office/drawing/2014/main" id="{F038B3F2-F62E-FF1C-CF82-ED57DFB22F69}"/>
                </a:ext>
              </a:extLst>
            </p:cNvPr>
            <p:cNvSpPr/>
            <p:nvPr/>
          </p:nvSpPr>
          <p:spPr>
            <a:xfrm>
              <a:off x="3430338" y="2284625"/>
              <a:ext cx="69600" cy="35350"/>
            </a:xfrm>
            <a:custGeom>
              <a:avLst/>
              <a:gdLst/>
              <a:ahLst/>
              <a:cxnLst/>
              <a:rect l="l" t="t" r="r" b="b"/>
              <a:pathLst>
                <a:path w="2784" h="1414" extrusionOk="0">
                  <a:moveTo>
                    <a:pt x="2531" y="0"/>
                  </a:moveTo>
                  <a:lnTo>
                    <a:pt x="1" y="249"/>
                  </a:lnTo>
                  <a:lnTo>
                    <a:pt x="1" y="1414"/>
                  </a:lnTo>
                  <a:lnTo>
                    <a:pt x="2531" y="1414"/>
                  </a:lnTo>
                  <a:lnTo>
                    <a:pt x="2784" y="829"/>
                  </a:lnTo>
                  <a:lnTo>
                    <a:pt x="2531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332;p51">
              <a:extLst>
                <a:ext uri="{FF2B5EF4-FFF2-40B4-BE49-F238E27FC236}">
                  <a16:creationId xmlns:a16="http://schemas.microsoft.com/office/drawing/2014/main" id="{D10CC31D-8AD9-E40E-A38E-ABCECF2E68B7}"/>
                </a:ext>
              </a:extLst>
            </p:cNvPr>
            <p:cNvSpPr/>
            <p:nvPr/>
          </p:nvSpPr>
          <p:spPr>
            <a:xfrm>
              <a:off x="3493263" y="2284525"/>
              <a:ext cx="63500" cy="35450"/>
            </a:xfrm>
            <a:custGeom>
              <a:avLst/>
              <a:gdLst/>
              <a:ahLst/>
              <a:cxnLst/>
              <a:rect l="l" t="t" r="r" b="b"/>
              <a:pathLst>
                <a:path w="2540" h="1418" extrusionOk="0">
                  <a:moveTo>
                    <a:pt x="1" y="0"/>
                  </a:moveTo>
                  <a:lnTo>
                    <a:pt x="1" y="1418"/>
                  </a:lnTo>
                  <a:lnTo>
                    <a:pt x="2540" y="1418"/>
                  </a:lnTo>
                  <a:lnTo>
                    <a:pt x="2540" y="2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333;p51">
              <a:extLst>
                <a:ext uri="{FF2B5EF4-FFF2-40B4-BE49-F238E27FC236}">
                  <a16:creationId xmlns:a16="http://schemas.microsoft.com/office/drawing/2014/main" id="{CA23AC1D-CABD-E431-A478-68C9AAFEED15}"/>
                </a:ext>
              </a:extLst>
            </p:cNvPr>
            <p:cNvSpPr/>
            <p:nvPr/>
          </p:nvSpPr>
          <p:spPr>
            <a:xfrm>
              <a:off x="3430338" y="2107600"/>
              <a:ext cx="69600" cy="18650"/>
            </a:xfrm>
            <a:custGeom>
              <a:avLst/>
              <a:gdLst/>
              <a:ahLst/>
              <a:cxnLst/>
              <a:rect l="l" t="t" r="r" b="b"/>
              <a:pathLst>
                <a:path w="2784" h="746" extrusionOk="0">
                  <a:moveTo>
                    <a:pt x="1" y="1"/>
                  </a:moveTo>
                  <a:lnTo>
                    <a:pt x="1" y="745"/>
                  </a:lnTo>
                  <a:lnTo>
                    <a:pt x="2531" y="745"/>
                  </a:lnTo>
                  <a:lnTo>
                    <a:pt x="2784" y="373"/>
                  </a:lnTo>
                  <a:lnTo>
                    <a:pt x="2531" y="1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334;p51">
              <a:extLst>
                <a:ext uri="{FF2B5EF4-FFF2-40B4-BE49-F238E27FC236}">
                  <a16:creationId xmlns:a16="http://schemas.microsoft.com/office/drawing/2014/main" id="{24EB503F-8E7F-9968-A90B-6E90DA0E09FB}"/>
                </a:ext>
              </a:extLst>
            </p:cNvPr>
            <p:cNvSpPr/>
            <p:nvPr/>
          </p:nvSpPr>
          <p:spPr>
            <a:xfrm>
              <a:off x="3430338" y="2272100"/>
              <a:ext cx="69600" cy="18650"/>
            </a:xfrm>
            <a:custGeom>
              <a:avLst/>
              <a:gdLst/>
              <a:ahLst/>
              <a:cxnLst/>
              <a:rect l="l" t="t" r="r" b="b"/>
              <a:pathLst>
                <a:path w="2784" h="746" extrusionOk="0">
                  <a:moveTo>
                    <a:pt x="1" y="1"/>
                  </a:moveTo>
                  <a:lnTo>
                    <a:pt x="1" y="745"/>
                  </a:lnTo>
                  <a:lnTo>
                    <a:pt x="2531" y="745"/>
                  </a:lnTo>
                  <a:lnTo>
                    <a:pt x="2784" y="373"/>
                  </a:lnTo>
                  <a:lnTo>
                    <a:pt x="2531" y="1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335;p51">
              <a:extLst>
                <a:ext uri="{FF2B5EF4-FFF2-40B4-BE49-F238E27FC236}">
                  <a16:creationId xmlns:a16="http://schemas.microsoft.com/office/drawing/2014/main" id="{F948C403-09B8-890E-4BB0-5E90EA2949B7}"/>
                </a:ext>
              </a:extLst>
            </p:cNvPr>
            <p:cNvSpPr/>
            <p:nvPr/>
          </p:nvSpPr>
          <p:spPr>
            <a:xfrm>
              <a:off x="3493388" y="2272000"/>
              <a:ext cx="63600" cy="18750"/>
            </a:xfrm>
            <a:custGeom>
              <a:avLst/>
              <a:gdLst/>
              <a:ahLst/>
              <a:cxnLst/>
              <a:rect l="l" t="t" r="r" b="b"/>
              <a:pathLst>
                <a:path w="2544" h="750" extrusionOk="0">
                  <a:moveTo>
                    <a:pt x="0" y="0"/>
                  </a:moveTo>
                  <a:lnTo>
                    <a:pt x="0" y="749"/>
                  </a:lnTo>
                  <a:lnTo>
                    <a:pt x="2544" y="749"/>
                  </a:lnTo>
                  <a:lnTo>
                    <a:pt x="2544" y="0"/>
                  </a:ln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336;p51">
              <a:extLst>
                <a:ext uri="{FF2B5EF4-FFF2-40B4-BE49-F238E27FC236}">
                  <a16:creationId xmlns:a16="http://schemas.microsoft.com/office/drawing/2014/main" id="{824BB7B6-19AC-B441-F22E-3D6A28BDAE88}"/>
                </a:ext>
              </a:extLst>
            </p:cNvPr>
            <p:cNvSpPr/>
            <p:nvPr/>
          </p:nvSpPr>
          <p:spPr>
            <a:xfrm>
              <a:off x="3493388" y="2107500"/>
              <a:ext cx="63600" cy="18750"/>
            </a:xfrm>
            <a:custGeom>
              <a:avLst/>
              <a:gdLst/>
              <a:ahLst/>
              <a:cxnLst/>
              <a:rect l="l" t="t" r="r" b="b"/>
              <a:pathLst>
                <a:path w="2544" h="750" extrusionOk="0">
                  <a:moveTo>
                    <a:pt x="0" y="0"/>
                  </a:moveTo>
                  <a:lnTo>
                    <a:pt x="0" y="749"/>
                  </a:lnTo>
                  <a:lnTo>
                    <a:pt x="2544" y="749"/>
                  </a:lnTo>
                  <a:lnTo>
                    <a:pt x="2544" y="0"/>
                  </a:ln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52"/>
          <p:cNvSpPr/>
          <p:nvPr/>
        </p:nvSpPr>
        <p:spPr>
          <a:xfrm>
            <a:off x="7510406" y="820723"/>
            <a:ext cx="1260916" cy="3614189"/>
          </a:xfrm>
          <a:custGeom>
            <a:avLst/>
            <a:gdLst/>
            <a:ahLst/>
            <a:cxnLst/>
            <a:rect l="l" t="t" r="r" b="b"/>
            <a:pathLst>
              <a:path w="11894" h="34092" extrusionOk="0">
                <a:moveTo>
                  <a:pt x="7761" y="1"/>
                </a:moveTo>
                <a:lnTo>
                  <a:pt x="7155" y="38"/>
                </a:lnTo>
                <a:cubicBezTo>
                  <a:pt x="7155" y="38"/>
                  <a:pt x="6494" y="7130"/>
                  <a:pt x="5827" y="11239"/>
                </a:cubicBezTo>
                <a:cubicBezTo>
                  <a:pt x="5166" y="15347"/>
                  <a:pt x="5425" y="18529"/>
                  <a:pt x="6161" y="23434"/>
                </a:cubicBezTo>
                <a:cubicBezTo>
                  <a:pt x="6883" y="28340"/>
                  <a:pt x="7754" y="30063"/>
                  <a:pt x="7019" y="30990"/>
                </a:cubicBezTo>
                <a:cubicBezTo>
                  <a:pt x="6701" y="31394"/>
                  <a:pt x="6207" y="31508"/>
                  <a:pt x="5729" y="31508"/>
                </a:cubicBezTo>
                <a:cubicBezTo>
                  <a:pt x="5111" y="31508"/>
                  <a:pt x="4519" y="31317"/>
                  <a:pt x="4369" y="31317"/>
                </a:cubicBezTo>
                <a:cubicBezTo>
                  <a:pt x="4109" y="31317"/>
                  <a:pt x="2781" y="32318"/>
                  <a:pt x="2781" y="32318"/>
                </a:cubicBezTo>
                <a:cubicBezTo>
                  <a:pt x="2781" y="32318"/>
                  <a:pt x="1984" y="31985"/>
                  <a:pt x="1391" y="31855"/>
                </a:cubicBezTo>
                <a:cubicBezTo>
                  <a:pt x="1365" y="31849"/>
                  <a:pt x="1340" y="31846"/>
                  <a:pt x="1313" y="31846"/>
                </a:cubicBezTo>
                <a:cubicBezTo>
                  <a:pt x="726" y="31846"/>
                  <a:pt x="1" y="33245"/>
                  <a:pt x="1" y="33245"/>
                </a:cubicBezTo>
                <a:lnTo>
                  <a:pt x="11894" y="34091"/>
                </a:lnTo>
                <a:cubicBezTo>
                  <a:pt x="11647" y="33758"/>
                  <a:pt x="11356" y="33443"/>
                  <a:pt x="11047" y="33202"/>
                </a:cubicBezTo>
                <a:cubicBezTo>
                  <a:pt x="9830" y="32213"/>
                  <a:pt x="9713" y="32800"/>
                  <a:pt x="8959" y="31521"/>
                </a:cubicBezTo>
                <a:cubicBezTo>
                  <a:pt x="8199" y="30249"/>
                  <a:pt x="9423" y="28093"/>
                  <a:pt x="8897" y="27221"/>
                </a:cubicBezTo>
                <a:cubicBezTo>
                  <a:pt x="8378" y="26344"/>
                  <a:pt x="8082" y="25411"/>
                  <a:pt x="8199" y="24305"/>
                </a:cubicBezTo>
                <a:cubicBezTo>
                  <a:pt x="8317" y="23206"/>
                  <a:pt x="8545" y="22681"/>
                  <a:pt x="8082" y="21167"/>
                </a:cubicBezTo>
                <a:cubicBezTo>
                  <a:pt x="7631" y="19690"/>
                  <a:pt x="6673" y="17374"/>
                  <a:pt x="6630" y="17275"/>
                </a:cubicBezTo>
                <a:lnTo>
                  <a:pt x="6630" y="17275"/>
                </a:lnTo>
                <a:cubicBezTo>
                  <a:pt x="6652" y="17384"/>
                  <a:pt x="7085" y="19784"/>
                  <a:pt x="6786" y="19784"/>
                </a:cubicBezTo>
                <a:cubicBezTo>
                  <a:pt x="6747" y="19784"/>
                  <a:pt x="6696" y="19744"/>
                  <a:pt x="6630" y="19653"/>
                </a:cubicBezTo>
                <a:cubicBezTo>
                  <a:pt x="6043" y="18838"/>
                  <a:pt x="6161" y="18547"/>
                  <a:pt x="5815" y="17034"/>
                </a:cubicBezTo>
                <a:cubicBezTo>
                  <a:pt x="5469" y="15526"/>
                  <a:pt x="6809" y="9700"/>
                  <a:pt x="6982" y="8249"/>
                </a:cubicBezTo>
                <a:cubicBezTo>
                  <a:pt x="7155" y="6790"/>
                  <a:pt x="6920" y="6445"/>
                  <a:pt x="6982" y="4350"/>
                </a:cubicBezTo>
                <a:cubicBezTo>
                  <a:pt x="7019" y="2972"/>
                  <a:pt x="7458" y="1119"/>
                  <a:pt x="7761" y="1"/>
                </a:cubicBezTo>
                <a:close/>
              </a:path>
            </a:pathLst>
          </a:custGeom>
          <a:solidFill>
            <a:srgbClr val="000000">
              <a:alpha val="41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52"/>
          <p:cNvSpPr/>
          <p:nvPr/>
        </p:nvSpPr>
        <p:spPr>
          <a:xfrm>
            <a:off x="8565560" y="2473274"/>
            <a:ext cx="539817" cy="1915121"/>
          </a:xfrm>
          <a:custGeom>
            <a:avLst/>
            <a:gdLst/>
            <a:ahLst/>
            <a:cxnLst/>
            <a:rect l="l" t="t" r="r" b="b"/>
            <a:pathLst>
              <a:path w="5092" h="18065" extrusionOk="0">
                <a:moveTo>
                  <a:pt x="3133" y="0"/>
                </a:moveTo>
                <a:lnTo>
                  <a:pt x="3133" y="0"/>
                </a:lnTo>
                <a:cubicBezTo>
                  <a:pt x="2960" y="222"/>
                  <a:pt x="2781" y="470"/>
                  <a:pt x="2657" y="692"/>
                </a:cubicBezTo>
                <a:cubicBezTo>
                  <a:pt x="2299" y="1365"/>
                  <a:pt x="1984" y="1606"/>
                  <a:pt x="1984" y="2162"/>
                </a:cubicBezTo>
                <a:cubicBezTo>
                  <a:pt x="1984" y="2718"/>
                  <a:pt x="2176" y="2440"/>
                  <a:pt x="2064" y="3355"/>
                </a:cubicBezTo>
                <a:cubicBezTo>
                  <a:pt x="1941" y="4263"/>
                  <a:pt x="1391" y="7266"/>
                  <a:pt x="909" y="8062"/>
                </a:cubicBezTo>
                <a:cubicBezTo>
                  <a:pt x="433" y="8853"/>
                  <a:pt x="162" y="8773"/>
                  <a:pt x="279" y="9483"/>
                </a:cubicBezTo>
                <a:cubicBezTo>
                  <a:pt x="396" y="10194"/>
                  <a:pt x="470" y="12054"/>
                  <a:pt x="353" y="13005"/>
                </a:cubicBezTo>
                <a:cubicBezTo>
                  <a:pt x="242" y="13956"/>
                  <a:pt x="1" y="13956"/>
                  <a:pt x="199" y="14827"/>
                </a:cubicBezTo>
                <a:cubicBezTo>
                  <a:pt x="396" y="15699"/>
                  <a:pt x="1823" y="15384"/>
                  <a:pt x="2219" y="16255"/>
                </a:cubicBezTo>
                <a:cubicBezTo>
                  <a:pt x="2608" y="17126"/>
                  <a:pt x="2732" y="17447"/>
                  <a:pt x="3442" y="17682"/>
                </a:cubicBezTo>
                <a:cubicBezTo>
                  <a:pt x="3776" y="17799"/>
                  <a:pt x="4239" y="17984"/>
                  <a:pt x="4727" y="18065"/>
                </a:cubicBezTo>
                <a:lnTo>
                  <a:pt x="5092" y="17787"/>
                </a:lnTo>
                <a:cubicBezTo>
                  <a:pt x="5092" y="17787"/>
                  <a:pt x="3238" y="17385"/>
                  <a:pt x="2973" y="16977"/>
                </a:cubicBezTo>
                <a:cubicBezTo>
                  <a:pt x="2713" y="16582"/>
                  <a:pt x="2775" y="16180"/>
                  <a:pt x="2176" y="15785"/>
                </a:cubicBezTo>
                <a:cubicBezTo>
                  <a:pt x="1582" y="15390"/>
                  <a:pt x="983" y="15785"/>
                  <a:pt x="718" y="13932"/>
                </a:cubicBezTo>
                <a:cubicBezTo>
                  <a:pt x="501" y="12406"/>
                  <a:pt x="1002" y="11096"/>
                  <a:pt x="742" y="9162"/>
                </a:cubicBezTo>
                <a:cubicBezTo>
                  <a:pt x="1292" y="8408"/>
                  <a:pt x="2139" y="7074"/>
                  <a:pt x="2256" y="5783"/>
                </a:cubicBezTo>
                <a:cubicBezTo>
                  <a:pt x="2435" y="3868"/>
                  <a:pt x="2373" y="1718"/>
                  <a:pt x="2373" y="1718"/>
                </a:cubicBezTo>
                <a:cubicBezTo>
                  <a:pt x="2373" y="1718"/>
                  <a:pt x="2948" y="433"/>
                  <a:pt x="3065" y="266"/>
                </a:cubicBezTo>
                <a:cubicBezTo>
                  <a:pt x="3096" y="222"/>
                  <a:pt x="3121" y="124"/>
                  <a:pt x="3133" y="0"/>
                </a:cubicBezTo>
                <a:close/>
              </a:path>
            </a:pathLst>
          </a:custGeom>
          <a:solidFill>
            <a:srgbClr val="000000">
              <a:alpha val="41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52"/>
          <p:cNvSpPr/>
          <p:nvPr/>
        </p:nvSpPr>
        <p:spPr>
          <a:xfrm>
            <a:off x="7306754" y="4327465"/>
            <a:ext cx="2248532" cy="201848"/>
          </a:xfrm>
          <a:custGeom>
            <a:avLst/>
            <a:gdLst/>
            <a:ahLst/>
            <a:cxnLst/>
            <a:rect l="l" t="t" r="r" b="b"/>
            <a:pathLst>
              <a:path w="21210" h="1904" extrusionOk="0">
                <a:moveTo>
                  <a:pt x="20259" y="0"/>
                </a:moveTo>
                <a:cubicBezTo>
                  <a:pt x="20259" y="0"/>
                  <a:pt x="779" y="74"/>
                  <a:pt x="631" y="74"/>
                </a:cubicBezTo>
                <a:lnTo>
                  <a:pt x="1" y="1903"/>
                </a:lnTo>
                <a:lnTo>
                  <a:pt x="21210" y="1502"/>
                </a:lnTo>
                <a:lnTo>
                  <a:pt x="2025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52"/>
          <p:cNvSpPr txBox="1">
            <a:spLocks noGrp="1"/>
          </p:cNvSpPr>
          <p:nvPr>
            <p:ph type="title"/>
          </p:nvPr>
        </p:nvSpPr>
        <p:spPr>
          <a:xfrm>
            <a:off x="3022200" y="1143725"/>
            <a:ext cx="3802800" cy="24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Gameplay Demo</a:t>
            </a:r>
          </a:p>
        </p:txBody>
      </p:sp>
      <p:grpSp>
        <p:nvGrpSpPr>
          <p:cNvPr id="1377" name="Google Shape;1377;p52"/>
          <p:cNvGrpSpPr/>
          <p:nvPr/>
        </p:nvGrpSpPr>
        <p:grpSpPr>
          <a:xfrm>
            <a:off x="6224830" y="-44100"/>
            <a:ext cx="3453400" cy="5766633"/>
            <a:chOff x="6224830" y="-44100"/>
            <a:chExt cx="3453400" cy="5766633"/>
          </a:xfrm>
        </p:grpSpPr>
        <p:sp>
          <p:nvSpPr>
            <p:cNvPr id="1378" name="Google Shape;1378;p52"/>
            <p:cNvSpPr/>
            <p:nvPr/>
          </p:nvSpPr>
          <p:spPr>
            <a:xfrm>
              <a:off x="7338610" y="-44100"/>
              <a:ext cx="1974763" cy="4494727"/>
            </a:xfrm>
            <a:custGeom>
              <a:avLst/>
              <a:gdLst/>
              <a:ahLst/>
              <a:cxnLst/>
              <a:rect l="l" t="t" r="r" b="b"/>
              <a:pathLst>
                <a:path w="15057" h="34271" extrusionOk="0">
                  <a:moveTo>
                    <a:pt x="8360" y="1"/>
                  </a:moveTo>
                  <a:lnTo>
                    <a:pt x="8187" y="13"/>
                  </a:lnTo>
                  <a:lnTo>
                    <a:pt x="7766" y="32"/>
                  </a:lnTo>
                  <a:lnTo>
                    <a:pt x="7161" y="63"/>
                  </a:lnTo>
                  <a:cubicBezTo>
                    <a:pt x="7161" y="63"/>
                    <a:pt x="6494" y="7161"/>
                    <a:pt x="5833" y="11270"/>
                  </a:cubicBezTo>
                  <a:cubicBezTo>
                    <a:pt x="5165" y="15378"/>
                    <a:pt x="5431" y="18560"/>
                    <a:pt x="6166" y="23465"/>
                  </a:cubicBezTo>
                  <a:cubicBezTo>
                    <a:pt x="6889" y="28371"/>
                    <a:pt x="7754" y="30088"/>
                    <a:pt x="7019" y="31015"/>
                  </a:cubicBezTo>
                  <a:cubicBezTo>
                    <a:pt x="6702" y="31421"/>
                    <a:pt x="6204" y="31535"/>
                    <a:pt x="5723" y="31535"/>
                  </a:cubicBezTo>
                  <a:cubicBezTo>
                    <a:pt x="5108" y="31535"/>
                    <a:pt x="4520" y="31348"/>
                    <a:pt x="4375" y="31348"/>
                  </a:cubicBezTo>
                  <a:cubicBezTo>
                    <a:pt x="4109" y="31348"/>
                    <a:pt x="2781" y="32343"/>
                    <a:pt x="2781" y="32343"/>
                  </a:cubicBezTo>
                  <a:cubicBezTo>
                    <a:pt x="2781" y="32343"/>
                    <a:pt x="1990" y="32016"/>
                    <a:pt x="1391" y="31880"/>
                  </a:cubicBezTo>
                  <a:cubicBezTo>
                    <a:pt x="1366" y="31874"/>
                    <a:pt x="1342" y="31872"/>
                    <a:pt x="1317" y="31872"/>
                  </a:cubicBezTo>
                  <a:cubicBezTo>
                    <a:pt x="734" y="31872"/>
                    <a:pt x="1" y="33270"/>
                    <a:pt x="1" y="33270"/>
                  </a:cubicBezTo>
                  <a:lnTo>
                    <a:pt x="11893" y="34122"/>
                  </a:lnTo>
                  <a:lnTo>
                    <a:pt x="13926" y="34271"/>
                  </a:lnTo>
                  <a:lnTo>
                    <a:pt x="14692" y="33684"/>
                  </a:lnTo>
                  <a:lnTo>
                    <a:pt x="15057" y="33406"/>
                  </a:lnTo>
                  <a:cubicBezTo>
                    <a:pt x="15057" y="33406"/>
                    <a:pt x="13203" y="33004"/>
                    <a:pt x="12944" y="32603"/>
                  </a:cubicBezTo>
                  <a:cubicBezTo>
                    <a:pt x="12684" y="32207"/>
                    <a:pt x="12746" y="31806"/>
                    <a:pt x="12153" y="31410"/>
                  </a:cubicBezTo>
                  <a:cubicBezTo>
                    <a:pt x="11554" y="31021"/>
                    <a:pt x="10954" y="31410"/>
                    <a:pt x="10689" y="29557"/>
                  </a:cubicBezTo>
                  <a:cubicBezTo>
                    <a:pt x="10472" y="28031"/>
                    <a:pt x="10979" y="26721"/>
                    <a:pt x="10713" y="24787"/>
                  </a:cubicBezTo>
                  <a:cubicBezTo>
                    <a:pt x="11263" y="24034"/>
                    <a:pt x="12110" y="22699"/>
                    <a:pt x="12227" y="21408"/>
                  </a:cubicBezTo>
                  <a:cubicBezTo>
                    <a:pt x="12406" y="19499"/>
                    <a:pt x="12344" y="17343"/>
                    <a:pt x="12344" y="17343"/>
                  </a:cubicBezTo>
                  <a:cubicBezTo>
                    <a:pt x="12344" y="17343"/>
                    <a:pt x="12919" y="16058"/>
                    <a:pt x="13036" y="15891"/>
                  </a:cubicBezTo>
                  <a:cubicBezTo>
                    <a:pt x="13067" y="15848"/>
                    <a:pt x="13092" y="15749"/>
                    <a:pt x="13111" y="15625"/>
                  </a:cubicBezTo>
                  <a:cubicBezTo>
                    <a:pt x="13135" y="15415"/>
                    <a:pt x="13148" y="15131"/>
                    <a:pt x="13154" y="14933"/>
                  </a:cubicBezTo>
                  <a:lnTo>
                    <a:pt x="13154" y="14668"/>
                  </a:lnTo>
                  <a:lnTo>
                    <a:pt x="12876" y="15119"/>
                  </a:lnTo>
                  <a:lnTo>
                    <a:pt x="11702" y="16991"/>
                  </a:lnTo>
                  <a:cubicBezTo>
                    <a:pt x="11702" y="16991"/>
                    <a:pt x="10713" y="16879"/>
                    <a:pt x="10652" y="15539"/>
                  </a:cubicBezTo>
                  <a:cubicBezTo>
                    <a:pt x="10639" y="15255"/>
                    <a:pt x="10658" y="15007"/>
                    <a:pt x="10713" y="14785"/>
                  </a:cubicBezTo>
                  <a:cubicBezTo>
                    <a:pt x="10905" y="13957"/>
                    <a:pt x="11517" y="13432"/>
                    <a:pt x="12338" y="12524"/>
                  </a:cubicBezTo>
                  <a:cubicBezTo>
                    <a:pt x="13376" y="11356"/>
                    <a:pt x="14772" y="7285"/>
                    <a:pt x="14772" y="7285"/>
                  </a:cubicBezTo>
                  <a:lnTo>
                    <a:pt x="14661" y="7272"/>
                  </a:lnTo>
                  <a:lnTo>
                    <a:pt x="13957" y="7167"/>
                  </a:lnTo>
                  <a:cubicBezTo>
                    <a:pt x="13957" y="7167"/>
                    <a:pt x="13197" y="10775"/>
                    <a:pt x="11220" y="12524"/>
                  </a:cubicBezTo>
                  <a:cubicBezTo>
                    <a:pt x="9249" y="14266"/>
                    <a:pt x="9774" y="15662"/>
                    <a:pt x="9540" y="17114"/>
                  </a:cubicBezTo>
                  <a:cubicBezTo>
                    <a:pt x="9311" y="18566"/>
                    <a:pt x="9947" y="18103"/>
                    <a:pt x="9886" y="19326"/>
                  </a:cubicBezTo>
                  <a:cubicBezTo>
                    <a:pt x="9867" y="19938"/>
                    <a:pt x="9595" y="20284"/>
                    <a:pt x="9323" y="20475"/>
                  </a:cubicBezTo>
                  <a:cubicBezTo>
                    <a:pt x="8804" y="19153"/>
                    <a:pt x="8248" y="17695"/>
                    <a:pt x="7878" y="16113"/>
                  </a:cubicBezTo>
                  <a:cubicBezTo>
                    <a:pt x="7631" y="15075"/>
                    <a:pt x="7464" y="13994"/>
                    <a:pt x="7433" y="12864"/>
                  </a:cubicBezTo>
                  <a:cubicBezTo>
                    <a:pt x="7303" y="8551"/>
                    <a:pt x="8360" y="1"/>
                    <a:pt x="83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9" name="Google Shape;1379;p52"/>
            <p:cNvGrpSpPr/>
            <p:nvPr/>
          </p:nvGrpSpPr>
          <p:grpSpPr>
            <a:xfrm>
              <a:off x="6224830" y="3576612"/>
              <a:ext cx="3453400" cy="2145920"/>
              <a:chOff x="427966" y="1874585"/>
              <a:chExt cx="2735800" cy="1700008"/>
            </a:xfrm>
          </p:grpSpPr>
          <p:sp>
            <p:nvSpPr>
              <p:cNvPr id="1380" name="Google Shape;1380;p52"/>
              <p:cNvSpPr/>
              <p:nvPr/>
            </p:nvSpPr>
            <p:spPr>
              <a:xfrm>
                <a:off x="2540579" y="2787681"/>
                <a:ext cx="623187" cy="79906"/>
              </a:xfrm>
              <a:custGeom>
                <a:avLst/>
                <a:gdLst/>
                <a:ahLst/>
                <a:cxnLst/>
                <a:rect l="l" t="t" r="r" b="b"/>
                <a:pathLst>
                  <a:path w="9546" h="1224" extrusionOk="0">
                    <a:moveTo>
                      <a:pt x="0" y="371"/>
                    </a:moveTo>
                    <a:cubicBezTo>
                      <a:pt x="0" y="371"/>
                      <a:pt x="1736" y="186"/>
                      <a:pt x="1977" y="278"/>
                    </a:cubicBezTo>
                    <a:cubicBezTo>
                      <a:pt x="2206" y="371"/>
                      <a:pt x="3485" y="890"/>
                      <a:pt x="3485" y="890"/>
                    </a:cubicBezTo>
                    <a:lnTo>
                      <a:pt x="5832" y="1224"/>
                    </a:lnTo>
                    <a:lnTo>
                      <a:pt x="9546" y="0"/>
                    </a:lnTo>
                    <a:lnTo>
                      <a:pt x="5968" y="946"/>
                    </a:lnTo>
                    <a:lnTo>
                      <a:pt x="3713" y="655"/>
                    </a:lnTo>
                    <a:lnTo>
                      <a:pt x="2299" y="0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52"/>
              <p:cNvSpPr/>
              <p:nvPr/>
            </p:nvSpPr>
            <p:spPr>
              <a:xfrm>
                <a:off x="1257579" y="2542026"/>
                <a:ext cx="1177762" cy="612742"/>
              </a:xfrm>
              <a:custGeom>
                <a:avLst/>
                <a:gdLst/>
                <a:ahLst/>
                <a:cxnLst/>
                <a:rect l="l" t="t" r="r" b="b"/>
                <a:pathLst>
                  <a:path w="18041" h="9386" extrusionOk="0">
                    <a:moveTo>
                      <a:pt x="1366" y="8366"/>
                    </a:moveTo>
                    <a:cubicBezTo>
                      <a:pt x="1366" y="8366"/>
                      <a:pt x="1928" y="7896"/>
                      <a:pt x="1996" y="7896"/>
                    </a:cubicBezTo>
                    <a:cubicBezTo>
                      <a:pt x="2070" y="7896"/>
                      <a:pt x="3034" y="7520"/>
                      <a:pt x="3034" y="7520"/>
                    </a:cubicBezTo>
                    <a:lnTo>
                      <a:pt x="1928" y="6253"/>
                    </a:lnTo>
                    <a:lnTo>
                      <a:pt x="897" y="5870"/>
                    </a:lnTo>
                    <a:lnTo>
                      <a:pt x="495" y="4746"/>
                    </a:lnTo>
                    <a:lnTo>
                      <a:pt x="1" y="4091"/>
                    </a:lnTo>
                    <a:lnTo>
                      <a:pt x="1218" y="2491"/>
                    </a:lnTo>
                    <a:lnTo>
                      <a:pt x="1947" y="1224"/>
                    </a:lnTo>
                    <a:lnTo>
                      <a:pt x="2935" y="1131"/>
                    </a:lnTo>
                    <a:lnTo>
                      <a:pt x="7025" y="1"/>
                    </a:lnTo>
                    <a:lnTo>
                      <a:pt x="9546" y="798"/>
                    </a:lnTo>
                    <a:lnTo>
                      <a:pt x="12085" y="1335"/>
                    </a:lnTo>
                    <a:lnTo>
                      <a:pt x="12715" y="2417"/>
                    </a:lnTo>
                    <a:lnTo>
                      <a:pt x="13704" y="3831"/>
                    </a:lnTo>
                    <a:lnTo>
                      <a:pt x="14383" y="4702"/>
                    </a:lnTo>
                    <a:lnTo>
                      <a:pt x="14785" y="6371"/>
                    </a:lnTo>
                    <a:lnTo>
                      <a:pt x="15119" y="6822"/>
                    </a:lnTo>
                    <a:lnTo>
                      <a:pt x="17052" y="7050"/>
                    </a:lnTo>
                    <a:lnTo>
                      <a:pt x="18041" y="7075"/>
                    </a:lnTo>
                    <a:lnTo>
                      <a:pt x="16960" y="7167"/>
                    </a:lnTo>
                    <a:lnTo>
                      <a:pt x="14909" y="7032"/>
                    </a:lnTo>
                    <a:lnTo>
                      <a:pt x="13617" y="7032"/>
                    </a:lnTo>
                    <a:lnTo>
                      <a:pt x="12561" y="7384"/>
                    </a:lnTo>
                    <a:lnTo>
                      <a:pt x="11344" y="8181"/>
                    </a:lnTo>
                    <a:lnTo>
                      <a:pt x="10077" y="7730"/>
                    </a:lnTo>
                    <a:lnTo>
                      <a:pt x="8903" y="7445"/>
                    </a:lnTo>
                    <a:lnTo>
                      <a:pt x="7476" y="7829"/>
                    </a:lnTo>
                    <a:lnTo>
                      <a:pt x="5499" y="6438"/>
                    </a:lnTo>
                    <a:cubicBezTo>
                      <a:pt x="5499" y="6438"/>
                      <a:pt x="4060" y="7631"/>
                      <a:pt x="3992" y="7680"/>
                    </a:cubicBezTo>
                    <a:cubicBezTo>
                      <a:pt x="3924" y="7724"/>
                      <a:pt x="3355" y="7748"/>
                      <a:pt x="3355" y="7748"/>
                    </a:cubicBezTo>
                    <a:lnTo>
                      <a:pt x="3102" y="7890"/>
                    </a:lnTo>
                    <a:lnTo>
                      <a:pt x="3288" y="8545"/>
                    </a:lnTo>
                    <a:lnTo>
                      <a:pt x="3714" y="9157"/>
                    </a:lnTo>
                    <a:lnTo>
                      <a:pt x="5586" y="9385"/>
                    </a:lnTo>
                    <a:lnTo>
                      <a:pt x="3609" y="9268"/>
                    </a:lnTo>
                    <a:lnTo>
                      <a:pt x="3096" y="8588"/>
                    </a:lnTo>
                    <a:lnTo>
                      <a:pt x="2837" y="7890"/>
                    </a:lnTo>
                    <a:lnTo>
                      <a:pt x="2064" y="8002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52"/>
              <p:cNvSpPr/>
              <p:nvPr/>
            </p:nvSpPr>
            <p:spPr>
              <a:xfrm>
                <a:off x="1566562" y="2542026"/>
                <a:ext cx="480022" cy="511488"/>
              </a:xfrm>
              <a:custGeom>
                <a:avLst/>
                <a:gdLst/>
                <a:ahLst/>
                <a:cxnLst/>
                <a:rect l="l" t="t" r="r" b="b"/>
                <a:pathLst>
                  <a:path w="7353" h="7835" extrusionOk="0">
                    <a:moveTo>
                      <a:pt x="7352" y="1342"/>
                    </a:moveTo>
                    <a:lnTo>
                      <a:pt x="4813" y="798"/>
                    </a:lnTo>
                    <a:lnTo>
                      <a:pt x="2292" y="1"/>
                    </a:lnTo>
                    <a:lnTo>
                      <a:pt x="0" y="637"/>
                    </a:lnTo>
                    <a:lnTo>
                      <a:pt x="254" y="6871"/>
                    </a:lnTo>
                    <a:lnTo>
                      <a:pt x="766" y="6445"/>
                    </a:lnTo>
                    <a:lnTo>
                      <a:pt x="2743" y="7835"/>
                    </a:lnTo>
                    <a:lnTo>
                      <a:pt x="4152" y="7458"/>
                    </a:lnTo>
                    <a:lnTo>
                      <a:pt x="5313" y="7736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52"/>
              <p:cNvSpPr/>
              <p:nvPr/>
            </p:nvSpPr>
            <p:spPr>
              <a:xfrm>
                <a:off x="1988418" y="2731604"/>
                <a:ext cx="208186" cy="344104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271" extrusionOk="0">
                    <a:moveTo>
                      <a:pt x="3188" y="1792"/>
                    </a:moveTo>
                    <a:lnTo>
                      <a:pt x="2509" y="921"/>
                    </a:lnTo>
                    <a:lnTo>
                      <a:pt x="1860" y="1"/>
                    </a:lnTo>
                    <a:cubicBezTo>
                      <a:pt x="1391" y="1310"/>
                      <a:pt x="439" y="3973"/>
                      <a:pt x="1" y="5221"/>
                    </a:cubicBezTo>
                    <a:lnTo>
                      <a:pt x="130" y="5271"/>
                    </a:lnTo>
                    <a:lnTo>
                      <a:pt x="1354" y="4474"/>
                    </a:lnTo>
                    <a:lnTo>
                      <a:pt x="2348" y="4140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52"/>
              <p:cNvSpPr/>
              <p:nvPr/>
            </p:nvSpPr>
            <p:spPr>
              <a:xfrm>
                <a:off x="1257579" y="2621474"/>
                <a:ext cx="127562" cy="325956"/>
              </a:xfrm>
              <a:custGeom>
                <a:avLst/>
                <a:gdLst/>
                <a:ahLst/>
                <a:cxnLst/>
                <a:rect l="l" t="t" r="r" b="b"/>
                <a:pathLst>
                  <a:path w="1954" h="4993" extrusionOk="0">
                    <a:moveTo>
                      <a:pt x="1" y="2874"/>
                    </a:moveTo>
                    <a:lnTo>
                      <a:pt x="495" y="3529"/>
                    </a:lnTo>
                    <a:lnTo>
                      <a:pt x="897" y="4653"/>
                    </a:lnTo>
                    <a:lnTo>
                      <a:pt x="1830" y="4993"/>
                    </a:lnTo>
                    <a:lnTo>
                      <a:pt x="1953" y="1"/>
                    </a:lnTo>
                    <a:lnTo>
                      <a:pt x="1224" y="1274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52"/>
              <p:cNvSpPr/>
              <p:nvPr/>
            </p:nvSpPr>
            <p:spPr>
              <a:xfrm>
                <a:off x="1353610" y="1874585"/>
                <a:ext cx="370282" cy="807479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12369" extrusionOk="0">
                    <a:moveTo>
                      <a:pt x="5672" y="7649"/>
                    </a:moveTo>
                    <a:cubicBezTo>
                      <a:pt x="5672" y="7649"/>
                      <a:pt x="3670" y="6141"/>
                      <a:pt x="3367" y="4350"/>
                    </a:cubicBezTo>
                    <a:cubicBezTo>
                      <a:pt x="3058" y="2564"/>
                      <a:pt x="3602" y="0"/>
                      <a:pt x="3602" y="0"/>
                    </a:cubicBezTo>
                    <a:cubicBezTo>
                      <a:pt x="3602" y="0"/>
                      <a:pt x="0" y="7179"/>
                      <a:pt x="890" y="9379"/>
                    </a:cubicBezTo>
                    <a:cubicBezTo>
                      <a:pt x="1773" y="11578"/>
                      <a:pt x="3472" y="12369"/>
                      <a:pt x="3472" y="1236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52"/>
              <p:cNvSpPr/>
              <p:nvPr/>
            </p:nvSpPr>
            <p:spPr>
              <a:xfrm>
                <a:off x="1318488" y="2190353"/>
                <a:ext cx="850696" cy="1099553"/>
              </a:xfrm>
              <a:custGeom>
                <a:avLst/>
                <a:gdLst/>
                <a:ahLst/>
                <a:cxnLst/>
                <a:rect l="l" t="t" r="r" b="b"/>
                <a:pathLst>
                  <a:path w="13031" h="16843" extrusionOk="0">
                    <a:moveTo>
                      <a:pt x="6494" y="16842"/>
                    </a:moveTo>
                    <a:lnTo>
                      <a:pt x="1" y="13753"/>
                    </a:lnTo>
                    <a:lnTo>
                      <a:pt x="6531" y="1"/>
                    </a:lnTo>
                    <a:lnTo>
                      <a:pt x="13030" y="30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52"/>
              <p:cNvSpPr/>
              <p:nvPr/>
            </p:nvSpPr>
            <p:spPr>
              <a:xfrm>
                <a:off x="1556835" y="2283902"/>
                <a:ext cx="429624" cy="924531"/>
              </a:xfrm>
              <a:custGeom>
                <a:avLst/>
                <a:gdLst/>
                <a:ahLst/>
                <a:cxnLst/>
                <a:rect l="l" t="t" r="r" b="b"/>
                <a:pathLst>
                  <a:path w="6581" h="14162" extrusionOk="0">
                    <a:moveTo>
                      <a:pt x="217" y="14161"/>
                    </a:moveTo>
                    <a:lnTo>
                      <a:pt x="6581" y="322"/>
                    </a:lnTo>
                    <a:lnTo>
                      <a:pt x="5907" y="1"/>
                    </a:lnTo>
                    <a:lnTo>
                      <a:pt x="2046" y="8335"/>
                    </a:lnTo>
                    <a:lnTo>
                      <a:pt x="2552" y="8397"/>
                    </a:lnTo>
                    <a:lnTo>
                      <a:pt x="1" y="14056"/>
                    </a:lnTo>
                    <a:close/>
                  </a:path>
                </a:pathLst>
              </a:custGeom>
              <a:solidFill>
                <a:srgbClr val="F7F9F7">
                  <a:alpha val="1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52"/>
              <p:cNvSpPr/>
              <p:nvPr/>
            </p:nvSpPr>
            <p:spPr>
              <a:xfrm>
                <a:off x="1618592" y="2329925"/>
                <a:ext cx="550593" cy="959979"/>
              </a:xfrm>
              <a:custGeom>
                <a:avLst/>
                <a:gdLst/>
                <a:ahLst/>
                <a:cxnLst/>
                <a:rect l="l" t="t" r="r" b="b"/>
                <a:pathLst>
                  <a:path w="8434" h="14705" extrusionOk="0">
                    <a:moveTo>
                      <a:pt x="0" y="13802"/>
                    </a:moveTo>
                    <a:lnTo>
                      <a:pt x="1897" y="14704"/>
                    </a:lnTo>
                    <a:lnTo>
                      <a:pt x="8433" y="945"/>
                    </a:lnTo>
                    <a:lnTo>
                      <a:pt x="6444" y="0"/>
                    </a:lnTo>
                    <a:close/>
                  </a:path>
                </a:pathLst>
              </a:custGeom>
              <a:solidFill>
                <a:srgbClr val="F7F9F7">
                  <a:alpha val="1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52"/>
              <p:cNvSpPr/>
              <p:nvPr/>
            </p:nvSpPr>
            <p:spPr>
              <a:xfrm>
                <a:off x="1740801" y="2043143"/>
                <a:ext cx="459850" cy="357030"/>
              </a:xfrm>
              <a:custGeom>
                <a:avLst/>
                <a:gdLst/>
                <a:ahLst/>
                <a:cxnLst/>
                <a:rect l="l" t="t" r="r" b="b"/>
                <a:pathLst>
                  <a:path w="7044" h="5469" extrusionOk="0">
                    <a:moveTo>
                      <a:pt x="7043" y="2373"/>
                    </a:moveTo>
                    <a:lnTo>
                      <a:pt x="2057" y="1"/>
                    </a:lnTo>
                    <a:lnTo>
                      <a:pt x="62" y="2249"/>
                    </a:lnTo>
                    <a:cubicBezTo>
                      <a:pt x="0" y="2379"/>
                      <a:pt x="1403" y="3182"/>
                      <a:pt x="3200" y="4029"/>
                    </a:cubicBezTo>
                    <a:cubicBezTo>
                      <a:pt x="4992" y="4881"/>
                      <a:pt x="6500" y="5468"/>
                      <a:pt x="6567" y="532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52"/>
              <p:cNvSpPr/>
              <p:nvPr/>
            </p:nvSpPr>
            <p:spPr>
              <a:xfrm>
                <a:off x="1815419" y="2101243"/>
                <a:ext cx="385232" cy="299320"/>
              </a:xfrm>
              <a:custGeom>
                <a:avLst/>
                <a:gdLst/>
                <a:ahLst/>
                <a:cxnLst/>
                <a:rect l="l" t="t" r="r" b="b"/>
                <a:pathLst>
                  <a:path w="5901" h="4585" extrusionOk="0">
                    <a:moveTo>
                      <a:pt x="2774" y="0"/>
                    </a:moveTo>
                    <a:lnTo>
                      <a:pt x="2626" y="136"/>
                    </a:lnTo>
                    <a:lnTo>
                      <a:pt x="3633" y="1267"/>
                    </a:lnTo>
                    <a:lnTo>
                      <a:pt x="3787" y="2360"/>
                    </a:lnTo>
                    <a:lnTo>
                      <a:pt x="2280" y="2515"/>
                    </a:lnTo>
                    <a:lnTo>
                      <a:pt x="1032" y="2268"/>
                    </a:lnTo>
                    <a:lnTo>
                      <a:pt x="0" y="2107"/>
                    </a:lnTo>
                    <a:cubicBezTo>
                      <a:pt x="550" y="2410"/>
                      <a:pt x="1260" y="2768"/>
                      <a:pt x="2051" y="3151"/>
                    </a:cubicBezTo>
                    <a:cubicBezTo>
                      <a:pt x="3843" y="3997"/>
                      <a:pt x="5344" y="4584"/>
                      <a:pt x="5418" y="4448"/>
                    </a:cubicBezTo>
                    <a:lnTo>
                      <a:pt x="5900" y="1483"/>
                    </a:lnTo>
                    <a:close/>
                    <a:moveTo>
                      <a:pt x="2465" y="1885"/>
                    </a:moveTo>
                    <a:lnTo>
                      <a:pt x="2292" y="1329"/>
                    </a:lnTo>
                    <a:lnTo>
                      <a:pt x="1168" y="1452"/>
                    </a:lnTo>
                    <a:lnTo>
                      <a:pt x="1699" y="1885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52"/>
              <p:cNvSpPr/>
              <p:nvPr/>
            </p:nvSpPr>
            <p:spPr>
              <a:xfrm>
                <a:off x="1871432" y="2036680"/>
                <a:ext cx="332418" cy="167841"/>
              </a:xfrm>
              <a:custGeom>
                <a:avLst/>
                <a:gdLst/>
                <a:ahLst/>
                <a:cxnLst/>
                <a:rect l="l" t="t" r="r" b="b"/>
                <a:pathLst>
                  <a:path w="5092" h="2571" extrusionOk="0">
                    <a:moveTo>
                      <a:pt x="5042" y="2472"/>
                    </a:moveTo>
                    <a:cubicBezTo>
                      <a:pt x="4999" y="2571"/>
                      <a:pt x="3837" y="2132"/>
                      <a:pt x="2460" y="1471"/>
                    </a:cubicBezTo>
                    <a:cubicBezTo>
                      <a:pt x="1082" y="816"/>
                      <a:pt x="1" y="205"/>
                      <a:pt x="44" y="100"/>
                    </a:cubicBezTo>
                    <a:cubicBezTo>
                      <a:pt x="94" y="1"/>
                      <a:pt x="1255" y="439"/>
                      <a:pt x="2633" y="1094"/>
                    </a:cubicBezTo>
                    <a:cubicBezTo>
                      <a:pt x="4017" y="1749"/>
                      <a:pt x="5092" y="2367"/>
                      <a:pt x="5042" y="247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52"/>
              <p:cNvSpPr/>
              <p:nvPr/>
            </p:nvSpPr>
            <p:spPr>
              <a:xfrm>
                <a:off x="1859746" y="2231481"/>
                <a:ext cx="613133" cy="612350"/>
              </a:xfrm>
              <a:custGeom>
                <a:avLst/>
                <a:gdLst/>
                <a:ahLst/>
                <a:cxnLst/>
                <a:rect l="l" t="t" r="r" b="b"/>
                <a:pathLst>
                  <a:path w="9392" h="9380" extrusionOk="0">
                    <a:moveTo>
                      <a:pt x="2101" y="3671"/>
                    </a:moveTo>
                    <a:cubicBezTo>
                      <a:pt x="2101" y="3671"/>
                      <a:pt x="4634" y="4165"/>
                      <a:pt x="6222" y="3170"/>
                    </a:cubicBezTo>
                    <a:cubicBezTo>
                      <a:pt x="7804" y="2169"/>
                      <a:pt x="9391" y="1"/>
                      <a:pt x="9391" y="1"/>
                    </a:cubicBezTo>
                    <a:cubicBezTo>
                      <a:pt x="9391" y="1"/>
                      <a:pt x="6364" y="7711"/>
                      <a:pt x="4072" y="8545"/>
                    </a:cubicBezTo>
                    <a:cubicBezTo>
                      <a:pt x="1780" y="9379"/>
                      <a:pt x="1" y="8625"/>
                      <a:pt x="1" y="862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52"/>
              <p:cNvSpPr/>
              <p:nvPr/>
            </p:nvSpPr>
            <p:spPr>
              <a:xfrm>
                <a:off x="1941611" y="2062923"/>
                <a:ext cx="262240" cy="142055"/>
              </a:xfrm>
              <a:custGeom>
                <a:avLst/>
                <a:gdLst/>
                <a:ahLst/>
                <a:cxnLst/>
                <a:rect l="l" t="t" r="r" b="b"/>
                <a:pathLst>
                  <a:path w="4017" h="2176" extrusionOk="0">
                    <a:moveTo>
                      <a:pt x="3967" y="2070"/>
                    </a:moveTo>
                    <a:cubicBezTo>
                      <a:pt x="4017" y="1965"/>
                      <a:pt x="2942" y="1347"/>
                      <a:pt x="1558" y="692"/>
                    </a:cubicBezTo>
                    <a:cubicBezTo>
                      <a:pt x="971" y="414"/>
                      <a:pt x="433" y="173"/>
                      <a:pt x="1" y="0"/>
                    </a:cubicBezTo>
                    <a:cubicBezTo>
                      <a:pt x="32" y="99"/>
                      <a:pt x="199" y="204"/>
                      <a:pt x="347" y="315"/>
                    </a:cubicBezTo>
                    <a:cubicBezTo>
                      <a:pt x="507" y="433"/>
                      <a:pt x="934" y="538"/>
                      <a:pt x="977" y="563"/>
                    </a:cubicBezTo>
                    <a:cubicBezTo>
                      <a:pt x="1026" y="587"/>
                      <a:pt x="1131" y="785"/>
                      <a:pt x="1076" y="773"/>
                    </a:cubicBezTo>
                    <a:cubicBezTo>
                      <a:pt x="1014" y="754"/>
                      <a:pt x="693" y="717"/>
                      <a:pt x="693" y="717"/>
                    </a:cubicBezTo>
                    <a:cubicBezTo>
                      <a:pt x="693" y="717"/>
                      <a:pt x="693" y="723"/>
                      <a:pt x="705" y="729"/>
                    </a:cubicBezTo>
                    <a:cubicBezTo>
                      <a:pt x="921" y="841"/>
                      <a:pt x="1144" y="946"/>
                      <a:pt x="1385" y="1063"/>
                    </a:cubicBezTo>
                    <a:cubicBezTo>
                      <a:pt x="2762" y="1730"/>
                      <a:pt x="3912" y="2175"/>
                      <a:pt x="3967" y="2070"/>
                    </a:cubicBez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52"/>
              <p:cNvSpPr/>
              <p:nvPr/>
            </p:nvSpPr>
            <p:spPr>
              <a:xfrm>
                <a:off x="1255075" y="2925725"/>
                <a:ext cx="775100" cy="381550"/>
              </a:xfrm>
              <a:custGeom>
                <a:avLst/>
                <a:gdLst/>
                <a:ahLst/>
                <a:cxnLst/>
                <a:rect l="l" t="t" r="r" b="b"/>
                <a:pathLst>
                  <a:path w="31004" h="15262" extrusionOk="0">
                    <a:moveTo>
                      <a:pt x="2429" y="0"/>
                    </a:moveTo>
                    <a:lnTo>
                      <a:pt x="17716" y="4524"/>
                    </a:lnTo>
                    <a:lnTo>
                      <a:pt x="20407" y="4263"/>
                    </a:lnTo>
                    <a:lnTo>
                      <a:pt x="22312" y="4429"/>
                    </a:lnTo>
                    <a:lnTo>
                      <a:pt x="23955" y="4191"/>
                    </a:lnTo>
                    <a:lnTo>
                      <a:pt x="26575" y="4858"/>
                    </a:lnTo>
                    <a:lnTo>
                      <a:pt x="31004" y="6382"/>
                    </a:lnTo>
                    <a:lnTo>
                      <a:pt x="30293" y="10309"/>
                    </a:lnTo>
                    <a:lnTo>
                      <a:pt x="19625" y="15262"/>
                    </a:lnTo>
                    <a:lnTo>
                      <a:pt x="0" y="7054"/>
                    </a:lnTo>
                    <a:lnTo>
                      <a:pt x="571" y="229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95" name="Google Shape;1395;p52"/>
              <p:cNvSpPr/>
              <p:nvPr/>
            </p:nvSpPr>
            <p:spPr>
              <a:xfrm>
                <a:off x="427966" y="3088173"/>
                <a:ext cx="918851" cy="486420"/>
              </a:xfrm>
              <a:custGeom>
                <a:avLst/>
                <a:gdLst/>
                <a:ahLst/>
                <a:cxnLst/>
                <a:rect l="l" t="t" r="r" b="b"/>
                <a:pathLst>
                  <a:path w="14075" h="7451" extrusionOk="0">
                    <a:moveTo>
                      <a:pt x="14074" y="0"/>
                    </a:moveTo>
                    <a:lnTo>
                      <a:pt x="12727" y="748"/>
                    </a:lnTo>
                    <a:cubicBezTo>
                      <a:pt x="12727" y="748"/>
                      <a:pt x="10380" y="1631"/>
                      <a:pt x="10250" y="1631"/>
                    </a:cubicBezTo>
                    <a:cubicBezTo>
                      <a:pt x="10120" y="1631"/>
                      <a:pt x="8940" y="2101"/>
                      <a:pt x="8940" y="2101"/>
                    </a:cubicBezTo>
                    <a:lnTo>
                      <a:pt x="7309" y="3231"/>
                    </a:lnTo>
                    <a:lnTo>
                      <a:pt x="5239" y="3917"/>
                    </a:lnTo>
                    <a:lnTo>
                      <a:pt x="3324" y="6580"/>
                    </a:lnTo>
                    <a:cubicBezTo>
                      <a:pt x="3324" y="6580"/>
                      <a:pt x="2070" y="6827"/>
                      <a:pt x="1848" y="6827"/>
                    </a:cubicBezTo>
                    <a:cubicBezTo>
                      <a:pt x="1631" y="6827"/>
                      <a:pt x="0" y="7451"/>
                      <a:pt x="0" y="7451"/>
                    </a:cubicBezTo>
                    <a:lnTo>
                      <a:pt x="1879" y="6950"/>
                    </a:lnTo>
                    <a:lnTo>
                      <a:pt x="3571" y="6734"/>
                    </a:lnTo>
                    <a:lnTo>
                      <a:pt x="5450" y="4040"/>
                    </a:lnTo>
                    <a:lnTo>
                      <a:pt x="7482" y="3355"/>
                    </a:lnTo>
                    <a:lnTo>
                      <a:pt x="9082" y="2193"/>
                    </a:lnTo>
                    <a:lnTo>
                      <a:pt x="10244" y="1977"/>
                    </a:lnTo>
                    <a:lnTo>
                      <a:pt x="10429" y="2539"/>
                    </a:lnTo>
                    <a:lnTo>
                      <a:pt x="10275" y="3200"/>
                    </a:lnTo>
                    <a:lnTo>
                      <a:pt x="10929" y="3732"/>
                    </a:lnTo>
                    <a:lnTo>
                      <a:pt x="11214" y="4263"/>
                    </a:lnTo>
                    <a:lnTo>
                      <a:pt x="11399" y="4232"/>
                    </a:lnTo>
                    <a:lnTo>
                      <a:pt x="12746" y="4794"/>
                    </a:lnTo>
                    <a:lnTo>
                      <a:pt x="13963" y="5455"/>
                    </a:lnTo>
                    <a:lnTo>
                      <a:pt x="12839" y="4634"/>
                    </a:lnTo>
                    <a:lnTo>
                      <a:pt x="11424" y="3979"/>
                    </a:lnTo>
                    <a:lnTo>
                      <a:pt x="11109" y="3540"/>
                    </a:lnTo>
                    <a:lnTo>
                      <a:pt x="10571" y="3250"/>
                    </a:lnTo>
                    <a:lnTo>
                      <a:pt x="10670" y="2502"/>
                    </a:lnTo>
                    <a:lnTo>
                      <a:pt x="10608" y="1816"/>
                    </a:lnTo>
                    <a:lnTo>
                      <a:pt x="12832" y="902"/>
                    </a:lnTo>
                    <a:cubicBezTo>
                      <a:pt x="12832" y="902"/>
                      <a:pt x="13209" y="655"/>
                      <a:pt x="13425" y="525"/>
                    </a:cubicBezTo>
                    <a:cubicBezTo>
                      <a:pt x="13666" y="402"/>
                      <a:pt x="14074" y="0"/>
                      <a:pt x="14074" y="0"/>
                    </a:cubicBez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52"/>
              <p:cNvSpPr/>
              <p:nvPr/>
            </p:nvSpPr>
            <p:spPr>
              <a:xfrm>
                <a:off x="1086995" y="3415235"/>
                <a:ext cx="75858" cy="104517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601" extrusionOk="0">
                    <a:moveTo>
                      <a:pt x="1162" y="0"/>
                    </a:moveTo>
                    <a:lnTo>
                      <a:pt x="309" y="884"/>
                    </a:lnTo>
                    <a:lnTo>
                      <a:pt x="0" y="1601"/>
                    </a:lnTo>
                    <a:lnTo>
                      <a:pt x="594" y="847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52"/>
              <p:cNvSpPr/>
              <p:nvPr/>
            </p:nvSpPr>
            <p:spPr>
              <a:xfrm>
                <a:off x="1044627" y="2718678"/>
                <a:ext cx="241676" cy="104583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1602" extrusionOk="0">
                    <a:moveTo>
                      <a:pt x="2182" y="1601"/>
                    </a:moveTo>
                    <a:lnTo>
                      <a:pt x="2447" y="1447"/>
                    </a:lnTo>
                    <a:lnTo>
                      <a:pt x="3454" y="1447"/>
                    </a:lnTo>
                    <a:lnTo>
                      <a:pt x="3701" y="1144"/>
                    </a:lnTo>
                    <a:lnTo>
                      <a:pt x="3047" y="989"/>
                    </a:lnTo>
                    <a:lnTo>
                      <a:pt x="1811" y="470"/>
                    </a:lnTo>
                    <a:lnTo>
                      <a:pt x="958" y="94"/>
                    </a:lnTo>
                    <a:lnTo>
                      <a:pt x="1" y="1"/>
                    </a:lnTo>
                    <a:lnTo>
                      <a:pt x="977" y="211"/>
                    </a:lnTo>
                    <a:lnTo>
                      <a:pt x="1780" y="532"/>
                    </a:lnTo>
                    <a:lnTo>
                      <a:pt x="2985" y="1113"/>
                    </a:lnTo>
                    <a:lnTo>
                      <a:pt x="2830" y="1249"/>
                    </a:lnTo>
                    <a:lnTo>
                      <a:pt x="2385" y="1206"/>
                    </a:lnTo>
                    <a:lnTo>
                      <a:pt x="2120" y="1416"/>
                    </a:lnTo>
                    <a:lnTo>
                      <a:pt x="668" y="1416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98" name="Google Shape;1398;p52"/>
          <p:cNvSpPr/>
          <p:nvPr/>
        </p:nvSpPr>
        <p:spPr>
          <a:xfrm>
            <a:off x="1148687" y="2045232"/>
            <a:ext cx="1486710" cy="2716047"/>
          </a:xfrm>
          <a:custGeom>
            <a:avLst/>
            <a:gdLst/>
            <a:ahLst/>
            <a:cxnLst/>
            <a:rect l="l" t="t" r="r" b="b"/>
            <a:pathLst>
              <a:path w="12870" h="23512" extrusionOk="0">
                <a:moveTo>
                  <a:pt x="8786" y="779"/>
                </a:moveTo>
                <a:cubicBezTo>
                  <a:pt x="8785" y="780"/>
                  <a:pt x="8785" y="780"/>
                  <a:pt x="8785" y="780"/>
                </a:cubicBezTo>
                <a:lnTo>
                  <a:pt x="8785" y="780"/>
                </a:lnTo>
                <a:cubicBezTo>
                  <a:pt x="8785" y="780"/>
                  <a:pt x="8785" y="780"/>
                  <a:pt x="8786" y="779"/>
                </a:cubicBezTo>
                <a:close/>
                <a:moveTo>
                  <a:pt x="7983" y="1243"/>
                </a:moveTo>
                <a:lnTo>
                  <a:pt x="7983" y="1243"/>
                </a:lnTo>
                <a:cubicBezTo>
                  <a:pt x="7983" y="1243"/>
                  <a:pt x="7983" y="1244"/>
                  <a:pt x="7983" y="1245"/>
                </a:cubicBezTo>
                <a:lnTo>
                  <a:pt x="7983" y="1245"/>
                </a:lnTo>
                <a:cubicBezTo>
                  <a:pt x="7983" y="1244"/>
                  <a:pt x="7983" y="1243"/>
                  <a:pt x="7983" y="1243"/>
                </a:cubicBezTo>
                <a:close/>
                <a:moveTo>
                  <a:pt x="10503" y="1472"/>
                </a:moveTo>
                <a:cubicBezTo>
                  <a:pt x="10502" y="1472"/>
                  <a:pt x="10500" y="1474"/>
                  <a:pt x="10497" y="1478"/>
                </a:cubicBezTo>
                <a:lnTo>
                  <a:pt x="10497" y="1478"/>
                </a:lnTo>
                <a:cubicBezTo>
                  <a:pt x="10501" y="1474"/>
                  <a:pt x="10503" y="1472"/>
                  <a:pt x="10503" y="1472"/>
                </a:cubicBezTo>
                <a:close/>
                <a:moveTo>
                  <a:pt x="1567" y="1"/>
                </a:moveTo>
                <a:cubicBezTo>
                  <a:pt x="1504" y="1"/>
                  <a:pt x="1427" y="16"/>
                  <a:pt x="1335" y="50"/>
                </a:cubicBezTo>
                <a:cubicBezTo>
                  <a:pt x="1162" y="112"/>
                  <a:pt x="1193" y="112"/>
                  <a:pt x="1100" y="711"/>
                </a:cubicBezTo>
                <a:cubicBezTo>
                  <a:pt x="1090" y="676"/>
                  <a:pt x="1050" y="659"/>
                  <a:pt x="1011" y="659"/>
                </a:cubicBezTo>
                <a:cubicBezTo>
                  <a:pt x="981" y="659"/>
                  <a:pt x="952" y="668"/>
                  <a:pt x="933" y="687"/>
                </a:cubicBezTo>
                <a:cubicBezTo>
                  <a:pt x="834" y="779"/>
                  <a:pt x="878" y="965"/>
                  <a:pt x="779" y="1057"/>
                </a:cubicBezTo>
                <a:cubicBezTo>
                  <a:pt x="748" y="1088"/>
                  <a:pt x="569" y="1162"/>
                  <a:pt x="618" y="1329"/>
                </a:cubicBezTo>
                <a:cubicBezTo>
                  <a:pt x="569" y="1471"/>
                  <a:pt x="482" y="1879"/>
                  <a:pt x="544" y="1978"/>
                </a:cubicBezTo>
                <a:cubicBezTo>
                  <a:pt x="600" y="2058"/>
                  <a:pt x="711" y="2046"/>
                  <a:pt x="661" y="2194"/>
                </a:cubicBezTo>
                <a:cubicBezTo>
                  <a:pt x="353" y="3152"/>
                  <a:pt x="328" y="3207"/>
                  <a:pt x="316" y="3343"/>
                </a:cubicBezTo>
                <a:cubicBezTo>
                  <a:pt x="254" y="3739"/>
                  <a:pt x="390" y="3788"/>
                  <a:pt x="0" y="4603"/>
                </a:cubicBezTo>
                <a:cubicBezTo>
                  <a:pt x="482" y="4381"/>
                  <a:pt x="810" y="3831"/>
                  <a:pt x="754" y="3294"/>
                </a:cubicBezTo>
                <a:cubicBezTo>
                  <a:pt x="804" y="3269"/>
                  <a:pt x="847" y="3250"/>
                  <a:pt x="884" y="3232"/>
                </a:cubicBezTo>
                <a:cubicBezTo>
                  <a:pt x="822" y="2942"/>
                  <a:pt x="699" y="3022"/>
                  <a:pt x="964" y="2966"/>
                </a:cubicBezTo>
                <a:cubicBezTo>
                  <a:pt x="918" y="2781"/>
                  <a:pt x="868" y="2761"/>
                  <a:pt x="872" y="2761"/>
                </a:cubicBezTo>
                <a:lnTo>
                  <a:pt x="872" y="2761"/>
                </a:lnTo>
                <a:cubicBezTo>
                  <a:pt x="873" y="2761"/>
                  <a:pt x="878" y="2762"/>
                  <a:pt x="889" y="2762"/>
                </a:cubicBezTo>
                <a:cubicBezTo>
                  <a:pt x="912" y="2762"/>
                  <a:pt x="958" y="2755"/>
                  <a:pt x="1038" y="2713"/>
                </a:cubicBezTo>
                <a:cubicBezTo>
                  <a:pt x="977" y="2565"/>
                  <a:pt x="995" y="2398"/>
                  <a:pt x="1069" y="2262"/>
                </a:cubicBezTo>
                <a:cubicBezTo>
                  <a:pt x="1093" y="2281"/>
                  <a:pt x="1127" y="2289"/>
                  <a:pt x="1159" y="2289"/>
                </a:cubicBezTo>
                <a:cubicBezTo>
                  <a:pt x="1168" y="2289"/>
                  <a:pt x="1178" y="2288"/>
                  <a:pt x="1187" y="2287"/>
                </a:cubicBezTo>
                <a:cubicBezTo>
                  <a:pt x="1285" y="2651"/>
                  <a:pt x="1360" y="3028"/>
                  <a:pt x="1391" y="3399"/>
                </a:cubicBezTo>
                <a:cubicBezTo>
                  <a:pt x="1248" y="3479"/>
                  <a:pt x="1131" y="3609"/>
                  <a:pt x="1069" y="3757"/>
                </a:cubicBezTo>
                <a:cubicBezTo>
                  <a:pt x="1128" y="3728"/>
                  <a:pt x="1192" y="3714"/>
                  <a:pt x="1257" y="3714"/>
                </a:cubicBezTo>
                <a:cubicBezTo>
                  <a:pt x="1328" y="3714"/>
                  <a:pt x="1400" y="3731"/>
                  <a:pt x="1465" y="3763"/>
                </a:cubicBezTo>
                <a:cubicBezTo>
                  <a:pt x="1248" y="4047"/>
                  <a:pt x="1496" y="4387"/>
                  <a:pt x="1718" y="4634"/>
                </a:cubicBezTo>
                <a:cubicBezTo>
                  <a:pt x="1693" y="4465"/>
                  <a:pt x="1765" y="4186"/>
                  <a:pt x="1884" y="4186"/>
                </a:cubicBezTo>
                <a:cubicBezTo>
                  <a:pt x="1913" y="4186"/>
                  <a:pt x="1944" y="4202"/>
                  <a:pt x="1977" y="4239"/>
                </a:cubicBezTo>
                <a:cubicBezTo>
                  <a:pt x="2410" y="4746"/>
                  <a:pt x="2453" y="4888"/>
                  <a:pt x="3170" y="4912"/>
                </a:cubicBezTo>
                <a:cubicBezTo>
                  <a:pt x="4040" y="4947"/>
                  <a:pt x="4397" y="4965"/>
                  <a:pt x="4541" y="4965"/>
                </a:cubicBezTo>
                <a:cubicBezTo>
                  <a:pt x="4729" y="4965"/>
                  <a:pt x="4551" y="4935"/>
                  <a:pt x="4677" y="4875"/>
                </a:cubicBezTo>
                <a:lnTo>
                  <a:pt x="4677" y="4875"/>
                </a:lnTo>
                <a:cubicBezTo>
                  <a:pt x="4918" y="5932"/>
                  <a:pt x="4591" y="7662"/>
                  <a:pt x="4158" y="8798"/>
                </a:cubicBezTo>
                <a:cubicBezTo>
                  <a:pt x="4263" y="8792"/>
                  <a:pt x="4356" y="8761"/>
                  <a:pt x="4436" y="8706"/>
                </a:cubicBezTo>
                <a:lnTo>
                  <a:pt x="4436" y="8706"/>
                </a:lnTo>
                <a:cubicBezTo>
                  <a:pt x="4517" y="8916"/>
                  <a:pt x="4356" y="9113"/>
                  <a:pt x="4245" y="9305"/>
                </a:cubicBezTo>
                <a:cubicBezTo>
                  <a:pt x="4109" y="9564"/>
                  <a:pt x="4059" y="9892"/>
                  <a:pt x="4109" y="9929"/>
                </a:cubicBezTo>
                <a:cubicBezTo>
                  <a:pt x="4117" y="9939"/>
                  <a:pt x="4125" y="9943"/>
                  <a:pt x="4136" y="9943"/>
                </a:cubicBezTo>
                <a:cubicBezTo>
                  <a:pt x="4169" y="9943"/>
                  <a:pt x="4230" y="9905"/>
                  <a:pt x="4399" y="9836"/>
                </a:cubicBezTo>
                <a:lnTo>
                  <a:pt x="4399" y="9836"/>
                </a:lnTo>
                <a:cubicBezTo>
                  <a:pt x="3559" y="11474"/>
                  <a:pt x="3096" y="14087"/>
                  <a:pt x="3219" y="15668"/>
                </a:cubicBezTo>
                <a:cubicBezTo>
                  <a:pt x="3386" y="17800"/>
                  <a:pt x="4467" y="20494"/>
                  <a:pt x="4918" y="22365"/>
                </a:cubicBezTo>
                <a:cubicBezTo>
                  <a:pt x="5098" y="21857"/>
                  <a:pt x="5099" y="21626"/>
                  <a:pt x="5128" y="21626"/>
                </a:cubicBezTo>
                <a:cubicBezTo>
                  <a:pt x="5148" y="21626"/>
                  <a:pt x="5182" y="21735"/>
                  <a:pt x="5295" y="21939"/>
                </a:cubicBezTo>
                <a:cubicBezTo>
                  <a:pt x="5332" y="21803"/>
                  <a:pt x="5363" y="21661"/>
                  <a:pt x="5406" y="21525"/>
                </a:cubicBezTo>
                <a:lnTo>
                  <a:pt x="5406" y="21525"/>
                </a:lnTo>
                <a:cubicBezTo>
                  <a:pt x="5592" y="21562"/>
                  <a:pt x="5511" y="22174"/>
                  <a:pt x="5357" y="22489"/>
                </a:cubicBezTo>
                <a:cubicBezTo>
                  <a:pt x="5326" y="22545"/>
                  <a:pt x="5295" y="22606"/>
                  <a:pt x="5301" y="22656"/>
                </a:cubicBezTo>
                <a:cubicBezTo>
                  <a:pt x="5320" y="22792"/>
                  <a:pt x="5487" y="22823"/>
                  <a:pt x="5623" y="22823"/>
                </a:cubicBezTo>
                <a:cubicBezTo>
                  <a:pt x="6840" y="22810"/>
                  <a:pt x="6104" y="21785"/>
                  <a:pt x="6586" y="21068"/>
                </a:cubicBezTo>
                <a:cubicBezTo>
                  <a:pt x="6796" y="20765"/>
                  <a:pt x="7050" y="20568"/>
                  <a:pt x="6494" y="20018"/>
                </a:cubicBezTo>
                <a:cubicBezTo>
                  <a:pt x="6228" y="19752"/>
                  <a:pt x="6043" y="19425"/>
                  <a:pt x="5950" y="19066"/>
                </a:cubicBezTo>
                <a:lnTo>
                  <a:pt x="5950" y="19066"/>
                </a:lnTo>
                <a:cubicBezTo>
                  <a:pt x="6036" y="19103"/>
                  <a:pt x="6123" y="19141"/>
                  <a:pt x="6216" y="19178"/>
                </a:cubicBezTo>
                <a:cubicBezTo>
                  <a:pt x="6092" y="19122"/>
                  <a:pt x="4924" y="16224"/>
                  <a:pt x="5480" y="15007"/>
                </a:cubicBezTo>
                <a:cubicBezTo>
                  <a:pt x="6117" y="13623"/>
                  <a:pt x="6098" y="13630"/>
                  <a:pt x="6179" y="13586"/>
                </a:cubicBezTo>
                <a:cubicBezTo>
                  <a:pt x="6179" y="13586"/>
                  <a:pt x="6180" y="13586"/>
                  <a:pt x="6180" y="13586"/>
                </a:cubicBezTo>
                <a:cubicBezTo>
                  <a:pt x="6221" y="13586"/>
                  <a:pt x="6551" y="14132"/>
                  <a:pt x="6679" y="14970"/>
                </a:cubicBezTo>
                <a:cubicBezTo>
                  <a:pt x="6938" y="16645"/>
                  <a:pt x="6988" y="18356"/>
                  <a:pt x="6809" y="20043"/>
                </a:cubicBezTo>
                <a:cubicBezTo>
                  <a:pt x="6889" y="20005"/>
                  <a:pt x="6957" y="19962"/>
                  <a:pt x="7031" y="19925"/>
                </a:cubicBezTo>
                <a:lnTo>
                  <a:pt x="7031" y="19925"/>
                </a:lnTo>
                <a:cubicBezTo>
                  <a:pt x="6971" y="22034"/>
                  <a:pt x="6686" y="22508"/>
                  <a:pt x="6805" y="22508"/>
                </a:cubicBezTo>
                <a:cubicBezTo>
                  <a:pt x="6844" y="22508"/>
                  <a:pt x="6927" y="22457"/>
                  <a:pt x="7074" y="22396"/>
                </a:cubicBezTo>
                <a:lnTo>
                  <a:pt x="7074" y="22396"/>
                </a:lnTo>
                <a:cubicBezTo>
                  <a:pt x="7155" y="22823"/>
                  <a:pt x="6500" y="23107"/>
                  <a:pt x="6531" y="23385"/>
                </a:cubicBezTo>
                <a:cubicBezTo>
                  <a:pt x="6546" y="23489"/>
                  <a:pt x="6652" y="23508"/>
                  <a:pt x="6758" y="23508"/>
                </a:cubicBezTo>
                <a:cubicBezTo>
                  <a:pt x="6819" y="23508"/>
                  <a:pt x="6879" y="23502"/>
                  <a:pt x="6921" y="23502"/>
                </a:cubicBezTo>
                <a:cubicBezTo>
                  <a:pt x="6927" y="23502"/>
                  <a:pt x="6933" y="23502"/>
                  <a:pt x="6938" y="23502"/>
                </a:cubicBezTo>
                <a:cubicBezTo>
                  <a:pt x="7042" y="23507"/>
                  <a:pt x="7148" y="23512"/>
                  <a:pt x="7253" y="23512"/>
                </a:cubicBezTo>
                <a:cubicBezTo>
                  <a:pt x="7447" y="23512"/>
                  <a:pt x="7639" y="23494"/>
                  <a:pt x="7816" y="23422"/>
                </a:cubicBezTo>
                <a:cubicBezTo>
                  <a:pt x="8081" y="23311"/>
                  <a:pt x="8310" y="23020"/>
                  <a:pt x="8236" y="22730"/>
                </a:cubicBezTo>
                <a:lnTo>
                  <a:pt x="8236" y="22730"/>
                </a:lnTo>
                <a:cubicBezTo>
                  <a:pt x="8298" y="22773"/>
                  <a:pt x="8353" y="22823"/>
                  <a:pt x="8415" y="22866"/>
                </a:cubicBezTo>
                <a:cubicBezTo>
                  <a:pt x="8662" y="21136"/>
                  <a:pt x="8724" y="19388"/>
                  <a:pt x="8607" y="17645"/>
                </a:cubicBezTo>
                <a:lnTo>
                  <a:pt x="8607" y="17645"/>
                </a:lnTo>
                <a:cubicBezTo>
                  <a:pt x="8656" y="17720"/>
                  <a:pt x="8699" y="17781"/>
                  <a:pt x="8749" y="17849"/>
                </a:cubicBezTo>
                <a:cubicBezTo>
                  <a:pt x="8607" y="13222"/>
                  <a:pt x="9082" y="12697"/>
                  <a:pt x="8891" y="11467"/>
                </a:cubicBezTo>
                <a:lnTo>
                  <a:pt x="8891" y="11467"/>
                </a:lnTo>
                <a:cubicBezTo>
                  <a:pt x="8996" y="11541"/>
                  <a:pt x="9088" y="11628"/>
                  <a:pt x="9169" y="11733"/>
                </a:cubicBezTo>
                <a:cubicBezTo>
                  <a:pt x="9119" y="11424"/>
                  <a:pt x="9002" y="11090"/>
                  <a:pt x="9014" y="10782"/>
                </a:cubicBezTo>
                <a:cubicBezTo>
                  <a:pt x="9027" y="10677"/>
                  <a:pt x="9138" y="9904"/>
                  <a:pt x="9014" y="9830"/>
                </a:cubicBezTo>
                <a:lnTo>
                  <a:pt x="9014" y="9830"/>
                </a:lnTo>
                <a:cubicBezTo>
                  <a:pt x="9113" y="9886"/>
                  <a:pt x="9200" y="9954"/>
                  <a:pt x="9261" y="10046"/>
                </a:cubicBezTo>
                <a:cubicBezTo>
                  <a:pt x="9181" y="9768"/>
                  <a:pt x="9169" y="9478"/>
                  <a:pt x="9218" y="9194"/>
                </a:cubicBezTo>
                <a:lnTo>
                  <a:pt x="9218" y="9194"/>
                </a:lnTo>
                <a:cubicBezTo>
                  <a:pt x="9274" y="9231"/>
                  <a:pt x="9329" y="9262"/>
                  <a:pt x="9379" y="9299"/>
                </a:cubicBezTo>
                <a:cubicBezTo>
                  <a:pt x="9212" y="8438"/>
                  <a:pt x="9248" y="6915"/>
                  <a:pt x="9708" y="6915"/>
                </a:cubicBezTo>
                <a:cubicBezTo>
                  <a:pt x="9809" y="6915"/>
                  <a:pt x="9932" y="6989"/>
                  <a:pt x="10077" y="7161"/>
                </a:cubicBezTo>
                <a:cubicBezTo>
                  <a:pt x="10596" y="7773"/>
                  <a:pt x="10979" y="8144"/>
                  <a:pt x="10905" y="8564"/>
                </a:cubicBezTo>
                <a:cubicBezTo>
                  <a:pt x="10973" y="8483"/>
                  <a:pt x="11041" y="8403"/>
                  <a:pt x="11103" y="8317"/>
                </a:cubicBezTo>
                <a:cubicBezTo>
                  <a:pt x="11158" y="8545"/>
                  <a:pt x="11183" y="8774"/>
                  <a:pt x="11170" y="9008"/>
                </a:cubicBezTo>
                <a:cubicBezTo>
                  <a:pt x="11259" y="8903"/>
                  <a:pt x="11332" y="8867"/>
                  <a:pt x="11386" y="8867"/>
                </a:cubicBezTo>
                <a:cubicBezTo>
                  <a:pt x="11490" y="8867"/>
                  <a:pt x="11524" y="9003"/>
                  <a:pt x="11467" y="9039"/>
                </a:cubicBezTo>
                <a:cubicBezTo>
                  <a:pt x="11424" y="9058"/>
                  <a:pt x="11059" y="9120"/>
                  <a:pt x="10553" y="9392"/>
                </a:cubicBezTo>
                <a:cubicBezTo>
                  <a:pt x="10618" y="9471"/>
                  <a:pt x="10703" y="9496"/>
                  <a:pt x="10796" y="9496"/>
                </a:cubicBezTo>
                <a:cubicBezTo>
                  <a:pt x="10963" y="9496"/>
                  <a:pt x="11152" y="9412"/>
                  <a:pt x="11282" y="9412"/>
                </a:cubicBezTo>
                <a:cubicBezTo>
                  <a:pt x="11338" y="9412"/>
                  <a:pt x="11383" y="9428"/>
                  <a:pt x="11411" y="9472"/>
                </a:cubicBezTo>
                <a:cubicBezTo>
                  <a:pt x="11615" y="9787"/>
                  <a:pt x="10738" y="10287"/>
                  <a:pt x="11028" y="10399"/>
                </a:cubicBezTo>
                <a:cubicBezTo>
                  <a:pt x="11033" y="10400"/>
                  <a:pt x="11038" y="10401"/>
                  <a:pt x="11043" y="10401"/>
                </a:cubicBezTo>
                <a:cubicBezTo>
                  <a:pt x="11168" y="10401"/>
                  <a:pt x="11557" y="10005"/>
                  <a:pt x="11628" y="9917"/>
                </a:cubicBezTo>
                <a:lnTo>
                  <a:pt x="11628" y="9917"/>
                </a:lnTo>
                <a:cubicBezTo>
                  <a:pt x="11566" y="10182"/>
                  <a:pt x="11337" y="10355"/>
                  <a:pt x="11121" y="10528"/>
                </a:cubicBezTo>
                <a:cubicBezTo>
                  <a:pt x="11004" y="10621"/>
                  <a:pt x="11078" y="10714"/>
                  <a:pt x="11158" y="10726"/>
                </a:cubicBezTo>
                <a:cubicBezTo>
                  <a:pt x="11166" y="10727"/>
                  <a:pt x="11174" y="10728"/>
                  <a:pt x="11182" y="10728"/>
                </a:cubicBezTo>
                <a:cubicBezTo>
                  <a:pt x="11372" y="10728"/>
                  <a:pt x="11570" y="10383"/>
                  <a:pt x="11813" y="10306"/>
                </a:cubicBezTo>
                <a:lnTo>
                  <a:pt x="11813" y="10306"/>
                </a:lnTo>
                <a:cubicBezTo>
                  <a:pt x="11288" y="10837"/>
                  <a:pt x="11300" y="10819"/>
                  <a:pt x="11288" y="10850"/>
                </a:cubicBezTo>
                <a:cubicBezTo>
                  <a:pt x="11284" y="10882"/>
                  <a:pt x="11306" y="10930"/>
                  <a:pt x="11362" y="10930"/>
                </a:cubicBezTo>
                <a:cubicBezTo>
                  <a:pt x="11392" y="10930"/>
                  <a:pt x="11430" y="10917"/>
                  <a:pt x="11479" y="10880"/>
                </a:cubicBezTo>
                <a:cubicBezTo>
                  <a:pt x="11652" y="10769"/>
                  <a:pt x="11807" y="10633"/>
                  <a:pt x="11955" y="10491"/>
                </a:cubicBezTo>
                <a:lnTo>
                  <a:pt x="11955" y="10491"/>
                </a:lnTo>
                <a:cubicBezTo>
                  <a:pt x="11881" y="10751"/>
                  <a:pt x="11523" y="10924"/>
                  <a:pt x="11714" y="10973"/>
                </a:cubicBezTo>
                <a:cubicBezTo>
                  <a:pt x="11730" y="10977"/>
                  <a:pt x="11746" y="10979"/>
                  <a:pt x="11762" y="10979"/>
                </a:cubicBezTo>
                <a:cubicBezTo>
                  <a:pt x="12201" y="10979"/>
                  <a:pt x="12530" y="9453"/>
                  <a:pt x="12530" y="9453"/>
                </a:cubicBezTo>
                <a:cubicBezTo>
                  <a:pt x="12572" y="9591"/>
                  <a:pt x="12701" y="9694"/>
                  <a:pt x="12839" y="9694"/>
                </a:cubicBezTo>
                <a:cubicBezTo>
                  <a:pt x="12843" y="9694"/>
                  <a:pt x="12847" y="9694"/>
                  <a:pt x="12851" y="9694"/>
                </a:cubicBezTo>
                <a:cubicBezTo>
                  <a:pt x="12684" y="9422"/>
                  <a:pt x="12591" y="9113"/>
                  <a:pt x="12573" y="8798"/>
                </a:cubicBezTo>
                <a:lnTo>
                  <a:pt x="12573" y="8798"/>
                </a:lnTo>
                <a:cubicBezTo>
                  <a:pt x="12653" y="8897"/>
                  <a:pt x="12758" y="8984"/>
                  <a:pt x="12869" y="9039"/>
                </a:cubicBezTo>
                <a:cubicBezTo>
                  <a:pt x="12530" y="8527"/>
                  <a:pt x="12610" y="8193"/>
                  <a:pt x="12468" y="7878"/>
                </a:cubicBezTo>
                <a:cubicBezTo>
                  <a:pt x="12332" y="7569"/>
                  <a:pt x="12029" y="7415"/>
                  <a:pt x="11819" y="7167"/>
                </a:cubicBezTo>
                <a:cubicBezTo>
                  <a:pt x="11603" y="6914"/>
                  <a:pt x="11492" y="6568"/>
                  <a:pt x="11275" y="6296"/>
                </a:cubicBezTo>
                <a:lnTo>
                  <a:pt x="11275" y="6296"/>
                </a:lnTo>
                <a:cubicBezTo>
                  <a:pt x="11356" y="6327"/>
                  <a:pt x="11455" y="6358"/>
                  <a:pt x="11535" y="6395"/>
                </a:cubicBezTo>
                <a:cubicBezTo>
                  <a:pt x="11072" y="5956"/>
                  <a:pt x="11078" y="5876"/>
                  <a:pt x="10886" y="5505"/>
                </a:cubicBezTo>
                <a:cubicBezTo>
                  <a:pt x="10361" y="4498"/>
                  <a:pt x="9682" y="4356"/>
                  <a:pt x="9348" y="3912"/>
                </a:cubicBezTo>
                <a:cubicBezTo>
                  <a:pt x="9502" y="3671"/>
                  <a:pt x="9496" y="3671"/>
                  <a:pt x="9521" y="3652"/>
                </a:cubicBezTo>
                <a:cubicBezTo>
                  <a:pt x="9583" y="3609"/>
                  <a:pt x="9719" y="3664"/>
                  <a:pt x="9960" y="3232"/>
                </a:cubicBezTo>
                <a:cubicBezTo>
                  <a:pt x="10163" y="2861"/>
                  <a:pt x="9558" y="3189"/>
                  <a:pt x="10441" y="2657"/>
                </a:cubicBezTo>
                <a:cubicBezTo>
                  <a:pt x="10386" y="2633"/>
                  <a:pt x="10330" y="2626"/>
                  <a:pt x="10275" y="2620"/>
                </a:cubicBezTo>
                <a:cubicBezTo>
                  <a:pt x="10423" y="2552"/>
                  <a:pt x="10546" y="2441"/>
                  <a:pt x="10627" y="2305"/>
                </a:cubicBezTo>
                <a:lnTo>
                  <a:pt x="10627" y="2305"/>
                </a:lnTo>
                <a:cubicBezTo>
                  <a:pt x="10568" y="2335"/>
                  <a:pt x="10509" y="2376"/>
                  <a:pt x="10447" y="2376"/>
                </a:cubicBezTo>
                <a:cubicBezTo>
                  <a:pt x="10431" y="2376"/>
                  <a:pt x="10415" y="2373"/>
                  <a:pt x="10398" y="2367"/>
                </a:cubicBezTo>
                <a:cubicBezTo>
                  <a:pt x="10577" y="2126"/>
                  <a:pt x="10509" y="1854"/>
                  <a:pt x="10540" y="1595"/>
                </a:cubicBezTo>
                <a:lnTo>
                  <a:pt x="10540" y="1595"/>
                </a:lnTo>
                <a:cubicBezTo>
                  <a:pt x="10522" y="1694"/>
                  <a:pt x="10448" y="1780"/>
                  <a:pt x="10355" y="1792"/>
                </a:cubicBezTo>
                <a:cubicBezTo>
                  <a:pt x="10423" y="1581"/>
                  <a:pt x="10479" y="1500"/>
                  <a:pt x="10497" y="1478"/>
                </a:cubicBezTo>
                <a:lnTo>
                  <a:pt x="10497" y="1478"/>
                </a:lnTo>
                <a:cubicBezTo>
                  <a:pt x="10478" y="1494"/>
                  <a:pt x="10418" y="1536"/>
                  <a:pt x="10293" y="1545"/>
                </a:cubicBezTo>
                <a:cubicBezTo>
                  <a:pt x="10324" y="1502"/>
                  <a:pt x="10349" y="1434"/>
                  <a:pt x="10336" y="1385"/>
                </a:cubicBezTo>
                <a:lnTo>
                  <a:pt x="10336" y="1385"/>
                </a:lnTo>
                <a:lnTo>
                  <a:pt x="10083" y="1409"/>
                </a:lnTo>
                <a:cubicBezTo>
                  <a:pt x="10139" y="1304"/>
                  <a:pt x="10182" y="1212"/>
                  <a:pt x="10238" y="1113"/>
                </a:cubicBezTo>
                <a:cubicBezTo>
                  <a:pt x="10062" y="1052"/>
                  <a:pt x="9939" y="1043"/>
                  <a:pt x="9861" y="1043"/>
                </a:cubicBezTo>
                <a:cubicBezTo>
                  <a:pt x="9828" y="1043"/>
                  <a:pt x="9802" y="1045"/>
                  <a:pt x="9785" y="1045"/>
                </a:cubicBezTo>
                <a:cubicBezTo>
                  <a:pt x="9722" y="1045"/>
                  <a:pt x="9758" y="1024"/>
                  <a:pt x="9867" y="829"/>
                </a:cubicBezTo>
                <a:lnTo>
                  <a:pt x="9867" y="829"/>
                </a:lnTo>
                <a:cubicBezTo>
                  <a:pt x="9712" y="884"/>
                  <a:pt x="9564" y="928"/>
                  <a:pt x="9410" y="983"/>
                </a:cubicBezTo>
                <a:cubicBezTo>
                  <a:pt x="9510" y="834"/>
                  <a:pt x="9576" y="765"/>
                  <a:pt x="9550" y="765"/>
                </a:cubicBezTo>
                <a:cubicBezTo>
                  <a:pt x="9523" y="765"/>
                  <a:pt x="9399" y="839"/>
                  <a:pt x="9113" y="977"/>
                </a:cubicBezTo>
                <a:cubicBezTo>
                  <a:pt x="9150" y="872"/>
                  <a:pt x="9187" y="767"/>
                  <a:pt x="9224" y="668"/>
                </a:cubicBezTo>
                <a:lnTo>
                  <a:pt x="9224" y="668"/>
                </a:lnTo>
                <a:cubicBezTo>
                  <a:pt x="8901" y="681"/>
                  <a:pt x="8673" y="917"/>
                  <a:pt x="8672" y="917"/>
                </a:cubicBezTo>
                <a:cubicBezTo>
                  <a:pt x="8672" y="917"/>
                  <a:pt x="8707" y="881"/>
                  <a:pt x="8785" y="780"/>
                </a:cubicBezTo>
                <a:lnTo>
                  <a:pt x="8785" y="780"/>
                </a:lnTo>
                <a:cubicBezTo>
                  <a:pt x="8722" y="860"/>
                  <a:pt x="8544" y="915"/>
                  <a:pt x="8471" y="983"/>
                </a:cubicBezTo>
                <a:cubicBezTo>
                  <a:pt x="8420" y="1024"/>
                  <a:pt x="8347" y="1140"/>
                  <a:pt x="8281" y="1140"/>
                </a:cubicBezTo>
                <a:cubicBezTo>
                  <a:pt x="8259" y="1140"/>
                  <a:pt x="8237" y="1125"/>
                  <a:pt x="8217" y="1088"/>
                </a:cubicBezTo>
                <a:cubicBezTo>
                  <a:pt x="8199" y="1070"/>
                  <a:pt x="8193" y="1045"/>
                  <a:pt x="8162" y="1039"/>
                </a:cubicBezTo>
                <a:cubicBezTo>
                  <a:pt x="8106" y="1168"/>
                  <a:pt x="8081" y="1304"/>
                  <a:pt x="8100" y="1446"/>
                </a:cubicBezTo>
                <a:cubicBezTo>
                  <a:pt x="8045" y="1391"/>
                  <a:pt x="8008" y="1324"/>
                  <a:pt x="7983" y="1245"/>
                </a:cubicBezTo>
                <a:lnTo>
                  <a:pt x="7983" y="1245"/>
                </a:lnTo>
                <a:cubicBezTo>
                  <a:pt x="8007" y="1327"/>
                  <a:pt x="7987" y="1788"/>
                  <a:pt x="7865" y="1953"/>
                </a:cubicBezTo>
                <a:cubicBezTo>
                  <a:pt x="7865" y="1916"/>
                  <a:pt x="7859" y="1879"/>
                  <a:pt x="7834" y="1848"/>
                </a:cubicBezTo>
                <a:cubicBezTo>
                  <a:pt x="7420" y="2311"/>
                  <a:pt x="7785" y="2750"/>
                  <a:pt x="7538" y="2929"/>
                </a:cubicBezTo>
                <a:cubicBezTo>
                  <a:pt x="7414" y="2858"/>
                  <a:pt x="7277" y="2839"/>
                  <a:pt x="7134" y="2839"/>
                </a:cubicBezTo>
                <a:cubicBezTo>
                  <a:pt x="6971" y="2839"/>
                  <a:pt x="6800" y="2864"/>
                  <a:pt x="6634" y="2864"/>
                </a:cubicBezTo>
                <a:cubicBezTo>
                  <a:pt x="6557" y="2864"/>
                  <a:pt x="6481" y="2859"/>
                  <a:pt x="6407" y="2843"/>
                </a:cubicBezTo>
                <a:cubicBezTo>
                  <a:pt x="6171" y="2793"/>
                  <a:pt x="6033" y="2701"/>
                  <a:pt x="5803" y="2701"/>
                </a:cubicBezTo>
                <a:cubicBezTo>
                  <a:pt x="5545" y="2701"/>
                  <a:pt x="5172" y="2817"/>
                  <a:pt x="4418" y="3238"/>
                </a:cubicBezTo>
                <a:cubicBezTo>
                  <a:pt x="4486" y="3250"/>
                  <a:pt x="4548" y="3263"/>
                  <a:pt x="4615" y="3275"/>
                </a:cubicBezTo>
                <a:cubicBezTo>
                  <a:pt x="4403" y="3438"/>
                  <a:pt x="3851" y="3554"/>
                  <a:pt x="3533" y="3554"/>
                </a:cubicBezTo>
                <a:cubicBezTo>
                  <a:pt x="3489" y="3554"/>
                  <a:pt x="3450" y="3551"/>
                  <a:pt x="3417" y="3547"/>
                </a:cubicBezTo>
                <a:cubicBezTo>
                  <a:pt x="2830" y="3461"/>
                  <a:pt x="2336" y="2781"/>
                  <a:pt x="2021" y="2287"/>
                </a:cubicBezTo>
                <a:cubicBezTo>
                  <a:pt x="1712" y="1811"/>
                  <a:pt x="1947" y="1663"/>
                  <a:pt x="1829" y="1329"/>
                </a:cubicBezTo>
                <a:cubicBezTo>
                  <a:pt x="1730" y="1045"/>
                  <a:pt x="1804" y="983"/>
                  <a:pt x="1681" y="705"/>
                </a:cubicBezTo>
                <a:cubicBezTo>
                  <a:pt x="1863" y="430"/>
                  <a:pt x="1905" y="1"/>
                  <a:pt x="15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9" name="Google Shape;1399;p52"/>
          <p:cNvGrpSpPr/>
          <p:nvPr/>
        </p:nvGrpSpPr>
        <p:grpSpPr>
          <a:xfrm>
            <a:off x="-421807" y="2078290"/>
            <a:ext cx="2427422" cy="2811546"/>
            <a:chOff x="-421822" y="1375618"/>
            <a:chExt cx="3034277" cy="3514433"/>
          </a:xfrm>
        </p:grpSpPr>
        <p:grpSp>
          <p:nvGrpSpPr>
            <p:cNvPr id="1400" name="Google Shape;1400;p52"/>
            <p:cNvGrpSpPr/>
            <p:nvPr/>
          </p:nvGrpSpPr>
          <p:grpSpPr>
            <a:xfrm flipH="1">
              <a:off x="-848" y="1375618"/>
              <a:ext cx="1821798" cy="3190375"/>
              <a:chOff x="3444015" y="2079145"/>
              <a:chExt cx="1298965" cy="2274777"/>
            </a:xfrm>
          </p:grpSpPr>
          <p:sp>
            <p:nvSpPr>
              <p:cNvPr id="1401" name="Google Shape;1401;p52"/>
              <p:cNvSpPr/>
              <p:nvPr/>
            </p:nvSpPr>
            <p:spPr>
              <a:xfrm>
                <a:off x="3551521" y="3749289"/>
                <a:ext cx="1191459" cy="604633"/>
              </a:xfrm>
              <a:custGeom>
                <a:avLst/>
                <a:gdLst/>
                <a:ahLst/>
                <a:cxnLst/>
                <a:rect l="l" t="t" r="r" b="b"/>
                <a:pathLst>
                  <a:path w="14452" h="7334" extrusionOk="0">
                    <a:moveTo>
                      <a:pt x="5462" y="0"/>
                    </a:moveTo>
                    <a:lnTo>
                      <a:pt x="4214" y="2836"/>
                    </a:lnTo>
                    <a:lnTo>
                      <a:pt x="1" y="2836"/>
                    </a:lnTo>
                    <a:lnTo>
                      <a:pt x="1" y="6778"/>
                    </a:lnTo>
                    <a:lnTo>
                      <a:pt x="14451" y="7334"/>
                    </a:lnTo>
                    <a:lnTo>
                      <a:pt x="14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52"/>
              <p:cNvSpPr/>
              <p:nvPr/>
            </p:nvSpPr>
            <p:spPr>
              <a:xfrm>
                <a:off x="3551521" y="3749289"/>
                <a:ext cx="555250" cy="377504"/>
              </a:xfrm>
              <a:custGeom>
                <a:avLst/>
                <a:gdLst/>
                <a:ahLst/>
                <a:cxnLst/>
                <a:rect l="l" t="t" r="r" b="b"/>
                <a:pathLst>
                  <a:path w="6735" h="4579" extrusionOk="0">
                    <a:moveTo>
                      <a:pt x="5452" y="0"/>
                    </a:moveTo>
                    <a:cubicBezTo>
                      <a:pt x="5451" y="0"/>
                      <a:pt x="5450" y="0"/>
                      <a:pt x="5450" y="0"/>
                    </a:cubicBezTo>
                    <a:cubicBezTo>
                      <a:pt x="5314" y="13"/>
                      <a:pt x="4196" y="618"/>
                      <a:pt x="4196" y="618"/>
                    </a:cubicBezTo>
                    <a:lnTo>
                      <a:pt x="3930" y="1390"/>
                    </a:lnTo>
                    <a:lnTo>
                      <a:pt x="2219" y="1773"/>
                    </a:lnTo>
                    <a:lnTo>
                      <a:pt x="2021" y="2434"/>
                    </a:lnTo>
                    <a:lnTo>
                      <a:pt x="445" y="2502"/>
                    </a:lnTo>
                    <a:lnTo>
                      <a:pt x="1" y="2836"/>
                    </a:lnTo>
                    <a:lnTo>
                      <a:pt x="878" y="3849"/>
                    </a:lnTo>
                    <a:lnTo>
                      <a:pt x="1823" y="4578"/>
                    </a:lnTo>
                    <a:lnTo>
                      <a:pt x="3423" y="4535"/>
                    </a:lnTo>
                    <a:cubicBezTo>
                      <a:pt x="3423" y="4535"/>
                      <a:pt x="5598" y="3250"/>
                      <a:pt x="6006" y="2818"/>
                    </a:cubicBezTo>
                    <a:cubicBezTo>
                      <a:pt x="6420" y="2379"/>
                      <a:pt x="6735" y="1755"/>
                      <a:pt x="6735" y="1755"/>
                    </a:cubicBezTo>
                    <a:cubicBezTo>
                      <a:pt x="6735" y="1755"/>
                      <a:pt x="5604" y="0"/>
                      <a:pt x="54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52"/>
              <p:cNvSpPr/>
              <p:nvPr/>
            </p:nvSpPr>
            <p:spPr>
              <a:xfrm>
                <a:off x="3724157" y="3893895"/>
                <a:ext cx="504383" cy="408585"/>
              </a:xfrm>
              <a:custGeom>
                <a:avLst/>
                <a:gdLst/>
                <a:ahLst/>
                <a:cxnLst/>
                <a:rect l="l" t="t" r="r" b="b"/>
                <a:pathLst>
                  <a:path w="6118" h="4956" extrusionOk="0">
                    <a:moveTo>
                      <a:pt x="4530" y="1"/>
                    </a:moveTo>
                    <a:lnTo>
                      <a:pt x="3899" y="452"/>
                    </a:lnTo>
                    <a:cubicBezTo>
                      <a:pt x="3899" y="452"/>
                      <a:pt x="3813" y="1860"/>
                      <a:pt x="3838" y="1959"/>
                    </a:cubicBezTo>
                    <a:cubicBezTo>
                      <a:pt x="3850" y="2052"/>
                      <a:pt x="3183" y="2355"/>
                      <a:pt x="3183" y="2355"/>
                    </a:cubicBezTo>
                    <a:lnTo>
                      <a:pt x="2738" y="2491"/>
                    </a:lnTo>
                    <a:lnTo>
                      <a:pt x="2398" y="3028"/>
                    </a:lnTo>
                    <a:lnTo>
                      <a:pt x="1070" y="3244"/>
                    </a:lnTo>
                    <a:lnTo>
                      <a:pt x="1" y="4356"/>
                    </a:lnTo>
                    <a:lnTo>
                      <a:pt x="1224" y="4678"/>
                    </a:lnTo>
                    <a:lnTo>
                      <a:pt x="2398" y="4758"/>
                    </a:lnTo>
                    <a:lnTo>
                      <a:pt x="4585" y="4956"/>
                    </a:lnTo>
                    <a:cubicBezTo>
                      <a:pt x="4585" y="4956"/>
                      <a:pt x="5376" y="3745"/>
                      <a:pt x="5394" y="3664"/>
                    </a:cubicBezTo>
                    <a:cubicBezTo>
                      <a:pt x="5419" y="3590"/>
                      <a:pt x="6117" y="2577"/>
                      <a:pt x="6117" y="2577"/>
                    </a:cubicBezTo>
                    <a:lnTo>
                      <a:pt x="4511" y="2163"/>
                    </a:lnTo>
                    <a:lnTo>
                      <a:pt x="4431" y="1706"/>
                    </a:lnTo>
                    <a:lnTo>
                      <a:pt x="4511" y="971"/>
                    </a:lnTo>
                    <a:lnTo>
                      <a:pt x="4153" y="477"/>
                    </a:lnTo>
                    <a:lnTo>
                      <a:pt x="4530" y="1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52"/>
              <p:cNvSpPr/>
              <p:nvPr/>
            </p:nvSpPr>
            <p:spPr>
              <a:xfrm>
                <a:off x="3858622" y="2079145"/>
                <a:ext cx="268021" cy="1916706"/>
              </a:xfrm>
              <a:custGeom>
                <a:avLst/>
                <a:gdLst/>
                <a:ahLst/>
                <a:cxnLst/>
                <a:rect l="l" t="t" r="r" b="b"/>
                <a:pathLst>
                  <a:path w="3251" h="23249" extrusionOk="0">
                    <a:moveTo>
                      <a:pt x="1410" y="0"/>
                    </a:moveTo>
                    <a:lnTo>
                      <a:pt x="1" y="112"/>
                    </a:lnTo>
                    <a:lnTo>
                      <a:pt x="1842" y="23248"/>
                    </a:lnTo>
                    <a:lnTo>
                      <a:pt x="3251" y="23131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52"/>
              <p:cNvSpPr/>
              <p:nvPr/>
            </p:nvSpPr>
            <p:spPr>
              <a:xfrm>
                <a:off x="3463389" y="2732594"/>
                <a:ext cx="1022369" cy="147819"/>
              </a:xfrm>
              <a:custGeom>
                <a:avLst/>
                <a:gdLst/>
                <a:ahLst/>
                <a:cxnLst/>
                <a:rect l="l" t="t" r="r" b="b"/>
                <a:pathLst>
                  <a:path w="12401" h="1793" extrusionOk="0">
                    <a:moveTo>
                      <a:pt x="12332" y="1"/>
                    </a:moveTo>
                    <a:lnTo>
                      <a:pt x="1" y="977"/>
                    </a:lnTo>
                    <a:lnTo>
                      <a:pt x="63" y="1792"/>
                    </a:lnTo>
                    <a:lnTo>
                      <a:pt x="12400" y="816"/>
                    </a:lnTo>
                    <a:lnTo>
                      <a:pt x="1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52"/>
              <p:cNvSpPr/>
              <p:nvPr/>
            </p:nvSpPr>
            <p:spPr>
              <a:xfrm>
                <a:off x="3444015" y="2491199"/>
                <a:ext cx="1022369" cy="148314"/>
              </a:xfrm>
              <a:custGeom>
                <a:avLst/>
                <a:gdLst/>
                <a:ahLst/>
                <a:cxnLst/>
                <a:rect l="l" t="t" r="r" b="b"/>
                <a:pathLst>
                  <a:path w="12401" h="1799" extrusionOk="0">
                    <a:moveTo>
                      <a:pt x="12339" y="0"/>
                    </a:moveTo>
                    <a:lnTo>
                      <a:pt x="1" y="977"/>
                    </a:lnTo>
                    <a:lnTo>
                      <a:pt x="69" y="1798"/>
                    </a:lnTo>
                    <a:lnTo>
                      <a:pt x="12400" y="816"/>
                    </a:lnTo>
                    <a:lnTo>
                      <a:pt x="1233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07" name="Google Shape;1407;p52"/>
            <p:cNvSpPr/>
            <p:nvPr/>
          </p:nvSpPr>
          <p:spPr>
            <a:xfrm>
              <a:off x="-264410" y="2101325"/>
              <a:ext cx="2198370" cy="2464666"/>
            </a:xfrm>
            <a:custGeom>
              <a:avLst/>
              <a:gdLst/>
              <a:ahLst/>
              <a:cxnLst/>
              <a:rect l="l" t="t" r="r" b="b"/>
              <a:pathLst>
                <a:path w="27185" h="30478" extrusionOk="0">
                  <a:moveTo>
                    <a:pt x="3115" y="27747"/>
                  </a:moveTo>
                  <a:cubicBezTo>
                    <a:pt x="3115" y="27747"/>
                    <a:pt x="1" y="24905"/>
                    <a:pt x="1008" y="23354"/>
                  </a:cubicBezTo>
                  <a:cubicBezTo>
                    <a:pt x="2009" y="21803"/>
                    <a:pt x="2466" y="21624"/>
                    <a:pt x="2281" y="20166"/>
                  </a:cubicBezTo>
                  <a:cubicBezTo>
                    <a:pt x="2095" y="18708"/>
                    <a:pt x="1181" y="18974"/>
                    <a:pt x="1459" y="17429"/>
                  </a:cubicBezTo>
                  <a:cubicBezTo>
                    <a:pt x="1731" y="15879"/>
                    <a:pt x="2281" y="14241"/>
                    <a:pt x="2281" y="14241"/>
                  </a:cubicBezTo>
                  <a:cubicBezTo>
                    <a:pt x="2281" y="14241"/>
                    <a:pt x="1731" y="17071"/>
                    <a:pt x="2373" y="17349"/>
                  </a:cubicBezTo>
                  <a:cubicBezTo>
                    <a:pt x="3016" y="17615"/>
                    <a:pt x="3467" y="19079"/>
                    <a:pt x="3646" y="18807"/>
                  </a:cubicBezTo>
                  <a:cubicBezTo>
                    <a:pt x="3831" y="18535"/>
                    <a:pt x="3281" y="18164"/>
                    <a:pt x="3189" y="16249"/>
                  </a:cubicBezTo>
                  <a:cubicBezTo>
                    <a:pt x="3096" y="14334"/>
                    <a:pt x="2923" y="14699"/>
                    <a:pt x="3739" y="13148"/>
                  </a:cubicBezTo>
                  <a:cubicBezTo>
                    <a:pt x="4560" y="11591"/>
                    <a:pt x="5011" y="12233"/>
                    <a:pt x="5011" y="8675"/>
                  </a:cubicBezTo>
                  <a:cubicBezTo>
                    <a:pt x="5011" y="5116"/>
                    <a:pt x="4919" y="3022"/>
                    <a:pt x="6204" y="1830"/>
                  </a:cubicBezTo>
                  <a:cubicBezTo>
                    <a:pt x="6204" y="1830"/>
                    <a:pt x="6204" y="2194"/>
                    <a:pt x="6018" y="3837"/>
                  </a:cubicBezTo>
                  <a:cubicBezTo>
                    <a:pt x="5833" y="5487"/>
                    <a:pt x="5746" y="5030"/>
                    <a:pt x="6111" y="5938"/>
                  </a:cubicBezTo>
                  <a:cubicBezTo>
                    <a:pt x="6475" y="6852"/>
                    <a:pt x="7204" y="8039"/>
                    <a:pt x="7019" y="9861"/>
                  </a:cubicBezTo>
                  <a:cubicBezTo>
                    <a:pt x="6834" y="11684"/>
                    <a:pt x="7347" y="12079"/>
                    <a:pt x="8459" y="12332"/>
                  </a:cubicBezTo>
                  <a:cubicBezTo>
                    <a:pt x="9571" y="12598"/>
                    <a:pt x="9206" y="11684"/>
                    <a:pt x="9392" y="10040"/>
                  </a:cubicBezTo>
                  <a:cubicBezTo>
                    <a:pt x="9577" y="8397"/>
                    <a:pt x="9392" y="7032"/>
                    <a:pt x="10584" y="5753"/>
                  </a:cubicBezTo>
                  <a:cubicBezTo>
                    <a:pt x="11770" y="4480"/>
                    <a:pt x="11585" y="557"/>
                    <a:pt x="11492" y="279"/>
                  </a:cubicBezTo>
                  <a:cubicBezTo>
                    <a:pt x="11399" y="1"/>
                    <a:pt x="13222" y="2194"/>
                    <a:pt x="12950" y="4659"/>
                  </a:cubicBezTo>
                  <a:cubicBezTo>
                    <a:pt x="12684" y="7124"/>
                    <a:pt x="11739" y="7804"/>
                    <a:pt x="12345" y="8829"/>
                  </a:cubicBezTo>
                  <a:cubicBezTo>
                    <a:pt x="12950" y="9855"/>
                    <a:pt x="14056" y="10782"/>
                    <a:pt x="14371" y="8638"/>
                  </a:cubicBezTo>
                  <a:cubicBezTo>
                    <a:pt x="14680" y="6482"/>
                    <a:pt x="15780" y="4844"/>
                    <a:pt x="15780" y="4844"/>
                  </a:cubicBezTo>
                  <a:cubicBezTo>
                    <a:pt x="15780" y="4844"/>
                    <a:pt x="15323" y="6574"/>
                    <a:pt x="16144" y="7124"/>
                  </a:cubicBezTo>
                  <a:cubicBezTo>
                    <a:pt x="16960" y="7668"/>
                    <a:pt x="17052" y="6574"/>
                    <a:pt x="18059" y="6025"/>
                  </a:cubicBezTo>
                  <a:cubicBezTo>
                    <a:pt x="19060" y="5475"/>
                    <a:pt x="18325" y="1922"/>
                    <a:pt x="18325" y="1922"/>
                  </a:cubicBezTo>
                  <a:cubicBezTo>
                    <a:pt x="18325" y="1922"/>
                    <a:pt x="19697" y="2108"/>
                    <a:pt x="19968" y="3745"/>
                  </a:cubicBezTo>
                  <a:cubicBezTo>
                    <a:pt x="20240" y="5394"/>
                    <a:pt x="20457" y="6723"/>
                    <a:pt x="20302" y="7470"/>
                  </a:cubicBezTo>
                  <a:cubicBezTo>
                    <a:pt x="20148" y="8218"/>
                    <a:pt x="20518" y="8496"/>
                    <a:pt x="21433" y="9039"/>
                  </a:cubicBezTo>
                  <a:cubicBezTo>
                    <a:pt x="22341" y="9583"/>
                    <a:pt x="22526" y="10590"/>
                    <a:pt x="22526" y="12962"/>
                  </a:cubicBezTo>
                  <a:cubicBezTo>
                    <a:pt x="22526" y="15329"/>
                    <a:pt x="25084" y="17429"/>
                    <a:pt x="26085" y="20351"/>
                  </a:cubicBezTo>
                  <a:cubicBezTo>
                    <a:pt x="27092" y="23268"/>
                    <a:pt x="27184" y="25825"/>
                    <a:pt x="26542" y="27740"/>
                  </a:cubicBezTo>
                  <a:cubicBezTo>
                    <a:pt x="25899" y="29656"/>
                    <a:pt x="23169" y="30477"/>
                    <a:pt x="22347" y="30391"/>
                  </a:cubicBezTo>
                  <a:cubicBezTo>
                    <a:pt x="21532" y="30298"/>
                    <a:pt x="14173" y="29124"/>
                    <a:pt x="14173" y="29124"/>
                  </a:cubicBezTo>
                  <a:cubicBezTo>
                    <a:pt x="14173" y="29124"/>
                    <a:pt x="9583" y="29106"/>
                    <a:pt x="8397" y="28933"/>
                  </a:cubicBezTo>
                  <a:cubicBezTo>
                    <a:pt x="7204" y="28735"/>
                    <a:pt x="3115" y="27747"/>
                    <a:pt x="3115" y="277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52"/>
            <p:cNvSpPr/>
            <p:nvPr/>
          </p:nvSpPr>
          <p:spPr>
            <a:xfrm>
              <a:off x="381101" y="2995426"/>
              <a:ext cx="1141728" cy="1214379"/>
            </a:xfrm>
            <a:custGeom>
              <a:avLst/>
              <a:gdLst/>
              <a:ahLst/>
              <a:cxnLst/>
              <a:rect l="l" t="t" r="r" b="b"/>
              <a:pathLst>
                <a:path w="12808" h="13623" extrusionOk="0">
                  <a:moveTo>
                    <a:pt x="1428" y="10293"/>
                  </a:moveTo>
                  <a:cubicBezTo>
                    <a:pt x="1428" y="10293"/>
                    <a:pt x="476" y="9125"/>
                    <a:pt x="279" y="7414"/>
                  </a:cubicBezTo>
                  <a:cubicBezTo>
                    <a:pt x="75" y="5697"/>
                    <a:pt x="1" y="3800"/>
                    <a:pt x="1" y="3800"/>
                  </a:cubicBezTo>
                  <a:cubicBezTo>
                    <a:pt x="1" y="3800"/>
                    <a:pt x="711" y="5697"/>
                    <a:pt x="1026" y="6178"/>
                  </a:cubicBezTo>
                  <a:cubicBezTo>
                    <a:pt x="1341" y="6654"/>
                    <a:pt x="1106" y="5937"/>
                    <a:pt x="1508" y="4912"/>
                  </a:cubicBezTo>
                  <a:cubicBezTo>
                    <a:pt x="1897" y="3880"/>
                    <a:pt x="2534" y="0"/>
                    <a:pt x="2534" y="0"/>
                  </a:cubicBezTo>
                  <a:cubicBezTo>
                    <a:pt x="2534" y="0"/>
                    <a:pt x="3090" y="1502"/>
                    <a:pt x="3331" y="2607"/>
                  </a:cubicBezTo>
                  <a:cubicBezTo>
                    <a:pt x="3565" y="3720"/>
                    <a:pt x="3720" y="3720"/>
                    <a:pt x="4202" y="3633"/>
                  </a:cubicBezTo>
                  <a:cubicBezTo>
                    <a:pt x="4677" y="3553"/>
                    <a:pt x="4992" y="4115"/>
                    <a:pt x="5227" y="4584"/>
                  </a:cubicBezTo>
                  <a:cubicBezTo>
                    <a:pt x="5468" y="5066"/>
                    <a:pt x="5542" y="6969"/>
                    <a:pt x="6253" y="6772"/>
                  </a:cubicBezTo>
                  <a:cubicBezTo>
                    <a:pt x="6963" y="6568"/>
                    <a:pt x="6253" y="5301"/>
                    <a:pt x="6407" y="4356"/>
                  </a:cubicBezTo>
                  <a:cubicBezTo>
                    <a:pt x="6568" y="3404"/>
                    <a:pt x="7044" y="2923"/>
                    <a:pt x="7044" y="2923"/>
                  </a:cubicBezTo>
                  <a:cubicBezTo>
                    <a:pt x="7044" y="2923"/>
                    <a:pt x="6883" y="4035"/>
                    <a:pt x="7433" y="4745"/>
                  </a:cubicBezTo>
                  <a:cubicBezTo>
                    <a:pt x="7989" y="5456"/>
                    <a:pt x="7865" y="6351"/>
                    <a:pt x="8526" y="4640"/>
                  </a:cubicBezTo>
                  <a:cubicBezTo>
                    <a:pt x="9181" y="2923"/>
                    <a:pt x="9490" y="2033"/>
                    <a:pt x="10083" y="2008"/>
                  </a:cubicBezTo>
                  <a:cubicBezTo>
                    <a:pt x="10676" y="1971"/>
                    <a:pt x="11232" y="470"/>
                    <a:pt x="11232" y="470"/>
                  </a:cubicBezTo>
                  <a:cubicBezTo>
                    <a:pt x="11232" y="470"/>
                    <a:pt x="11628" y="1736"/>
                    <a:pt x="11313" y="3003"/>
                  </a:cubicBezTo>
                  <a:cubicBezTo>
                    <a:pt x="10998" y="4269"/>
                    <a:pt x="10120" y="4208"/>
                    <a:pt x="10553" y="5505"/>
                  </a:cubicBezTo>
                  <a:cubicBezTo>
                    <a:pt x="10998" y="6802"/>
                    <a:pt x="10800" y="5035"/>
                    <a:pt x="11251" y="8415"/>
                  </a:cubicBezTo>
                  <a:cubicBezTo>
                    <a:pt x="11696" y="11788"/>
                    <a:pt x="12808" y="10923"/>
                    <a:pt x="10435" y="12270"/>
                  </a:cubicBezTo>
                  <a:cubicBezTo>
                    <a:pt x="8075" y="13623"/>
                    <a:pt x="2218" y="12591"/>
                    <a:pt x="1428" y="10293"/>
                  </a:cubicBez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9" name="Google Shape;1409;p52"/>
            <p:cNvGrpSpPr/>
            <p:nvPr/>
          </p:nvGrpSpPr>
          <p:grpSpPr>
            <a:xfrm>
              <a:off x="-421822" y="3287548"/>
              <a:ext cx="3034277" cy="1602503"/>
              <a:chOff x="6081628" y="2299898"/>
              <a:chExt cx="3034277" cy="1602503"/>
            </a:xfrm>
          </p:grpSpPr>
          <p:sp>
            <p:nvSpPr>
              <p:cNvPr id="1410" name="Google Shape;1410;p52"/>
              <p:cNvSpPr/>
              <p:nvPr/>
            </p:nvSpPr>
            <p:spPr>
              <a:xfrm>
                <a:off x="6081628" y="2299898"/>
                <a:ext cx="3034277" cy="1600591"/>
              </a:xfrm>
              <a:custGeom>
                <a:avLst/>
                <a:gdLst/>
                <a:ahLst/>
                <a:cxnLst/>
                <a:rect l="l" t="t" r="r" b="b"/>
                <a:pathLst>
                  <a:path w="39541" h="20858" extrusionOk="0">
                    <a:moveTo>
                      <a:pt x="5740" y="2558"/>
                    </a:moveTo>
                    <a:lnTo>
                      <a:pt x="8619" y="2231"/>
                    </a:lnTo>
                    <a:lnTo>
                      <a:pt x="12153" y="1"/>
                    </a:lnTo>
                    <a:cubicBezTo>
                      <a:pt x="12153" y="1"/>
                      <a:pt x="13963" y="1020"/>
                      <a:pt x="14612" y="1020"/>
                    </a:cubicBezTo>
                    <a:cubicBezTo>
                      <a:pt x="15260" y="1020"/>
                      <a:pt x="17219" y="1434"/>
                      <a:pt x="17219" y="1434"/>
                    </a:cubicBezTo>
                    <a:lnTo>
                      <a:pt x="18281" y="2453"/>
                    </a:lnTo>
                    <a:lnTo>
                      <a:pt x="18702" y="4875"/>
                    </a:lnTo>
                    <a:cubicBezTo>
                      <a:pt x="18702" y="4875"/>
                      <a:pt x="20561" y="6593"/>
                      <a:pt x="21581" y="6549"/>
                    </a:cubicBezTo>
                    <a:cubicBezTo>
                      <a:pt x="22600" y="6500"/>
                      <a:pt x="24880" y="6827"/>
                      <a:pt x="24880" y="6827"/>
                    </a:cubicBezTo>
                    <a:lnTo>
                      <a:pt x="25806" y="10170"/>
                    </a:lnTo>
                    <a:cubicBezTo>
                      <a:pt x="25806" y="10170"/>
                      <a:pt x="26362" y="11560"/>
                      <a:pt x="26591" y="11844"/>
                    </a:cubicBezTo>
                    <a:lnTo>
                      <a:pt x="28030" y="12863"/>
                    </a:lnTo>
                    <a:lnTo>
                      <a:pt x="33232" y="13840"/>
                    </a:lnTo>
                    <a:lnTo>
                      <a:pt x="35419" y="14025"/>
                    </a:lnTo>
                    <a:lnTo>
                      <a:pt x="36254" y="15607"/>
                    </a:lnTo>
                    <a:cubicBezTo>
                      <a:pt x="36254" y="15607"/>
                      <a:pt x="36717" y="17466"/>
                      <a:pt x="37273" y="17608"/>
                    </a:cubicBezTo>
                    <a:cubicBezTo>
                      <a:pt x="37829" y="17744"/>
                      <a:pt x="38570" y="18535"/>
                      <a:pt x="38570" y="18535"/>
                    </a:cubicBezTo>
                    <a:lnTo>
                      <a:pt x="39540" y="20302"/>
                    </a:lnTo>
                    <a:lnTo>
                      <a:pt x="28716" y="20024"/>
                    </a:lnTo>
                    <a:lnTo>
                      <a:pt x="28809" y="20815"/>
                    </a:lnTo>
                    <a:lnTo>
                      <a:pt x="27604" y="20858"/>
                    </a:lnTo>
                    <a:lnTo>
                      <a:pt x="13710" y="20722"/>
                    </a:lnTo>
                    <a:lnTo>
                      <a:pt x="9854" y="20765"/>
                    </a:lnTo>
                    <a:lnTo>
                      <a:pt x="6697" y="20580"/>
                    </a:lnTo>
                    <a:lnTo>
                      <a:pt x="5209" y="20629"/>
                    </a:lnTo>
                    <a:cubicBezTo>
                      <a:pt x="5209" y="20629"/>
                      <a:pt x="939" y="16539"/>
                      <a:pt x="464" y="15699"/>
                    </a:cubicBezTo>
                    <a:cubicBezTo>
                      <a:pt x="0" y="14865"/>
                      <a:pt x="93" y="13098"/>
                      <a:pt x="278" y="12079"/>
                    </a:cubicBezTo>
                    <a:cubicBezTo>
                      <a:pt x="464" y="11059"/>
                      <a:pt x="1255" y="10077"/>
                      <a:pt x="2138" y="9243"/>
                    </a:cubicBezTo>
                    <a:cubicBezTo>
                      <a:pt x="3021" y="8409"/>
                      <a:pt x="4189" y="5901"/>
                      <a:pt x="4189" y="5901"/>
                    </a:cubicBezTo>
                    <a:lnTo>
                      <a:pt x="4189" y="4647"/>
                    </a:lnTo>
                    <a:lnTo>
                      <a:pt x="5437" y="34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52"/>
              <p:cNvSpPr/>
              <p:nvPr/>
            </p:nvSpPr>
            <p:spPr>
              <a:xfrm>
                <a:off x="6083547" y="2657872"/>
                <a:ext cx="2600941" cy="1244529"/>
              </a:xfrm>
              <a:custGeom>
                <a:avLst/>
                <a:gdLst/>
                <a:ahLst/>
                <a:cxnLst/>
                <a:rect l="l" t="t" r="r" b="b"/>
                <a:pathLst>
                  <a:path w="33894" h="16218" extrusionOk="0">
                    <a:moveTo>
                      <a:pt x="33677" y="15266"/>
                    </a:moveTo>
                    <a:cubicBezTo>
                      <a:pt x="32985" y="14617"/>
                      <a:pt x="32052" y="13969"/>
                      <a:pt x="32052" y="13969"/>
                    </a:cubicBezTo>
                    <a:lnTo>
                      <a:pt x="30421" y="11460"/>
                    </a:lnTo>
                    <a:lnTo>
                      <a:pt x="28419" y="12480"/>
                    </a:lnTo>
                    <a:lnTo>
                      <a:pt x="27400" y="11874"/>
                    </a:lnTo>
                    <a:lnTo>
                      <a:pt x="26986" y="13648"/>
                    </a:lnTo>
                    <a:lnTo>
                      <a:pt x="26288" y="12152"/>
                    </a:lnTo>
                    <a:lnTo>
                      <a:pt x="25596" y="12060"/>
                    </a:lnTo>
                    <a:lnTo>
                      <a:pt x="24805" y="11689"/>
                    </a:lnTo>
                    <a:lnTo>
                      <a:pt x="23835" y="12109"/>
                    </a:lnTo>
                    <a:lnTo>
                      <a:pt x="23650" y="10015"/>
                    </a:lnTo>
                    <a:lnTo>
                      <a:pt x="22532" y="9508"/>
                    </a:lnTo>
                    <a:cubicBezTo>
                      <a:pt x="22532" y="9508"/>
                      <a:pt x="21098" y="10250"/>
                      <a:pt x="20536" y="10200"/>
                    </a:cubicBezTo>
                    <a:cubicBezTo>
                      <a:pt x="19980" y="10157"/>
                      <a:pt x="20814" y="8903"/>
                      <a:pt x="20814" y="8903"/>
                    </a:cubicBezTo>
                    <a:lnTo>
                      <a:pt x="15791" y="11090"/>
                    </a:lnTo>
                    <a:lnTo>
                      <a:pt x="18670" y="7513"/>
                    </a:lnTo>
                    <a:cubicBezTo>
                      <a:pt x="18670" y="7513"/>
                      <a:pt x="11096" y="12023"/>
                      <a:pt x="10589" y="12443"/>
                    </a:cubicBezTo>
                    <a:cubicBezTo>
                      <a:pt x="10077" y="12857"/>
                      <a:pt x="18164" y="5196"/>
                      <a:pt x="18164" y="5196"/>
                    </a:cubicBezTo>
                    <a:lnTo>
                      <a:pt x="10404" y="7519"/>
                    </a:lnTo>
                    <a:lnTo>
                      <a:pt x="12449" y="4733"/>
                    </a:lnTo>
                    <a:lnTo>
                      <a:pt x="10911" y="4547"/>
                    </a:lnTo>
                    <a:lnTo>
                      <a:pt x="8773" y="4640"/>
                    </a:lnTo>
                    <a:lnTo>
                      <a:pt x="10262" y="1020"/>
                    </a:lnTo>
                    <a:lnTo>
                      <a:pt x="5381" y="6592"/>
                    </a:lnTo>
                    <a:lnTo>
                      <a:pt x="7012" y="1483"/>
                    </a:lnTo>
                    <a:lnTo>
                      <a:pt x="5758" y="556"/>
                    </a:lnTo>
                    <a:lnTo>
                      <a:pt x="4417" y="0"/>
                    </a:lnTo>
                    <a:lnTo>
                      <a:pt x="4183" y="260"/>
                    </a:lnTo>
                    <a:lnTo>
                      <a:pt x="4183" y="1260"/>
                    </a:lnTo>
                    <a:cubicBezTo>
                      <a:pt x="4183" y="1260"/>
                      <a:pt x="3027" y="3769"/>
                      <a:pt x="2138" y="4603"/>
                    </a:cubicBezTo>
                    <a:cubicBezTo>
                      <a:pt x="1260" y="5437"/>
                      <a:pt x="463" y="6419"/>
                      <a:pt x="278" y="7439"/>
                    </a:cubicBezTo>
                    <a:cubicBezTo>
                      <a:pt x="93" y="8458"/>
                      <a:pt x="0" y="10225"/>
                      <a:pt x="463" y="11059"/>
                    </a:cubicBezTo>
                    <a:cubicBezTo>
                      <a:pt x="927" y="11893"/>
                      <a:pt x="5202" y="15983"/>
                      <a:pt x="5202" y="15983"/>
                    </a:cubicBezTo>
                    <a:lnTo>
                      <a:pt x="6697" y="15940"/>
                    </a:lnTo>
                    <a:lnTo>
                      <a:pt x="9854" y="16125"/>
                    </a:lnTo>
                    <a:lnTo>
                      <a:pt x="13709" y="16076"/>
                    </a:lnTo>
                    <a:lnTo>
                      <a:pt x="27598" y="16218"/>
                    </a:lnTo>
                    <a:lnTo>
                      <a:pt x="28802" y="16168"/>
                    </a:lnTo>
                    <a:lnTo>
                      <a:pt x="28710" y="15384"/>
                    </a:lnTo>
                    <a:lnTo>
                      <a:pt x="33893" y="15513"/>
                    </a:lnTo>
                    <a:cubicBezTo>
                      <a:pt x="33825" y="15414"/>
                      <a:pt x="33757" y="15334"/>
                      <a:pt x="33677" y="15266"/>
                    </a:cubicBez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52"/>
              <p:cNvSpPr/>
              <p:nvPr/>
            </p:nvSpPr>
            <p:spPr>
              <a:xfrm>
                <a:off x="6404000" y="2653575"/>
                <a:ext cx="539618" cy="361817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4715" extrusionOk="0">
                    <a:moveTo>
                      <a:pt x="711" y="279"/>
                    </a:moveTo>
                    <a:lnTo>
                      <a:pt x="1712" y="779"/>
                    </a:lnTo>
                    <a:lnTo>
                      <a:pt x="3188" y="2478"/>
                    </a:lnTo>
                    <a:lnTo>
                      <a:pt x="5270" y="4066"/>
                    </a:lnTo>
                    <a:lnTo>
                      <a:pt x="7031" y="4714"/>
                    </a:lnTo>
                    <a:lnTo>
                      <a:pt x="5332" y="3880"/>
                    </a:lnTo>
                    <a:lnTo>
                      <a:pt x="4375" y="3034"/>
                    </a:lnTo>
                    <a:lnTo>
                      <a:pt x="3751" y="2478"/>
                    </a:lnTo>
                    <a:lnTo>
                      <a:pt x="3720" y="1737"/>
                    </a:lnTo>
                    <a:lnTo>
                      <a:pt x="4714" y="1150"/>
                    </a:lnTo>
                    <a:lnTo>
                      <a:pt x="6537" y="1"/>
                    </a:lnTo>
                    <a:lnTo>
                      <a:pt x="5703" y="309"/>
                    </a:lnTo>
                    <a:lnTo>
                      <a:pt x="4591" y="933"/>
                    </a:lnTo>
                    <a:lnTo>
                      <a:pt x="3497" y="1489"/>
                    </a:lnTo>
                    <a:lnTo>
                      <a:pt x="3380" y="2231"/>
                    </a:lnTo>
                    <a:lnTo>
                      <a:pt x="1990" y="748"/>
                    </a:lnTo>
                    <a:lnTo>
                      <a:pt x="742" y="124"/>
                    </a:lnTo>
                    <a:lnTo>
                      <a:pt x="0" y="31"/>
                    </a:lnTo>
                    <a:lnTo>
                      <a:pt x="0" y="272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7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Lessons Learned</a:t>
            </a:r>
          </a:p>
        </p:txBody>
      </p:sp>
      <p:sp>
        <p:nvSpPr>
          <p:cNvPr id="2080" name="Google Shape;2080;p72"/>
          <p:cNvSpPr txBox="1"/>
          <p:nvPr/>
        </p:nvSpPr>
        <p:spPr>
          <a:xfrm flipH="1">
            <a:off x="957644" y="1825375"/>
            <a:ext cx="18657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>
                <a:solidFill>
                  <a:schemeClr val="dk1"/>
                </a:solidFill>
                <a:latin typeface="Barlow"/>
              </a:rPr>
              <a:t>1x Weekly die </a:t>
            </a:r>
            <a:r>
              <a:rPr lang="en" err="1">
                <a:solidFill>
                  <a:schemeClr val="dk1"/>
                </a:solidFill>
                <a:latin typeface="Barlow"/>
              </a:rPr>
              <a:t>Woche</a:t>
            </a:r>
            <a:r>
              <a:rPr lang="en">
                <a:solidFill>
                  <a:schemeClr val="dk1"/>
                </a:solidFill>
                <a:latin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</a:rPr>
              <a:t>Pflicht</a:t>
            </a:r>
          </a:p>
        </p:txBody>
      </p:sp>
      <p:sp>
        <p:nvSpPr>
          <p:cNvPr id="2081" name="Google Shape;2081;p72"/>
          <p:cNvSpPr txBox="1"/>
          <p:nvPr/>
        </p:nvSpPr>
        <p:spPr>
          <a:xfrm>
            <a:off x="794353" y="1519675"/>
            <a:ext cx="2192271" cy="38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Impact"/>
                <a:sym typeface="Impact"/>
              </a:rPr>
              <a:t>Kommunikation</a:t>
            </a:r>
            <a:endParaRPr lang="de-DE"/>
          </a:p>
        </p:txBody>
      </p:sp>
      <p:sp>
        <p:nvSpPr>
          <p:cNvPr id="2082" name="Google Shape;2082;p72"/>
          <p:cNvSpPr txBox="1"/>
          <p:nvPr/>
        </p:nvSpPr>
        <p:spPr>
          <a:xfrm flipH="1">
            <a:off x="3639149" y="1825375"/>
            <a:ext cx="18657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Steile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Lernkurve</a:t>
            </a:r>
            <a:endParaRPr lang="en" err="1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2083" name="Google Shape;2083;p72"/>
          <p:cNvSpPr txBox="1"/>
          <p:nvPr/>
        </p:nvSpPr>
        <p:spPr>
          <a:xfrm>
            <a:off x="3639128" y="1519675"/>
            <a:ext cx="1955507" cy="38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400">
                <a:solidFill>
                  <a:schemeClr val="dk1"/>
                </a:solidFill>
                <a:latin typeface="Impact"/>
                <a:ea typeface="Impact"/>
                <a:cs typeface="Impact"/>
              </a:rPr>
              <a:t>Unreal Engine</a:t>
            </a:r>
          </a:p>
        </p:txBody>
      </p:sp>
      <p:sp>
        <p:nvSpPr>
          <p:cNvPr id="2084" name="Google Shape;2084;p72"/>
          <p:cNvSpPr txBox="1"/>
          <p:nvPr/>
        </p:nvSpPr>
        <p:spPr>
          <a:xfrm flipH="1">
            <a:off x="6068725" y="1825375"/>
            <a:ext cx="18657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Übersichtlicher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Marketplace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zum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finden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von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Inhalten</a:t>
            </a:r>
            <a:endParaRPr lang="en" err="1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2085" name="Google Shape;2085;p72"/>
          <p:cNvSpPr txBox="1"/>
          <p:nvPr/>
        </p:nvSpPr>
        <p:spPr>
          <a:xfrm>
            <a:off x="6068725" y="1519675"/>
            <a:ext cx="1865700" cy="38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Impact"/>
                <a:sym typeface="Impact"/>
              </a:rPr>
              <a:t>Fab</a:t>
            </a:r>
            <a:endParaRPr lang="de-DE"/>
          </a:p>
        </p:txBody>
      </p:sp>
      <p:sp>
        <p:nvSpPr>
          <p:cNvPr id="2086" name="Google Shape;2086;p72"/>
          <p:cNvSpPr txBox="1"/>
          <p:nvPr/>
        </p:nvSpPr>
        <p:spPr>
          <a:xfrm flipH="1">
            <a:off x="957645" y="3923418"/>
            <a:ext cx="2192271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Starke Performance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Probleme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während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der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Entwicklung</a:t>
            </a:r>
            <a:endParaRPr lang="en" err="1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2087" name="Google Shape;2087;p72"/>
          <p:cNvSpPr txBox="1"/>
          <p:nvPr/>
        </p:nvSpPr>
        <p:spPr>
          <a:xfrm>
            <a:off x="1120924" y="3536098"/>
            <a:ext cx="1865700" cy="38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err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Perfromance</a:t>
            </a:r>
            <a:endParaRPr sz="2400" err="1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88" name="Google Shape;2088;p72"/>
          <p:cNvSpPr txBox="1"/>
          <p:nvPr/>
        </p:nvSpPr>
        <p:spPr>
          <a:xfrm flipH="1">
            <a:off x="3418718" y="3923418"/>
            <a:ext cx="2298407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 der Spileentwicklung hat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dieser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Teil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sehr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viel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zeit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in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anspruch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genommen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lang="en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2089" name="Google Shape;2089;p72"/>
          <p:cNvSpPr txBox="1"/>
          <p:nvPr/>
        </p:nvSpPr>
        <p:spPr>
          <a:xfrm>
            <a:off x="3639128" y="3536098"/>
            <a:ext cx="1865700" cy="38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400">
                <a:solidFill>
                  <a:schemeClr val="dk1"/>
                </a:solidFill>
                <a:latin typeface="Impact"/>
                <a:sym typeface="Impact"/>
              </a:rPr>
              <a:t>Bug Fixes</a:t>
            </a:r>
            <a:endParaRPr lang="de-DE"/>
          </a:p>
        </p:txBody>
      </p:sp>
      <p:sp>
        <p:nvSpPr>
          <p:cNvPr id="2090" name="Google Shape;2090;p72"/>
          <p:cNvSpPr txBox="1"/>
          <p:nvPr/>
        </p:nvSpPr>
        <p:spPr>
          <a:xfrm flipH="1">
            <a:off x="5954424" y="4013225"/>
            <a:ext cx="20943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Spielenwicklung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ist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seher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heruasfordernd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jedoch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auch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sehr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amüsant</a:t>
            </a:r>
            <a:endParaRPr lang="en" err="1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  <p:sp>
        <p:nvSpPr>
          <p:cNvPr id="2091" name="Google Shape;2091;p72"/>
          <p:cNvSpPr txBox="1"/>
          <p:nvPr/>
        </p:nvSpPr>
        <p:spPr>
          <a:xfrm>
            <a:off x="6068725" y="3536098"/>
            <a:ext cx="1865700" cy="38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err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Spaß</a:t>
            </a:r>
            <a:endParaRPr sz="2400" err="1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cxnSp>
        <p:nvCxnSpPr>
          <p:cNvPr id="2092" name="Google Shape;2092;p72"/>
          <p:cNvCxnSpPr>
            <a:stCxn id="2081" idx="3"/>
            <a:endCxn id="2083" idx="1"/>
          </p:cNvCxnSpPr>
          <p:nvPr/>
        </p:nvCxnSpPr>
        <p:spPr>
          <a:xfrm>
            <a:off x="2986624" y="1712875"/>
            <a:ext cx="65250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3" name="Google Shape;2093;p72"/>
          <p:cNvCxnSpPr>
            <a:stCxn id="2083" idx="3"/>
            <a:endCxn id="2085" idx="1"/>
          </p:cNvCxnSpPr>
          <p:nvPr/>
        </p:nvCxnSpPr>
        <p:spPr>
          <a:xfrm>
            <a:off x="5594635" y="1712875"/>
            <a:ext cx="47409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4" name="Google Shape;2094;p72"/>
          <p:cNvCxnSpPr>
            <a:cxnSpLocks/>
          </p:cNvCxnSpPr>
          <p:nvPr/>
        </p:nvCxnSpPr>
        <p:spPr>
          <a:xfrm flipH="1">
            <a:off x="2053825" y="1663889"/>
            <a:ext cx="5880600" cy="1823100"/>
          </a:xfrm>
          <a:prstGeom prst="bentConnector4">
            <a:avLst>
              <a:gd name="adj1" fmla="val -4049"/>
              <a:gd name="adj2" fmla="val 553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5" name="Google Shape;2095;p72"/>
          <p:cNvCxnSpPr>
            <a:stCxn id="2091" idx="1"/>
            <a:endCxn id="2089" idx="3"/>
          </p:cNvCxnSpPr>
          <p:nvPr/>
        </p:nvCxnSpPr>
        <p:spPr>
          <a:xfrm rot="10800000">
            <a:off x="5504725" y="3729298"/>
            <a:ext cx="56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096" name="Google Shape;2096;p72"/>
          <p:cNvCxnSpPr>
            <a:stCxn id="2089" idx="1"/>
            <a:endCxn id="2087" idx="3"/>
          </p:cNvCxnSpPr>
          <p:nvPr/>
        </p:nvCxnSpPr>
        <p:spPr>
          <a:xfrm rot="10800000">
            <a:off x="2986628" y="3729298"/>
            <a:ext cx="652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67"/>
          <p:cNvSpPr txBox="1">
            <a:spLocks noGrp="1"/>
          </p:cNvSpPr>
          <p:nvPr>
            <p:ph type="title"/>
          </p:nvPr>
        </p:nvSpPr>
        <p:spPr>
          <a:xfrm>
            <a:off x="720000" y="265411"/>
            <a:ext cx="7704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Zeitaufwände</a:t>
            </a:r>
            <a:endParaRPr err="1"/>
          </a:p>
        </p:txBody>
      </p:sp>
      <p:pic>
        <p:nvPicPr>
          <p:cNvPr id="1997" name="Google Shape;1997;p67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8300" y="1160525"/>
            <a:ext cx="2973854" cy="30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67"/>
          <p:cNvSpPr txBox="1"/>
          <p:nvPr/>
        </p:nvSpPr>
        <p:spPr>
          <a:xfrm>
            <a:off x="721389" y="1977983"/>
            <a:ext cx="1673100" cy="527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2400" err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Aufgaben</a:t>
            </a:r>
            <a:r>
              <a:rPr lang="en"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 für die VL</a:t>
            </a:r>
            <a:endParaRPr sz="2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000" name="Google Shape;2000;p67"/>
          <p:cNvSpPr txBox="1"/>
          <p:nvPr/>
        </p:nvSpPr>
        <p:spPr>
          <a:xfrm>
            <a:off x="6724999" y="1708562"/>
            <a:ext cx="1795545" cy="527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Entwicklung</a:t>
            </a:r>
            <a:endParaRPr sz="24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002" name="Google Shape;2002;p67"/>
          <p:cNvSpPr txBox="1"/>
          <p:nvPr/>
        </p:nvSpPr>
        <p:spPr>
          <a:xfrm>
            <a:off x="713225" y="1294077"/>
            <a:ext cx="1673100" cy="530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10%</a:t>
            </a:r>
            <a:endParaRPr sz="3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003" name="Google Shape;2003;p67"/>
          <p:cNvSpPr txBox="1"/>
          <p:nvPr/>
        </p:nvSpPr>
        <p:spPr>
          <a:xfrm>
            <a:off x="6725000" y="1294077"/>
            <a:ext cx="1673100" cy="530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40%</a:t>
            </a:r>
            <a:endParaRPr sz="3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004" name="Google Shape;2004;p67"/>
          <p:cNvSpPr txBox="1"/>
          <p:nvPr/>
        </p:nvSpPr>
        <p:spPr>
          <a:xfrm>
            <a:off x="713225" y="3313537"/>
            <a:ext cx="1673100" cy="527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 sz="2400">
                <a:solidFill>
                  <a:schemeClr val="dk1"/>
                </a:solidFill>
                <a:latin typeface="Anton"/>
              </a:rPr>
              <a:t>Bug Fixes</a:t>
            </a:r>
          </a:p>
        </p:txBody>
      </p:sp>
      <p:sp>
        <p:nvSpPr>
          <p:cNvPr id="2006" name="Google Shape;2006;p67"/>
          <p:cNvSpPr txBox="1"/>
          <p:nvPr/>
        </p:nvSpPr>
        <p:spPr>
          <a:xfrm>
            <a:off x="6725000" y="3313537"/>
            <a:ext cx="1673100" cy="527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err="1">
                <a:solidFill>
                  <a:schemeClr val="dk1"/>
                </a:solidFill>
                <a:latin typeface="Anton"/>
                <a:sym typeface="Anton"/>
              </a:rPr>
              <a:t>Planung</a:t>
            </a:r>
            <a:endParaRPr lang="de-DE" err="1"/>
          </a:p>
        </p:txBody>
      </p:sp>
      <p:sp>
        <p:nvSpPr>
          <p:cNvPr id="2008" name="Google Shape;2008;p67"/>
          <p:cNvSpPr txBox="1"/>
          <p:nvPr/>
        </p:nvSpPr>
        <p:spPr>
          <a:xfrm>
            <a:off x="713225" y="2899052"/>
            <a:ext cx="1673100" cy="530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20%</a:t>
            </a:r>
            <a:endParaRPr sz="3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009" name="Google Shape;2009;p67"/>
          <p:cNvSpPr txBox="1"/>
          <p:nvPr/>
        </p:nvSpPr>
        <p:spPr>
          <a:xfrm>
            <a:off x="6725000" y="2899052"/>
            <a:ext cx="1673100" cy="530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30%</a:t>
            </a:r>
            <a:endParaRPr sz="3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010" name="Google Shape;2010;p67"/>
          <p:cNvSpPr/>
          <p:nvPr/>
        </p:nvSpPr>
        <p:spPr>
          <a:xfrm>
            <a:off x="2456550" y="1774775"/>
            <a:ext cx="395100" cy="395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1" name="Google Shape;2011;p67"/>
          <p:cNvSpPr/>
          <p:nvPr/>
        </p:nvSpPr>
        <p:spPr>
          <a:xfrm>
            <a:off x="2456550" y="3379825"/>
            <a:ext cx="395100" cy="395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2" name="Google Shape;2012;p67"/>
          <p:cNvSpPr/>
          <p:nvPr/>
        </p:nvSpPr>
        <p:spPr>
          <a:xfrm>
            <a:off x="6278800" y="1774775"/>
            <a:ext cx="395100" cy="395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3" name="Google Shape;2013;p67"/>
          <p:cNvSpPr/>
          <p:nvPr/>
        </p:nvSpPr>
        <p:spPr>
          <a:xfrm>
            <a:off x="6278800" y="3379825"/>
            <a:ext cx="395100" cy="395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4">
          <a:extLst>
            <a:ext uri="{FF2B5EF4-FFF2-40B4-BE49-F238E27FC236}">
              <a16:creationId xmlns:a16="http://schemas.microsoft.com/office/drawing/2014/main" id="{F90D79E4-56CD-4FB8-F6FC-54F662E9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67">
            <a:extLst>
              <a:ext uri="{FF2B5EF4-FFF2-40B4-BE49-F238E27FC236}">
                <a16:creationId xmlns:a16="http://schemas.microsoft.com/office/drawing/2014/main" id="{1AAF0367-42E9-6C9C-6993-CDD34BFF9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65411"/>
            <a:ext cx="7704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Zeitaufwände</a:t>
            </a:r>
            <a:endParaRPr err="1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5B0F410-0175-DADF-A275-FAFD10F3FEE1}"/>
              </a:ext>
            </a:extLst>
          </p:cNvPr>
          <p:cNvSpPr txBox="1"/>
          <p:nvPr/>
        </p:nvSpPr>
        <p:spPr>
          <a:xfrm>
            <a:off x="1848547" y="4128020"/>
            <a:ext cx="589029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solidFill>
                  <a:schemeClr val="tx1"/>
                </a:solidFill>
              </a:rPr>
              <a:t>Link zum Projekt: https://github.com/INeeedADoc/Outbreak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4A9C125-F959-1753-E9E5-E6CC610BB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2" y="1323109"/>
            <a:ext cx="8099666" cy="272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69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>
          <a:extLst>
            <a:ext uri="{FF2B5EF4-FFF2-40B4-BE49-F238E27FC236}">
              <a16:creationId xmlns:a16="http://schemas.microsoft.com/office/drawing/2014/main" id="{388E1060-EE94-8BDD-4CD6-014E64FBE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52">
            <a:extLst>
              <a:ext uri="{FF2B5EF4-FFF2-40B4-BE49-F238E27FC236}">
                <a16:creationId xmlns:a16="http://schemas.microsoft.com/office/drawing/2014/main" id="{B720F6E0-A941-CC1F-ACB4-13F2790CFDAE}"/>
              </a:ext>
            </a:extLst>
          </p:cNvPr>
          <p:cNvSpPr/>
          <p:nvPr/>
        </p:nvSpPr>
        <p:spPr>
          <a:xfrm>
            <a:off x="7510406" y="820723"/>
            <a:ext cx="1260916" cy="3614189"/>
          </a:xfrm>
          <a:custGeom>
            <a:avLst/>
            <a:gdLst/>
            <a:ahLst/>
            <a:cxnLst/>
            <a:rect l="l" t="t" r="r" b="b"/>
            <a:pathLst>
              <a:path w="11894" h="34092" extrusionOk="0">
                <a:moveTo>
                  <a:pt x="7761" y="1"/>
                </a:moveTo>
                <a:lnTo>
                  <a:pt x="7155" y="38"/>
                </a:lnTo>
                <a:cubicBezTo>
                  <a:pt x="7155" y="38"/>
                  <a:pt x="6494" y="7130"/>
                  <a:pt x="5827" y="11239"/>
                </a:cubicBezTo>
                <a:cubicBezTo>
                  <a:pt x="5166" y="15347"/>
                  <a:pt x="5425" y="18529"/>
                  <a:pt x="6161" y="23434"/>
                </a:cubicBezTo>
                <a:cubicBezTo>
                  <a:pt x="6883" y="28340"/>
                  <a:pt x="7754" y="30063"/>
                  <a:pt x="7019" y="30990"/>
                </a:cubicBezTo>
                <a:cubicBezTo>
                  <a:pt x="6701" y="31394"/>
                  <a:pt x="6207" y="31508"/>
                  <a:pt x="5729" y="31508"/>
                </a:cubicBezTo>
                <a:cubicBezTo>
                  <a:pt x="5111" y="31508"/>
                  <a:pt x="4519" y="31317"/>
                  <a:pt x="4369" y="31317"/>
                </a:cubicBezTo>
                <a:cubicBezTo>
                  <a:pt x="4109" y="31317"/>
                  <a:pt x="2781" y="32318"/>
                  <a:pt x="2781" y="32318"/>
                </a:cubicBezTo>
                <a:cubicBezTo>
                  <a:pt x="2781" y="32318"/>
                  <a:pt x="1984" y="31985"/>
                  <a:pt x="1391" y="31855"/>
                </a:cubicBezTo>
                <a:cubicBezTo>
                  <a:pt x="1365" y="31849"/>
                  <a:pt x="1340" y="31846"/>
                  <a:pt x="1313" y="31846"/>
                </a:cubicBezTo>
                <a:cubicBezTo>
                  <a:pt x="726" y="31846"/>
                  <a:pt x="1" y="33245"/>
                  <a:pt x="1" y="33245"/>
                </a:cubicBezTo>
                <a:lnTo>
                  <a:pt x="11894" y="34091"/>
                </a:lnTo>
                <a:cubicBezTo>
                  <a:pt x="11647" y="33758"/>
                  <a:pt x="11356" y="33443"/>
                  <a:pt x="11047" y="33202"/>
                </a:cubicBezTo>
                <a:cubicBezTo>
                  <a:pt x="9830" y="32213"/>
                  <a:pt x="9713" y="32800"/>
                  <a:pt x="8959" y="31521"/>
                </a:cubicBezTo>
                <a:cubicBezTo>
                  <a:pt x="8199" y="30249"/>
                  <a:pt x="9423" y="28093"/>
                  <a:pt x="8897" y="27221"/>
                </a:cubicBezTo>
                <a:cubicBezTo>
                  <a:pt x="8378" y="26344"/>
                  <a:pt x="8082" y="25411"/>
                  <a:pt x="8199" y="24305"/>
                </a:cubicBezTo>
                <a:cubicBezTo>
                  <a:pt x="8317" y="23206"/>
                  <a:pt x="8545" y="22681"/>
                  <a:pt x="8082" y="21167"/>
                </a:cubicBezTo>
                <a:cubicBezTo>
                  <a:pt x="7631" y="19690"/>
                  <a:pt x="6673" y="17374"/>
                  <a:pt x="6630" y="17275"/>
                </a:cubicBezTo>
                <a:lnTo>
                  <a:pt x="6630" y="17275"/>
                </a:lnTo>
                <a:cubicBezTo>
                  <a:pt x="6652" y="17384"/>
                  <a:pt x="7085" y="19784"/>
                  <a:pt x="6786" y="19784"/>
                </a:cubicBezTo>
                <a:cubicBezTo>
                  <a:pt x="6747" y="19784"/>
                  <a:pt x="6696" y="19744"/>
                  <a:pt x="6630" y="19653"/>
                </a:cubicBezTo>
                <a:cubicBezTo>
                  <a:pt x="6043" y="18838"/>
                  <a:pt x="6161" y="18547"/>
                  <a:pt x="5815" y="17034"/>
                </a:cubicBezTo>
                <a:cubicBezTo>
                  <a:pt x="5469" y="15526"/>
                  <a:pt x="6809" y="9700"/>
                  <a:pt x="6982" y="8249"/>
                </a:cubicBezTo>
                <a:cubicBezTo>
                  <a:pt x="7155" y="6790"/>
                  <a:pt x="6920" y="6445"/>
                  <a:pt x="6982" y="4350"/>
                </a:cubicBezTo>
                <a:cubicBezTo>
                  <a:pt x="7019" y="2972"/>
                  <a:pt x="7458" y="1119"/>
                  <a:pt x="7761" y="1"/>
                </a:cubicBezTo>
                <a:close/>
              </a:path>
            </a:pathLst>
          </a:custGeom>
          <a:solidFill>
            <a:srgbClr val="000000">
              <a:alpha val="41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52">
            <a:extLst>
              <a:ext uri="{FF2B5EF4-FFF2-40B4-BE49-F238E27FC236}">
                <a16:creationId xmlns:a16="http://schemas.microsoft.com/office/drawing/2014/main" id="{5FCFA550-6E5B-07E1-C546-9000AD711FAB}"/>
              </a:ext>
            </a:extLst>
          </p:cNvPr>
          <p:cNvSpPr/>
          <p:nvPr/>
        </p:nvSpPr>
        <p:spPr>
          <a:xfrm>
            <a:off x="8565560" y="2473274"/>
            <a:ext cx="539817" cy="1915121"/>
          </a:xfrm>
          <a:custGeom>
            <a:avLst/>
            <a:gdLst/>
            <a:ahLst/>
            <a:cxnLst/>
            <a:rect l="l" t="t" r="r" b="b"/>
            <a:pathLst>
              <a:path w="5092" h="18065" extrusionOk="0">
                <a:moveTo>
                  <a:pt x="3133" y="0"/>
                </a:moveTo>
                <a:lnTo>
                  <a:pt x="3133" y="0"/>
                </a:lnTo>
                <a:cubicBezTo>
                  <a:pt x="2960" y="222"/>
                  <a:pt x="2781" y="470"/>
                  <a:pt x="2657" y="692"/>
                </a:cubicBezTo>
                <a:cubicBezTo>
                  <a:pt x="2299" y="1365"/>
                  <a:pt x="1984" y="1606"/>
                  <a:pt x="1984" y="2162"/>
                </a:cubicBezTo>
                <a:cubicBezTo>
                  <a:pt x="1984" y="2718"/>
                  <a:pt x="2176" y="2440"/>
                  <a:pt x="2064" y="3355"/>
                </a:cubicBezTo>
                <a:cubicBezTo>
                  <a:pt x="1941" y="4263"/>
                  <a:pt x="1391" y="7266"/>
                  <a:pt x="909" y="8062"/>
                </a:cubicBezTo>
                <a:cubicBezTo>
                  <a:pt x="433" y="8853"/>
                  <a:pt x="162" y="8773"/>
                  <a:pt x="279" y="9483"/>
                </a:cubicBezTo>
                <a:cubicBezTo>
                  <a:pt x="396" y="10194"/>
                  <a:pt x="470" y="12054"/>
                  <a:pt x="353" y="13005"/>
                </a:cubicBezTo>
                <a:cubicBezTo>
                  <a:pt x="242" y="13956"/>
                  <a:pt x="1" y="13956"/>
                  <a:pt x="199" y="14827"/>
                </a:cubicBezTo>
                <a:cubicBezTo>
                  <a:pt x="396" y="15699"/>
                  <a:pt x="1823" y="15384"/>
                  <a:pt x="2219" y="16255"/>
                </a:cubicBezTo>
                <a:cubicBezTo>
                  <a:pt x="2608" y="17126"/>
                  <a:pt x="2732" y="17447"/>
                  <a:pt x="3442" y="17682"/>
                </a:cubicBezTo>
                <a:cubicBezTo>
                  <a:pt x="3776" y="17799"/>
                  <a:pt x="4239" y="17984"/>
                  <a:pt x="4727" y="18065"/>
                </a:cubicBezTo>
                <a:lnTo>
                  <a:pt x="5092" y="17787"/>
                </a:lnTo>
                <a:cubicBezTo>
                  <a:pt x="5092" y="17787"/>
                  <a:pt x="3238" y="17385"/>
                  <a:pt x="2973" y="16977"/>
                </a:cubicBezTo>
                <a:cubicBezTo>
                  <a:pt x="2713" y="16582"/>
                  <a:pt x="2775" y="16180"/>
                  <a:pt x="2176" y="15785"/>
                </a:cubicBezTo>
                <a:cubicBezTo>
                  <a:pt x="1582" y="15390"/>
                  <a:pt x="983" y="15785"/>
                  <a:pt x="718" y="13932"/>
                </a:cubicBezTo>
                <a:cubicBezTo>
                  <a:pt x="501" y="12406"/>
                  <a:pt x="1002" y="11096"/>
                  <a:pt x="742" y="9162"/>
                </a:cubicBezTo>
                <a:cubicBezTo>
                  <a:pt x="1292" y="8408"/>
                  <a:pt x="2139" y="7074"/>
                  <a:pt x="2256" y="5783"/>
                </a:cubicBezTo>
                <a:cubicBezTo>
                  <a:pt x="2435" y="3868"/>
                  <a:pt x="2373" y="1718"/>
                  <a:pt x="2373" y="1718"/>
                </a:cubicBezTo>
                <a:cubicBezTo>
                  <a:pt x="2373" y="1718"/>
                  <a:pt x="2948" y="433"/>
                  <a:pt x="3065" y="266"/>
                </a:cubicBezTo>
                <a:cubicBezTo>
                  <a:pt x="3096" y="222"/>
                  <a:pt x="3121" y="124"/>
                  <a:pt x="3133" y="0"/>
                </a:cubicBezTo>
                <a:close/>
              </a:path>
            </a:pathLst>
          </a:custGeom>
          <a:solidFill>
            <a:srgbClr val="000000">
              <a:alpha val="41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52">
            <a:extLst>
              <a:ext uri="{FF2B5EF4-FFF2-40B4-BE49-F238E27FC236}">
                <a16:creationId xmlns:a16="http://schemas.microsoft.com/office/drawing/2014/main" id="{0454941F-AD6A-25C9-9F2B-BC537CDF1481}"/>
              </a:ext>
            </a:extLst>
          </p:cNvPr>
          <p:cNvSpPr/>
          <p:nvPr/>
        </p:nvSpPr>
        <p:spPr>
          <a:xfrm>
            <a:off x="7306754" y="4327465"/>
            <a:ext cx="2248532" cy="201848"/>
          </a:xfrm>
          <a:custGeom>
            <a:avLst/>
            <a:gdLst/>
            <a:ahLst/>
            <a:cxnLst/>
            <a:rect l="l" t="t" r="r" b="b"/>
            <a:pathLst>
              <a:path w="21210" h="1904" extrusionOk="0">
                <a:moveTo>
                  <a:pt x="20259" y="0"/>
                </a:moveTo>
                <a:cubicBezTo>
                  <a:pt x="20259" y="0"/>
                  <a:pt x="779" y="74"/>
                  <a:pt x="631" y="74"/>
                </a:cubicBezTo>
                <a:lnTo>
                  <a:pt x="1" y="1903"/>
                </a:lnTo>
                <a:lnTo>
                  <a:pt x="21210" y="1502"/>
                </a:lnTo>
                <a:lnTo>
                  <a:pt x="2025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52">
            <a:extLst>
              <a:ext uri="{FF2B5EF4-FFF2-40B4-BE49-F238E27FC236}">
                <a16:creationId xmlns:a16="http://schemas.microsoft.com/office/drawing/2014/main" id="{550ED8D1-19E6-27FA-8FCC-999E6E8983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8522" y="725"/>
            <a:ext cx="6448028" cy="24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err="1"/>
              <a:t>Vielen</a:t>
            </a:r>
            <a:r>
              <a:rPr lang="en"/>
              <a:t> Dank für Eure </a:t>
            </a:r>
            <a:r>
              <a:rPr lang="en" err="1"/>
              <a:t>Aufmerksamkeit</a:t>
            </a:r>
            <a:r>
              <a:rPr lang="en"/>
              <a:t>!</a:t>
            </a:r>
            <a:endParaRPr lang="de-DE" err="1"/>
          </a:p>
        </p:txBody>
      </p:sp>
      <p:grpSp>
        <p:nvGrpSpPr>
          <p:cNvPr id="1377" name="Google Shape;1377;p52">
            <a:extLst>
              <a:ext uri="{FF2B5EF4-FFF2-40B4-BE49-F238E27FC236}">
                <a16:creationId xmlns:a16="http://schemas.microsoft.com/office/drawing/2014/main" id="{CFAAE140-05C6-F0E5-6854-DCE46A3B05F8}"/>
              </a:ext>
            </a:extLst>
          </p:cNvPr>
          <p:cNvGrpSpPr/>
          <p:nvPr/>
        </p:nvGrpSpPr>
        <p:grpSpPr>
          <a:xfrm>
            <a:off x="6224830" y="-44100"/>
            <a:ext cx="3453400" cy="5766633"/>
            <a:chOff x="6224830" y="-44100"/>
            <a:chExt cx="3453400" cy="5766633"/>
          </a:xfrm>
        </p:grpSpPr>
        <p:sp>
          <p:nvSpPr>
            <p:cNvPr id="1378" name="Google Shape;1378;p52">
              <a:extLst>
                <a:ext uri="{FF2B5EF4-FFF2-40B4-BE49-F238E27FC236}">
                  <a16:creationId xmlns:a16="http://schemas.microsoft.com/office/drawing/2014/main" id="{512718C0-3EC8-4C3F-FF10-0D5E0EF7C677}"/>
                </a:ext>
              </a:extLst>
            </p:cNvPr>
            <p:cNvSpPr/>
            <p:nvPr/>
          </p:nvSpPr>
          <p:spPr>
            <a:xfrm>
              <a:off x="7338610" y="-44100"/>
              <a:ext cx="1974763" cy="4494727"/>
            </a:xfrm>
            <a:custGeom>
              <a:avLst/>
              <a:gdLst/>
              <a:ahLst/>
              <a:cxnLst/>
              <a:rect l="l" t="t" r="r" b="b"/>
              <a:pathLst>
                <a:path w="15057" h="34271" extrusionOk="0">
                  <a:moveTo>
                    <a:pt x="8360" y="1"/>
                  </a:moveTo>
                  <a:lnTo>
                    <a:pt x="8187" y="13"/>
                  </a:lnTo>
                  <a:lnTo>
                    <a:pt x="7766" y="32"/>
                  </a:lnTo>
                  <a:lnTo>
                    <a:pt x="7161" y="63"/>
                  </a:lnTo>
                  <a:cubicBezTo>
                    <a:pt x="7161" y="63"/>
                    <a:pt x="6494" y="7161"/>
                    <a:pt x="5833" y="11270"/>
                  </a:cubicBezTo>
                  <a:cubicBezTo>
                    <a:pt x="5165" y="15378"/>
                    <a:pt x="5431" y="18560"/>
                    <a:pt x="6166" y="23465"/>
                  </a:cubicBezTo>
                  <a:cubicBezTo>
                    <a:pt x="6889" y="28371"/>
                    <a:pt x="7754" y="30088"/>
                    <a:pt x="7019" y="31015"/>
                  </a:cubicBezTo>
                  <a:cubicBezTo>
                    <a:pt x="6702" y="31421"/>
                    <a:pt x="6204" y="31535"/>
                    <a:pt x="5723" y="31535"/>
                  </a:cubicBezTo>
                  <a:cubicBezTo>
                    <a:pt x="5108" y="31535"/>
                    <a:pt x="4520" y="31348"/>
                    <a:pt x="4375" y="31348"/>
                  </a:cubicBezTo>
                  <a:cubicBezTo>
                    <a:pt x="4109" y="31348"/>
                    <a:pt x="2781" y="32343"/>
                    <a:pt x="2781" y="32343"/>
                  </a:cubicBezTo>
                  <a:cubicBezTo>
                    <a:pt x="2781" y="32343"/>
                    <a:pt x="1990" y="32016"/>
                    <a:pt x="1391" y="31880"/>
                  </a:cubicBezTo>
                  <a:cubicBezTo>
                    <a:pt x="1366" y="31874"/>
                    <a:pt x="1342" y="31872"/>
                    <a:pt x="1317" y="31872"/>
                  </a:cubicBezTo>
                  <a:cubicBezTo>
                    <a:pt x="734" y="31872"/>
                    <a:pt x="1" y="33270"/>
                    <a:pt x="1" y="33270"/>
                  </a:cubicBezTo>
                  <a:lnTo>
                    <a:pt x="11893" y="34122"/>
                  </a:lnTo>
                  <a:lnTo>
                    <a:pt x="13926" y="34271"/>
                  </a:lnTo>
                  <a:lnTo>
                    <a:pt x="14692" y="33684"/>
                  </a:lnTo>
                  <a:lnTo>
                    <a:pt x="15057" y="33406"/>
                  </a:lnTo>
                  <a:cubicBezTo>
                    <a:pt x="15057" y="33406"/>
                    <a:pt x="13203" y="33004"/>
                    <a:pt x="12944" y="32603"/>
                  </a:cubicBezTo>
                  <a:cubicBezTo>
                    <a:pt x="12684" y="32207"/>
                    <a:pt x="12746" y="31806"/>
                    <a:pt x="12153" y="31410"/>
                  </a:cubicBezTo>
                  <a:cubicBezTo>
                    <a:pt x="11554" y="31021"/>
                    <a:pt x="10954" y="31410"/>
                    <a:pt x="10689" y="29557"/>
                  </a:cubicBezTo>
                  <a:cubicBezTo>
                    <a:pt x="10472" y="28031"/>
                    <a:pt x="10979" y="26721"/>
                    <a:pt x="10713" y="24787"/>
                  </a:cubicBezTo>
                  <a:cubicBezTo>
                    <a:pt x="11263" y="24034"/>
                    <a:pt x="12110" y="22699"/>
                    <a:pt x="12227" y="21408"/>
                  </a:cubicBezTo>
                  <a:cubicBezTo>
                    <a:pt x="12406" y="19499"/>
                    <a:pt x="12344" y="17343"/>
                    <a:pt x="12344" y="17343"/>
                  </a:cubicBezTo>
                  <a:cubicBezTo>
                    <a:pt x="12344" y="17343"/>
                    <a:pt x="12919" y="16058"/>
                    <a:pt x="13036" y="15891"/>
                  </a:cubicBezTo>
                  <a:cubicBezTo>
                    <a:pt x="13067" y="15848"/>
                    <a:pt x="13092" y="15749"/>
                    <a:pt x="13111" y="15625"/>
                  </a:cubicBezTo>
                  <a:cubicBezTo>
                    <a:pt x="13135" y="15415"/>
                    <a:pt x="13148" y="15131"/>
                    <a:pt x="13154" y="14933"/>
                  </a:cubicBezTo>
                  <a:lnTo>
                    <a:pt x="13154" y="14668"/>
                  </a:lnTo>
                  <a:lnTo>
                    <a:pt x="12876" y="15119"/>
                  </a:lnTo>
                  <a:lnTo>
                    <a:pt x="11702" y="16991"/>
                  </a:lnTo>
                  <a:cubicBezTo>
                    <a:pt x="11702" y="16991"/>
                    <a:pt x="10713" y="16879"/>
                    <a:pt x="10652" y="15539"/>
                  </a:cubicBezTo>
                  <a:cubicBezTo>
                    <a:pt x="10639" y="15255"/>
                    <a:pt x="10658" y="15007"/>
                    <a:pt x="10713" y="14785"/>
                  </a:cubicBezTo>
                  <a:cubicBezTo>
                    <a:pt x="10905" y="13957"/>
                    <a:pt x="11517" y="13432"/>
                    <a:pt x="12338" y="12524"/>
                  </a:cubicBezTo>
                  <a:cubicBezTo>
                    <a:pt x="13376" y="11356"/>
                    <a:pt x="14772" y="7285"/>
                    <a:pt x="14772" y="7285"/>
                  </a:cubicBezTo>
                  <a:lnTo>
                    <a:pt x="14661" y="7272"/>
                  </a:lnTo>
                  <a:lnTo>
                    <a:pt x="13957" y="7167"/>
                  </a:lnTo>
                  <a:cubicBezTo>
                    <a:pt x="13957" y="7167"/>
                    <a:pt x="13197" y="10775"/>
                    <a:pt x="11220" y="12524"/>
                  </a:cubicBezTo>
                  <a:cubicBezTo>
                    <a:pt x="9249" y="14266"/>
                    <a:pt x="9774" y="15662"/>
                    <a:pt x="9540" y="17114"/>
                  </a:cubicBezTo>
                  <a:cubicBezTo>
                    <a:pt x="9311" y="18566"/>
                    <a:pt x="9947" y="18103"/>
                    <a:pt x="9886" y="19326"/>
                  </a:cubicBezTo>
                  <a:cubicBezTo>
                    <a:pt x="9867" y="19938"/>
                    <a:pt x="9595" y="20284"/>
                    <a:pt x="9323" y="20475"/>
                  </a:cubicBezTo>
                  <a:cubicBezTo>
                    <a:pt x="8804" y="19153"/>
                    <a:pt x="8248" y="17695"/>
                    <a:pt x="7878" y="16113"/>
                  </a:cubicBezTo>
                  <a:cubicBezTo>
                    <a:pt x="7631" y="15075"/>
                    <a:pt x="7464" y="13994"/>
                    <a:pt x="7433" y="12864"/>
                  </a:cubicBezTo>
                  <a:cubicBezTo>
                    <a:pt x="7303" y="8551"/>
                    <a:pt x="8360" y="1"/>
                    <a:pt x="83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9" name="Google Shape;1379;p52">
              <a:extLst>
                <a:ext uri="{FF2B5EF4-FFF2-40B4-BE49-F238E27FC236}">
                  <a16:creationId xmlns:a16="http://schemas.microsoft.com/office/drawing/2014/main" id="{1BF468CB-5058-33CA-87DB-0AA8114117A2}"/>
                </a:ext>
              </a:extLst>
            </p:cNvPr>
            <p:cNvGrpSpPr/>
            <p:nvPr/>
          </p:nvGrpSpPr>
          <p:grpSpPr>
            <a:xfrm>
              <a:off x="6224830" y="3576612"/>
              <a:ext cx="3453400" cy="2145920"/>
              <a:chOff x="427966" y="1874585"/>
              <a:chExt cx="2735800" cy="1700008"/>
            </a:xfrm>
          </p:grpSpPr>
          <p:sp>
            <p:nvSpPr>
              <p:cNvPr id="1380" name="Google Shape;1380;p52">
                <a:extLst>
                  <a:ext uri="{FF2B5EF4-FFF2-40B4-BE49-F238E27FC236}">
                    <a16:creationId xmlns:a16="http://schemas.microsoft.com/office/drawing/2014/main" id="{F69FBB29-9350-E21E-79EA-ACBD09618E91}"/>
                  </a:ext>
                </a:extLst>
              </p:cNvPr>
              <p:cNvSpPr/>
              <p:nvPr/>
            </p:nvSpPr>
            <p:spPr>
              <a:xfrm>
                <a:off x="2540579" y="2787681"/>
                <a:ext cx="623187" cy="79906"/>
              </a:xfrm>
              <a:custGeom>
                <a:avLst/>
                <a:gdLst/>
                <a:ahLst/>
                <a:cxnLst/>
                <a:rect l="l" t="t" r="r" b="b"/>
                <a:pathLst>
                  <a:path w="9546" h="1224" extrusionOk="0">
                    <a:moveTo>
                      <a:pt x="0" y="371"/>
                    </a:moveTo>
                    <a:cubicBezTo>
                      <a:pt x="0" y="371"/>
                      <a:pt x="1736" y="186"/>
                      <a:pt x="1977" y="278"/>
                    </a:cubicBezTo>
                    <a:cubicBezTo>
                      <a:pt x="2206" y="371"/>
                      <a:pt x="3485" y="890"/>
                      <a:pt x="3485" y="890"/>
                    </a:cubicBezTo>
                    <a:lnTo>
                      <a:pt x="5832" y="1224"/>
                    </a:lnTo>
                    <a:lnTo>
                      <a:pt x="9546" y="0"/>
                    </a:lnTo>
                    <a:lnTo>
                      <a:pt x="5968" y="946"/>
                    </a:lnTo>
                    <a:lnTo>
                      <a:pt x="3713" y="655"/>
                    </a:lnTo>
                    <a:lnTo>
                      <a:pt x="2299" y="0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52">
                <a:extLst>
                  <a:ext uri="{FF2B5EF4-FFF2-40B4-BE49-F238E27FC236}">
                    <a16:creationId xmlns:a16="http://schemas.microsoft.com/office/drawing/2014/main" id="{FF6710B4-C563-CC62-A813-9396320D9685}"/>
                  </a:ext>
                </a:extLst>
              </p:cNvPr>
              <p:cNvSpPr/>
              <p:nvPr/>
            </p:nvSpPr>
            <p:spPr>
              <a:xfrm>
                <a:off x="1257579" y="2542026"/>
                <a:ext cx="1177762" cy="612742"/>
              </a:xfrm>
              <a:custGeom>
                <a:avLst/>
                <a:gdLst/>
                <a:ahLst/>
                <a:cxnLst/>
                <a:rect l="l" t="t" r="r" b="b"/>
                <a:pathLst>
                  <a:path w="18041" h="9386" extrusionOk="0">
                    <a:moveTo>
                      <a:pt x="1366" y="8366"/>
                    </a:moveTo>
                    <a:cubicBezTo>
                      <a:pt x="1366" y="8366"/>
                      <a:pt x="1928" y="7896"/>
                      <a:pt x="1996" y="7896"/>
                    </a:cubicBezTo>
                    <a:cubicBezTo>
                      <a:pt x="2070" y="7896"/>
                      <a:pt x="3034" y="7520"/>
                      <a:pt x="3034" y="7520"/>
                    </a:cubicBezTo>
                    <a:lnTo>
                      <a:pt x="1928" y="6253"/>
                    </a:lnTo>
                    <a:lnTo>
                      <a:pt x="897" y="5870"/>
                    </a:lnTo>
                    <a:lnTo>
                      <a:pt x="495" y="4746"/>
                    </a:lnTo>
                    <a:lnTo>
                      <a:pt x="1" y="4091"/>
                    </a:lnTo>
                    <a:lnTo>
                      <a:pt x="1218" y="2491"/>
                    </a:lnTo>
                    <a:lnTo>
                      <a:pt x="1947" y="1224"/>
                    </a:lnTo>
                    <a:lnTo>
                      <a:pt x="2935" y="1131"/>
                    </a:lnTo>
                    <a:lnTo>
                      <a:pt x="7025" y="1"/>
                    </a:lnTo>
                    <a:lnTo>
                      <a:pt x="9546" y="798"/>
                    </a:lnTo>
                    <a:lnTo>
                      <a:pt x="12085" y="1335"/>
                    </a:lnTo>
                    <a:lnTo>
                      <a:pt x="12715" y="2417"/>
                    </a:lnTo>
                    <a:lnTo>
                      <a:pt x="13704" y="3831"/>
                    </a:lnTo>
                    <a:lnTo>
                      <a:pt x="14383" y="4702"/>
                    </a:lnTo>
                    <a:lnTo>
                      <a:pt x="14785" y="6371"/>
                    </a:lnTo>
                    <a:lnTo>
                      <a:pt x="15119" y="6822"/>
                    </a:lnTo>
                    <a:lnTo>
                      <a:pt x="17052" y="7050"/>
                    </a:lnTo>
                    <a:lnTo>
                      <a:pt x="18041" y="7075"/>
                    </a:lnTo>
                    <a:lnTo>
                      <a:pt x="16960" y="7167"/>
                    </a:lnTo>
                    <a:lnTo>
                      <a:pt x="14909" y="7032"/>
                    </a:lnTo>
                    <a:lnTo>
                      <a:pt x="13617" y="7032"/>
                    </a:lnTo>
                    <a:lnTo>
                      <a:pt x="12561" y="7384"/>
                    </a:lnTo>
                    <a:lnTo>
                      <a:pt x="11344" y="8181"/>
                    </a:lnTo>
                    <a:lnTo>
                      <a:pt x="10077" y="7730"/>
                    </a:lnTo>
                    <a:lnTo>
                      <a:pt x="8903" y="7445"/>
                    </a:lnTo>
                    <a:lnTo>
                      <a:pt x="7476" y="7829"/>
                    </a:lnTo>
                    <a:lnTo>
                      <a:pt x="5499" y="6438"/>
                    </a:lnTo>
                    <a:cubicBezTo>
                      <a:pt x="5499" y="6438"/>
                      <a:pt x="4060" y="7631"/>
                      <a:pt x="3992" y="7680"/>
                    </a:cubicBezTo>
                    <a:cubicBezTo>
                      <a:pt x="3924" y="7724"/>
                      <a:pt x="3355" y="7748"/>
                      <a:pt x="3355" y="7748"/>
                    </a:cubicBezTo>
                    <a:lnTo>
                      <a:pt x="3102" y="7890"/>
                    </a:lnTo>
                    <a:lnTo>
                      <a:pt x="3288" y="8545"/>
                    </a:lnTo>
                    <a:lnTo>
                      <a:pt x="3714" y="9157"/>
                    </a:lnTo>
                    <a:lnTo>
                      <a:pt x="5586" y="9385"/>
                    </a:lnTo>
                    <a:lnTo>
                      <a:pt x="3609" y="9268"/>
                    </a:lnTo>
                    <a:lnTo>
                      <a:pt x="3096" y="8588"/>
                    </a:lnTo>
                    <a:lnTo>
                      <a:pt x="2837" y="7890"/>
                    </a:lnTo>
                    <a:lnTo>
                      <a:pt x="2064" y="8002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52">
                <a:extLst>
                  <a:ext uri="{FF2B5EF4-FFF2-40B4-BE49-F238E27FC236}">
                    <a16:creationId xmlns:a16="http://schemas.microsoft.com/office/drawing/2014/main" id="{73121D35-1BE3-31B3-B656-881610DB7119}"/>
                  </a:ext>
                </a:extLst>
              </p:cNvPr>
              <p:cNvSpPr/>
              <p:nvPr/>
            </p:nvSpPr>
            <p:spPr>
              <a:xfrm>
                <a:off x="1566562" y="2542026"/>
                <a:ext cx="480022" cy="511488"/>
              </a:xfrm>
              <a:custGeom>
                <a:avLst/>
                <a:gdLst/>
                <a:ahLst/>
                <a:cxnLst/>
                <a:rect l="l" t="t" r="r" b="b"/>
                <a:pathLst>
                  <a:path w="7353" h="7835" extrusionOk="0">
                    <a:moveTo>
                      <a:pt x="7352" y="1342"/>
                    </a:moveTo>
                    <a:lnTo>
                      <a:pt x="4813" y="798"/>
                    </a:lnTo>
                    <a:lnTo>
                      <a:pt x="2292" y="1"/>
                    </a:lnTo>
                    <a:lnTo>
                      <a:pt x="0" y="637"/>
                    </a:lnTo>
                    <a:lnTo>
                      <a:pt x="254" y="6871"/>
                    </a:lnTo>
                    <a:lnTo>
                      <a:pt x="766" y="6445"/>
                    </a:lnTo>
                    <a:lnTo>
                      <a:pt x="2743" y="7835"/>
                    </a:lnTo>
                    <a:lnTo>
                      <a:pt x="4152" y="7458"/>
                    </a:lnTo>
                    <a:lnTo>
                      <a:pt x="5313" y="7736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52">
                <a:extLst>
                  <a:ext uri="{FF2B5EF4-FFF2-40B4-BE49-F238E27FC236}">
                    <a16:creationId xmlns:a16="http://schemas.microsoft.com/office/drawing/2014/main" id="{EA9CA0E5-8A65-294C-F9B6-D08F02206F3E}"/>
                  </a:ext>
                </a:extLst>
              </p:cNvPr>
              <p:cNvSpPr/>
              <p:nvPr/>
            </p:nvSpPr>
            <p:spPr>
              <a:xfrm>
                <a:off x="1988418" y="2731604"/>
                <a:ext cx="208186" cy="344104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271" extrusionOk="0">
                    <a:moveTo>
                      <a:pt x="3188" y="1792"/>
                    </a:moveTo>
                    <a:lnTo>
                      <a:pt x="2509" y="921"/>
                    </a:lnTo>
                    <a:lnTo>
                      <a:pt x="1860" y="1"/>
                    </a:lnTo>
                    <a:cubicBezTo>
                      <a:pt x="1391" y="1310"/>
                      <a:pt x="439" y="3973"/>
                      <a:pt x="1" y="5221"/>
                    </a:cubicBezTo>
                    <a:lnTo>
                      <a:pt x="130" y="5271"/>
                    </a:lnTo>
                    <a:lnTo>
                      <a:pt x="1354" y="4474"/>
                    </a:lnTo>
                    <a:lnTo>
                      <a:pt x="2348" y="4140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52">
                <a:extLst>
                  <a:ext uri="{FF2B5EF4-FFF2-40B4-BE49-F238E27FC236}">
                    <a16:creationId xmlns:a16="http://schemas.microsoft.com/office/drawing/2014/main" id="{C67F5B35-33BE-25E2-5E07-D3B87DBEC4EF}"/>
                  </a:ext>
                </a:extLst>
              </p:cNvPr>
              <p:cNvSpPr/>
              <p:nvPr/>
            </p:nvSpPr>
            <p:spPr>
              <a:xfrm>
                <a:off x="1257579" y="2621474"/>
                <a:ext cx="127562" cy="325956"/>
              </a:xfrm>
              <a:custGeom>
                <a:avLst/>
                <a:gdLst/>
                <a:ahLst/>
                <a:cxnLst/>
                <a:rect l="l" t="t" r="r" b="b"/>
                <a:pathLst>
                  <a:path w="1954" h="4993" extrusionOk="0">
                    <a:moveTo>
                      <a:pt x="1" y="2874"/>
                    </a:moveTo>
                    <a:lnTo>
                      <a:pt x="495" y="3529"/>
                    </a:lnTo>
                    <a:lnTo>
                      <a:pt x="897" y="4653"/>
                    </a:lnTo>
                    <a:lnTo>
                      <a:pt x="1830" y="4993"/>
                    </a:lnTo>
                    <a:lnTo>
                      <a:pt x="1953" y="1"/>
                    </a:lnTo>
                    <a:lnTo>
                      <a:pt x="1224" y="1274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52">
                <a:extLst>
                  <a:ext uri="{FF2B5EF4-FFF2-40B4-BE49-F238E27FC236}">
                    <a16:creationId xmlns:a16="http://schemas.microsoft.com/office/drawing/2014/main" id="{75B4ED9F-B9B1-4710-5D11-5839DD31E469}"/>
                  </a:ext>
                </a:extLst>
              </p:cNvPr>
              <p:cNvSpPr/>
              <p:nvPr/>
            </p:nvSpPr>
            <p:spPr>
              <a:xfrm>
                <a:off x="1353610" y="1874585"/>
                <a:ext cx="370282" cy="807479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12369" extrusionOk="0">
                    <a:moveTo>
                      <a:pt x="5672" y="7649"/>
                    </a:moveTo>
                    <a:cubicBezTo>
                      <a:pt x="5672" y="7649"/>
                      <a:pt x="3670" y="6141"/>
                      <a:pt x="3367" y="4350"/>
                    </a:cubicBezTo>
                    <a:cubicBezTo>
                      <a:pt x="3058" y="2564"/>
                      <a:pt x="3602" y="0"/>
                      <a:pt x="3602" y="0"/>
                    </a:cubicBezTo>
                    <a:cubicBezTo>
                      <a:pt x="3602" y="0"/>
                      <a:pt x="0" y="7179"/>
                      <a:pt x="890" y="9379"/>
                    </a:cubicBezTo>
                    <a:cubicBezTo>
                      <a:pt x="1773" y="11578"/>
                      <a:pt x="3472" y="12369"/>
                      <a:pt x="3472" y="1236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52">
                <a:extLst>
                  <a:ext uri="{FF2B5EF4-FFF2-40B4-BE49-F238E27FC236}">
                    <a16:creationId xmlns:a16="http://schemas.microsoft.com/office/drawing/2014/main" id="{BFAB270F-5448-0ABA-4C46-0378D9314F9F}"/>
                  </a:ext>
                </a:extLst>
              </p:cNvPr>
              <p:cNvSpPr/>
              <p:nvPr/>
            </p:nvSpPr>
            <p:spPr>
              <a:xfrm>
                <a:off x="1318488" y="2190353"/>
                <a:ext cx="850696" cy="1099553"/>
              </a:xfrm>
              <a:custGeom>
                <a:avLst/>
                <a:gdLst/>
                <a:ahLst/>
                <a:cxnLst/>
                <a:rect l="l" t="t" r="r" b="b"/>
                <a:pathLst>
                  <a:path w="13031" h="16843" extrusionOk="0">
                    <a:moveTo>
                      <a:pt x="6494" y="16842"/>
                    </a:moveTo>
                    <a:lnTo>
                      <a:pt x="1" y="13753"/>
                    </a:lnTo>
                    <a:lnTo>
                      <a:pt x="6531" y="1"/>
                    </a:lnTo>
                    <a:lnTo>
                      <a:pt x="13030" y="30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52">
                <a:extLst>
                  <a:ext uri="{FF2B5EF4-FFF2-40B4-BE49-F238E27FC236}">
                    <a16:creationId xmlns:a16="http://schemas.microsoft.com/office/drawing/2014/main" id="{F03A5644-23EE-16AA-31A7-7E1C7D2A01D7}"/>
                  </a:ext>
                </a:extLst>
              </p:cNvPr>
              <p:cNvSpPr/>
              <p:nvPr/>
            </p:nvSpPr>
            <p:spPr>
              <a:xfrm>
                <a:off x="1556835" y="2283902"/>
                <a:ext cx="429624" cy="924531"/>
              </a:xfrm>
              <a:custGeom>
                <a:avLst/>
                <a:gdLst/>
                <a:ahLst/>
                <a:cxnLst/>
                <a:rect l="l" t="t" r="r" b="b"/>
                <a:pathLst>
                  <a:path w="6581" h="14162" extrusionOk="0">
                    <a:moveTo>
                      <a:pt x="217" y="14161"/>
                    </a:moveTo>
                    <a:lnTo>
                      <a:pt x="6581" y="322"/>
                    </a:lnTo>
                    <a:lnTo>
                      <a:pt x="5907" y="1"/>
                    </a:lnTo>
                    <a:lnTo>
                      <a:pt x="2046" y="8335"/>
                    </a:lnTo>
                    <a:lnTo>
                      <a:pt x="2552" y="8397"/>
                    </a:lnTo>
                    <a:lnTo>
                      <a:pt x="1" y="14056"/>
                    </a:lnTo>
                    <a:close/>
                  </a:path>
                </a:pathLst>
              </a:custGeom>
              <a:solidFill>
                <a:srgbClr val="F7F9F7">
                  <a:alpha val="1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52">
                <a:extLst>
                  <a:ext uri="{FF2B5EF4-FFF2-40B4-BE49-F238E27FC236}">
                    <a16:creationId xmlns:a16="http://schemas.microsoft.com/office/drawing/2014/main" id="{2FA775AA-00A0-2E22-7622-6E26719DABBD}"/>
                  </a:ext>
                </a:extLst>
              </p:cNvPr>
              <p:cNvSpPr/>
              <p:nvPr/>
            </p:nvSpPr>
            <p:spPr>
              <a:xfrm>
                <a:off x="1618592" y="2329925"/>
                <a:ext cx="550593" cy="959979"/>
              </a:xfrm>
              <a:custGeom>
                <a:avLst/>
                <a:gdLst/>
                <a:ahLst/>
                <a:cxnLst/>
                <a:rect l="l" t="t" r="r" b="b"/>
                <a:pathLst>
                  <a:path w="8434" h="14705" extrusionOk="0">
                    <a:moveTo>
                      <a:pt x="0" y="13802"/>
                    </a:moveTo>
                    <a:lnTo>
                      <a:pt x="1897" y="14704"/>
                    </a:lnTo>
                    <a:lnTo>
                      <a:pt x="8433" y="945"/>
                    </a:lnTo>
                    <a:lnTo>
                      <a:pt x="6444" y="0"/>
                    </a:lnTo>
                    <a:close/>
                  </a:path>
                </a:pathLst>
              </a:custGeom>
              <a:solidFill>
                <a:srgbClr val="F7F9F7">
                  <a:alpha val="1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52">
                <a:extLst>
                  <a:ext uri="{FF2B5EF4-FFF2-40B4-BE49-F238E27FC236}">
                    <a16:creationId xmlns:a16="http://schemas.microsoft.com/office/drawing/2014/main" id="{73EB41D0-BD68-52CC-3B22-9D985A3AF3DE}"/>
                  </a:ext>
                </a:extLst>
              </p:cNvPr>
              <p:cNvSpPr/>
              <p:nvPr/>
            </p:nvSpPr>
            <p:spPr>
              <a:xfrm>
                <a:off x="1740801" y="2043143"/>
                <a:ext cx="459850" cy="357030"/>
              </a:xfrm>
              <a:custGeom>
                <a:avLst/>
                <a:gdLst/>
                <a:ahLst/>
                <a:cxnLst/>
                <a:rect l="l" t="t" r="r" b="b"/>
                <a:pathLst>
                  <a:path w="7044" h="5469" extrusionOk="0">
                    <a:moveTo>
                      <a:pt x="7043" y="2373"/>
                    </a:moveTo>
                    <a:lnTo>
                      <a:pt x="2057" y="1"/>
                    </a:lnTo>
                    <a:lnTo>
                      <a:pt x="62" y="2249"/>
                    </a:lnTo>
                    <a:cubicBezTo>
                      <a:pt x="0" y="2379"/>
                      <a:pt x="1403" y="3182"/>
                      <a:pt x="3200" y="4029"/>
                    </a:cubicBezTo>
                    <a:cubicBezTo>
                      <a:pt x="4992" y="4881"/>
                      <a:pt x="6500" y="5468"/>
                      <a:pt x="6567" y="532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52">
                <a:extLst>
                  <a:ext uri="{FF2B5EF4-FFF2-40B4-BE49-F238E27FC236}">
                    <a16:creationId xmlns:a16="http://schemas.microsoft.com/office/drawing/2014/main" id="{BBD3F293-4455-9462-6016-2305ED4121E6}"/>
                  </a:ext>
                </a:extLst>
              </p:cNvPr>
              <p:cNvSpPr/>
              <p:nvPr/>
            </p:nvSpPr>
            <p:spPr>
              <a:xfrm>
                <a:off x="1815419" y="2101243"/>
                <a:ext cx="385232" cy="299320"/>
              </a:xfrm>
              <a:custGeom>
                <a:avLst/>
                <a:gdLst/>
                <a:ahLst/>
                <a:cxnLst/>
                <a:rect l="l" t="t" r="r" b="b"/>
                <a:pathLst>
                  <a:path w="5901" h="4585" extrusionOk="0">
                    <a:moveTo>
                      <a:pt x="2774" y="0"/>
                    </a:moveTo>
                    <a:lnTo>
                      <a:pt x="2626" y="136"/>
                    </a:lnTo>
                    <a:lnTo>
                      <a:pt x="3633" y="1267"/>
                    </a:lnTo>
                    <a:lnTo>
                      <a:pt x="3787" y="2360"/>
                    </a:lnTo>
                    <a:lnTo>
                      <a:pt x="2280" y="2515"/>
                    </a:lnTo>
                    <a:lnTo>
                      <a:pt x="1032" y="2268"/>
                    </a:lnTo>
                    <a:lnTo>
                      <a:pt x="0" y="2107"/>
                    </a:lnTo>
                    <a:cubicBezTo>
                      <a:pt x="550" y="2410"/>
                      <a:pt x="1260" y="2768"/>
                      <a:pt x="2051" y="3151"/>
                    </a:cubicBezTo>
                    <a:cubicBezTo>
                      <a:pt x="3843" y="3997"/>
                      <a:pt x="5344" y="4584"/>
                      <a:pt x="5418" y="4448"/>
                    </a:cubicBezTo>
                    <a:lnTo>
                      <a:pt x="5900" y="1483"/>
                    </a:lnTo>
                    <a:close/>
                    <a:moveTo>
                      <a:pt x="2465" y="1885"/>
                    </a:moveTo>
                    <a:lnTo>
                      <a:pt x="2292" y="1329"/>
                    </a:lnTo>
                    <a:lnTo>
                      <a:pt x="1168" y="1452"/>
                    </a:lnTo>
                    <a:lnTo>
                      <a:pt x="1699" y="1885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52">
                <a:extLst>
                  <a:ext uri="{FF2B5EF4-FFF2-40B4-BE49-F238E27FC236}">
                    <a16:creationId xmlns:a16="http://schemas.microsoft.com/office/drawing/2014/main" id="{0D9BA7AD-389F-12DC-280D-EAAF02CAF729}"/>
                  </a:ext>
                </a:extLst>
              </p:cNvPr>
              <p:cNvSpPr/>
              <p:nvPr/>
            </p:nvSpPr>
            <p:spPr>
              <a:xfrm>
                <a:off x="1871432" y="2036680"/>
                <a:ext cx="332418" cy="167841"/>
              </a:xfrm>
              <a:custGeom>
                <a:avLst/>
                <a:gdLst/>
                <a:ahLst/>
                <a:cxnLst/>
                <a:rect l="l" t="t" r="r" b="b"/>
                <a:pathLst>
                  <a:path w="5092" h="2571" extrusionOk="0">
                    <a:moveTo>
                      <a:pt x="5042" y="2472"/>
                    </a:moveTo>
                    <a:cubicBezTo>
                      <a:pt x="4999" y="2571"/>
                      <a:pt x="3837" y="2132"/>
                      <a:pt x="2460" y="1471"/>
                    </a:cubicBezTo>
                    <a:cubicBezTo>
                      <a:pt x="1082" y="816"/>
                      <a:pt x="1" y="205"/>
                      <a:pt x="44" y="100"/>
                    </a:cubicBezTo>
                    <a:cubicBezTo>
                      <a:pt x="94" y="1"/>
                      <a:pt x="1255" y="439"/>
                      <a:pt x="2633" y="1094"/>
                    </a:cubicBezTo>
                    <a:cubicBezTo>
                      <a:pt x="4017" y="1749"/>
                      <a:pt x="5092" y="2367"/>
                      <a:pt x="5042" y="247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52">
                <a:extLst>
                  <a:ext uri="{FF2B5EF4-FFF2-40B4-BE49-F238E27FC236}">
                    <a16:creationId xmlns:a16="http://schemas.microsoft.com/office/drawing/2014/main" id="{C7A49C39-A45F-5C11-809A-BDFD435D29DD}"/>
                  </a:ext>
                </a:extLst>
              </p:cNvPr>
              <p:cNvSpPr/>
              <p:nvPr/>
            </p:nvSpPr>
            <p:spPr>
              <a:xfrm>
                <a:off x="1859746" y="2231481"/>
                <a:ext cx="613133" cy="612350"/>
              </a:xfrm>
              <a:custGeom>
                <a:avLst/>
                <a:gdLst/>
                <a:ahLst/>
                <a:cxnLst/>
                <a:rect l="l" t="t" r="r" b="b"/>
                <a:pathLst>
                  <a:path w="9392" h="9380" extrusionOk="0">
                    <a:moveTo>
                      <a:pt x="2101" y="3671"/>
                    </a:moveTo>
                    <a:cubicBezTo>
                      <a:pt x="2101" y="3671"/>
                      <a:pt x="4634" y="4165"/>
                      <a:pt x="6222" y="3170"/>
                    </a:cubicBezTo>
                    <a:cubicBezTo>
                      <a:pt x="7804" y="2169"/>
                      <a:pt x="9391" y="1"/>
                      <a:pt x="9391" y="1"/>
                    </a:cubicBezTo>
                    <a:cubicBezTo>
                      <a:pt x="9391" y="1"/>
                      <a:pt x="6364" y="7711"/>
                      <a:pt x="4072" y="8545"/>
                    </a:cubicBezTo>
                    <a:cubicBezTo>
                      <a:pt x="1780" y="9379"/>
                      <a:pt x="1" y="8625"/>
                      <a:pt x="1" y="862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52">
                <a:extLst>
                  <a:ext uri="{FF2B5EF4-FFF2-40B4-BE49-F238E27FC236}">
                    <a16:creationId xmlns:a16="http://schemas.microsoft.com/office/drawing/2014/main" id="{E8B6134D-0DB3-1179-9EA9-A031442721DD}"/>
                  </a:ext>
                </a:extLst>
              </p:cNvPr>
              <p:cNvSpPr/>
              <p:nvPr/>
            </p:nvSpPr>
            <p:spPr>
              <a:xfrm>
                <a:off x="1941611" y="2062923"/>
                <a:ext cx="262240" cy="142055"/>
              </a:xfrm>
              <a:custGeom>
                <a:avLst/>
                <a:gdLst/>
                <a:ahLst/>
                <a:cxnLst/>
                <a:rect l="l" t="t" r="r" b="b"/>
                <a:pathLst>
                  <a:path w="4017" h="2176" extrusionOk="0">
                    <a:moveTo>
                      <a:pt x="3967" y="2070"/>
                    </a:moveTo>
                    <a:cubicBezTo>
                      <a:pt x="4017" y="1965"/>
                      <a:pt x="2942" y="1347"/>
                      <a:pt x="1558" y="692"/>
                    </a:cubicBezTo>
                    <a:cubicBezTo>
                      <a:pt x="971" y="414"/>
                      <a:pt x="433" y="173"/>
                      <a:pt x="1" y="0"/>
                    </a:cubicBezTo>
                    <a:cubicBezTo>
                      <a:pt x="32" y="99"/>
                      <a:pt x="199" y="204"/>
                      <a:pt x="347" y="315"/>
                    </a:cubicBezTo>
                    <a:cubicBezTo>
                      <a:pt x="507" y="433"/>
                      <a:pt x="934" y="538"/>
                      <a:pt x="977" y="563"/>
                    </a:cubicBezTo>
                    <a:cubicBezTo>
                      <a:pt x="1026" y="587"/>
                      <a:pt x="1131" y="785"/>
                      <a:pt x="1076" y="773"/>
                    </a:cubicBezTo>
                    <a:cubicBezTo>
                      <a:pt x="1014" y="754"/>
                      <a:pt x="693" y="717"/>
                      <a:pt x="693" y="717"/>
                    </a:cubicBezTo>
                    <a:cubicBezTo>
                      <a:pt x="693" y="717"/>
                      <a:pt x="693" y="723"/>
                      <a:pt x="705" y="729"/>
                    </a:cubicBezTo>
                    <a:cubicBezTo>
                      <a:pt x="921" y="841"/>
                      <a:pt x="1144" y="946"/>
                      <a:pt x="1385" y="1063"/>
                    </a:cubicBezTo>
                    <a:cubicBezTo>
                      <a:pt x="2762" y="1730"/>
                      <a:pt x="3912" y="2175"/>
                      <a:pt x="3967" y="2070"/>
                    </a:cubicBez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52">
                <a:extLst>
                  <a:ext uri="{FF2B5EF4-FFF2-40B4-BE49-F238E27FC236}">
                    <a16:creationId xmlns:a16="http://schemas.microsoft.com/office/drawing/2014/main" id="{49410DF6-DECE-2B5F-DB84-90F037CBDFC5}"/>
                  </a:ext>
                </a:extLst>
              </p:cNvPr>
              <p:cNvSpPr/>
              <p:nvPr/>
            </p:nvSpPr>
            <p:spPr>
              <a:xfrm>
                <a:off x="1255075" y="2925725"/>
                <a:ext cx="775100" cy="381550"/>
              </a:xfrm>
              <a:custGeom>
                <a:avLst/>
                <a:gdLst/>
                <a:ahLst/>
                <a:cxnLst/>
                <a:rect l="l" t="t" r="r" b="b"/>
                <a:pathLst>
                  <a:path w="31004" h="15262" extrusionOk="0">
                    <a:moveTo>
                      <a:pt x="2429" y="0"/>
                    </a:moveTo>
                    <a:lnTo>
                      <a:pt x="17716" y="4524"/>
                    </a:lnTo>
                    <a:lnTo>
                      <a:pt x="20407" y="4263"/>
                    </a:lnTo>
                    <a:lnTo>
                      <a:pt x="22312" y="4429"/>
                    </a:lnTo>
                    <a:lnTo>
                      <a:pt x="23955" y="4191"/>
                    </a:lnTo>
                    <a:lnTo>
                      <a:pt x="26575" y="4858"/>
                    </a:lnTo>
                    <a:lnTo>
                      <a:pt x="31004" y="6382"/>
                    </a:lnTo>
                    <a:lnTo>
                      <a:pt x="30293" y="10309"/>
                    </a:lnTo>
                    <a:lnTo>
                      <a:pt x="19625" y="15262"/>
                    </a:lnTo>
                    <a:lnTo>
                      <a:pt x="0" y="7054"/>
                    </a:lnTo>
                    <a:lnTo>
                      <a:pt x="571" y="229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95" name="Google Shape;1395;p52">
                <a:extLst>
                  <a:ext uri="{FF2B5EF4-FFF2-40B4-BE49-F238E27FC236}">
                    <a16:creationId xmlns:a16="http://schemas.microsoft.com/office/drawing/2014/main" id="{B81EC5C8-3000-7A23-2752-6DA9A4F7E6B7}"/>
                  </a:ext>
                </a:extLst>
              </p:cNvPr>
              <p:cNvSpPr/>
              <p:nvPr/>
            </p:nvSpPr>
            <p:spPr>
              <a:xfrm>
                <a:off x="427966" y="3088173"/>
                <a:ext cx="918851" cy="486420"/>
              </a:xfrm>
              <a:custGeom>
                <a:avLst/>
                <a:gdLst/>
                <a:ahLst/>
                <a:cxnLst/>
                <a:rect l="l" t="t" r="r" b="b"/>
                <a:pathLst>
                  <a:path w="14075" h="7451" extrusionOk="0">
                    <a:moveTo>
                      <a:pt x="14074" y="0"/>
                    </a:moveTo>
                    <a:lnTo>
                      <a:pt x="12727" y="748"/>
                    </a:lnTo>
                    <a:cubicBezTo>
                      <a:pt x="12727" y="748"/>
                      <a:pt x="10380" y="1631"/>
                      <a:pt x="10250" y="1631"/>
                    </a:cubicBezTo>
                    <a:cubicBezTo>
                      <a:pt x="10120" y="1631"/>
                      <a:pt x="8940" y="2101"/>
                      <a:pt x="8940" y="2101"/>
                    </a:cubicBezTo>
                    <a:lnTo>
                      <a:pt x="7309" y="3231"/>
                    </a:lnTo>
                    <a:lnTo>
                      <a:pt x="5239" y="3917"/>
                    </a:lnTo>
                    <a:lnTo>
                      <a:pt x="3324" y="6580"/>
                    </a:lnTo>
                    <a:cubicBezTo>
                      <a:pt x="3324" y="6580"/>
                      <a:pt x="2070" y="6827"/>
                      <a:pt x="1848" y="6827"/>
                    </a:cubicBezTo>
                    <a:cubicBezTo>
                      <a:pt x="1631" y="6827"/>
                      <a:pt x="0" y="7451"/>
                      <a:pt x="0" y="7451"/>
                    </a:cubicBezTo>
                    <a:lnTo>
                      <a:pt x="1879" y="6950"/>
                    </a:lnTo>
                    <a:lnTo>
                      <a:pt x="3571" y="6734"/>
                    </a:lnTo>
                    <a:lnTo>
                      <a:pt x="5450" y="4040"/>
                    </a:lnTo>
                    <a:lnTo>
                      <a:pt x="7482" y="3355"/>
                    </a:lnTo>
                    <a:lnTo>
                      <a:pt x="9082" y="2193"/>
                    </a:lnTo>
                    <a:lnTo>
                      <a:pt x="10244" y="1977"/>
                    </a:lnTo>
                    <a:lnTo>
                      <a:pt x="10429" y="2539"/>
                    </a:lnTo>
                    <a:lnTo>
                      <a:pt x="10275" y="3200"/>
                    </a:lnTo>
                    <a:lnTo>
                      <a:pt x="10929" y="3732"/>
                    </a:lnTo>
                    <a:lnTo>
                      <a:pt x="11214" y="4263"/>
                    </a:lnTo>
                    <a:lnTo>
                      <a:pt x="11399" y="4232"/>
                    </a:lnTo>
                    <a:lnTo>
                      <a:pt x="12746" y="4794"/>
                    </a:lnTo>
                    <a:lnTo>
                      <a:pt x="13963" y="5455"/>
                    </a:lnTo>
                    <a:lnTo>
                      <a:pt x="12839" y="4634"/>
                    </a:lnTo>
                    <a:lnTo>
                      <a:pt x="11424" y="3979"/>
                    </a:lnTo>
                    <a:lnTo>
                      <a:pt x="11109" y="3540"/>
                    </a:lnTo>
                    <a:lnTo>
                      <a:pt x="10571" y="3250"/>
                    </a:lnTo>
                    <a:lnTo>
                      <a:pt x="10670" y="2502"/>
                    </a:lnTo>
                    <a:lnTo>
                      <a:pt x="10608" y="1816"/>
                    </a:lnTo>
                    <a:lnTo>
                      <a:pt x="12832" y="902"/>
                    </a:lnTo>
                    <a:cubicBezTo>
                      <a:pt x="12832" y="902"/>
                      <a:pt x="13209" y="655"/>
                      <a:pt x="13425" y="525"/>
                    </a:cubicBezTo>
                    <a:cubicBezTo>
                      <a:pt x="13666" y="402"/>
                      <a:pt x="14074" y="0"/>
                      <a:pt x="14074" y="0"/>
                    </a:cubicBez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52">
                <a:extLst>
                  <a:ext uri="{FF2B5EF4-FFF2-40B4-BE49-F238E27FC236}">
                    <a16:creationId xmlns:a16="http://schemas.microsoft.com/office/drawing/2014/main" id="{3F4AD7CC-4C5F-E93A-F1D1-AC6F54203DC2}"/>
                  </a:ext>
                </a:extLst>
              </p:cNvPr>
              <p:cNvSpPr/>
              <p:nvPr/>
            </p:nvSpPr>
            <p:spPr>
              <a:xfrm>
                <a:off x="1086995" y="3415235"/>
                <a:ext cx="75858" cy="104517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601" extrusionOk="0">
                    <a:moveTo>
                      <a:pt x="1162" y="0"/>
                    </a:moveTo>
                    <a:lnTo>
                      <a:pt x="309" y="884"/>
                    </a:lnTo>
                    <a:lnTo>
                      <a:pt x="0" y="1601"/>
                    </a:lnTo>
                    <a:lnTo>
                      <a:pt x="594" y="847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52">
                <a:extLst>
                  <a:ext uri="{FF2B5EF4-FFF2-40B4-BE49-F238E27FC236}">
                    <a16:creationId xmlns:a16="http://schemas.microsoft.com/office/drawing/2014/main" id="{C2E3666E-0E52-6338-0597-1145D846DB3B}"/>
                  </a:ext>
                </a:extLst>
              </p:cNvPr>
              <p:cNvSpPr/>
              <p:nvPr/>
            </p:nvSpPr>
            <p:spPr>
              <a:xfrm>
                <a:off x="1044627" y="2718678"/>
                <a:ext cx="241676" cy="104583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1602" extrusionOk="0">
                    <a:moveTo>
                      <a:pt x="2182" y="1601"/>
                    </a:moveTo>
                    <a:lnTo>
                      <a:pt x="2447" y="1447"/>
                    </a:lnTo>
                    <a:lnTo>
                      <a:pt x="3454" y="1447"/>
                    </a:lnTo>
                    <a:lnTo>
                      <a:pt x="3701" y="1144"/>
                    </a:lnTo>
                    <a:lnTo>
                      <a:pt x="3047" y="989"/>
                    </a:lnTo>
                    <a:lnTo>
                      <a:pt x="1811" y="470"/>
                    </a:lnTo>
                    <a:lnTo>
                      <a:pt x="958" y="94"/>
                    </a:lnTo>
                    <a:lnTo>
                      <a:pt x="1" y="1"/>
                    </a:lnTo>
                    <a:lnTo>
                      <a:pt x="977" y="211"/>
                    </a:lnTo>
                    <a:lnTo>
                      <a:pt x="1780" y="532"/>
                    </a:lnTo>
                    <a:lnTo>
                      <a:pt x="2985" y="1113"/>
                    </a:lnTo>
                    <a:lnTo>
                      <a:pt x="2830" y="1249"/>
                    </a:lnTo>
                    <a:lnTo>
                      <a:pt x="2385" y="1206"/>
                    </a:lnTo>
                    <a:lnTo>
                      <a:pt x="2120" y="1416"/>
                    </a:lnTo>
                    <a:lnTo>
                      <a:pt x="668" y="1416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98" name="Google Shape;1398;p52">
            <a:extLst>
              <a:ext uri="{FF2B5EF4-FFF2-40B4-BE49-F238E27FC236}">
                <a16:creationId xmlns:a16="http://schemas.microsoft.com/office/drawing/2014/main" id="{ECC3A461-F63A-4BAC-152B-39A037C4FBF8}"/>
              </a:ext>
            </a:extLst>
          </p:cNvPr>
          <p:cNvSpPr/>
          <p:nvPr/>
        </p:nvSpPr>
        <p:spPr>
          <a:xfrm>
            <a:off x="1148687" y="2045232"/>
            <a:ext cx="1486710" cy="2716047"/>
          </a:xfrm>
          <a:custGeom>
            <a:avLst/>
            <a:gdLst/>
            <a:ahLst/>
            <a:cxnLst/>
            <a:rect l="l" t="t" r="r" b="b"/>
            <a:pathLst>
              <a:path w="12870" h="23512" extrusionOk="0">
                <a:moveTo>
                  <a:pt x="8786" y="779"/>
                </a:moveTo>
                <a:cubicBezTo>
                  <a:pt x="8785" y="780"/>
                  <a:pt x="8785" y="780"/>
                  <a:pt x="8785" y="780"/>
                </a:cubicBezTo>
                <a:lnTo>
                  <a:pt x="8785" y="780"/>
                </a:lnTo>
                <a:cubicBezTo>
                  <a:pt x="8785" y="780"/>
                  <a:pt x="8785" y="780"/>
                  <a:pt x="8786" y="779"/>
                </a:cubicBezTo>
                <a:close/>
                <a:moveTo>
                  <a:pt x="7983" y="1243"/>
                </a:moveTo>
                <a:lnTo>
                  <a:pt x="7983" y="1243"/>
                </a:lnTo>
                <a:cubicBezTo>
                  <a:pt x="7983" y="1243"/>
                  <a:pt x="7983" y="1244"/>
                  <a:pt x="7983" y="1245"/>
                </a:cubicBezTo>
                <a:lnTo>
                  <a:pt x="7983" y="1245"/>
                </a:lnTo>
                <a:cubicBezTo>
                  <a:pt x="7983" y="1244"/>
                  <a:pt x="7983" y="1243"/>
                  <a:pt x="7983" y="1243"/>
                </a:cubicBezTo>
                <a:close/>
                <a:moveTo>
                  <a:pt x="10503" y="1472"/>
                </a:moveTo>
                <a:cubicBezTo>
                  <a:pt x="10502" y="1472"/>
                  <a:pt x="10500" y="1474"/>
                  <a:pt x="10497" y="1478"/>
                </a:cubicBezTo>
                <a:lnTo>
                  <a:pt x="10497" y="1478"/>
                </a:lnTo>
                <a:cubicBezTo>
                  <a:pt x="10501" y="1474"/>
                  <a:pt x="10503" y="1472"/>
                  <a:pt x="10503" y="1472"/>
                </a:cubicBezTo>
                <a:close/>
                <a:moveTo>
                  <a:pt x="1567" y="1"/>
                </a:moveTo>
                <a:cubicBezTo>
                  <a:pt x="1504" y="1"/>
                  <a:pt x="1427" y="16"/>
                  <a:pt x="1335" y="50"/>
                </a:cubicBezTo>
                <a:cubicBezTo>
                  <a:pt x="1162" y="112"/>
                  <a:pt x="1193" y="112"/>
                  <a:pt x="1100" y="711"/>
                </a:cubicBezTo>
                <a:cubicBezTo>
                  <a:pt x="1090" y="676"/>
                  <a:pt x="1050" y="659"/>
                  <a:pt x="1011" y="659"/>
                </a:cubicBezTo>
                <a:cubicBezTo>
                  <a:pt x="981" y="659"/>
                  <a:pt x="952" y="668"/>
                  <a:pt x="933" y="687"/>
                </a:cubicBezTo>
                <a:cubicBezTo>
                  <a:pt x="834" y="779"/>
                  <a:pt x="878" y="965"/>
                  <a:pt x="779" y="1057"/>
                </a:cubicBezTo>
                <a:cubicBezTo>
                  <a:pt x="748" y="1088"/>
                  <a:pt x="569" y="1162"/>
                  <a:pt x="618" y="1329"/>
                </a:cubicBezTo>
                <a:cubicBezTo>
                  <a:pt x="569" y="1471"/>
                  <a:pt x="482" y="1879"/>
                  <a:pt x="544" y="1978"/>
                </a:cubicBezTo>
                <a:cubicBezTo>
                  <a:pt x="600" y="2058"/>
                  <a:pt x="711" y="2046"/>
                  <a:pt x="661" y="2194"/>
                </a:cubicBezTo>
                <a:cubicBezTo>
                  <a:pt x="353" y="3152"/>
                  <a:pt x="328" y="3207"/>
                  <a:pt x="316" y="3343"/>
                </a:cubicBezTo>
                <a:cubicBezTo>
                  <a:pt x="254" y="3739"/>
                  <a:pt x="390" y="3788"/>
                  <a:pt x="0" y="4603"/>
                </a:cubicBezTo>
                <a:cubicBezTo>
                  <a:pt x="482" y="4381"/>
                  <a:pt x="810" y="3831"/>
                  <a:pt x="754" y="3294"/>
                </a:cubicBezTo>
                <a:cubicBezTo>
                  <a:pt x="804" y="3269"/>
                  <a:pt x="847" y="3250"/>
                  <a:pt x="884" y="3232"/>
                </a:cubicBezTo>
                <a:cubicBezTo>
                  <a:pt x="822" y="2942"/>
                  <a:pt x="699" y="3022"/>
                  <a:pt x="964" y="2966"/>
                </a:cubicBezTo>
                <a:cubicBezTo>
                  <a:pt x="918" y="2781"/>
                  <a:pt x="868" y="2761"/>
                  <a:pt x="872" y="2761"/>
                </a:cubicBezTo>
                <a:lnTo>
                  <a:pt x="872" y="2761"/>
                </a:lnTo>
                <a:cubicBezTo>
                  <a:pt x="873" y="2761"/>
                  <a:pt x="878" y="2762"/>
                  <a:pt x="889" y="2762"/>
                </a:cubicBezTo>
                <a:cubicBezTo>
                  <a:pt x="912" y="2762"/>
                  <a:pt x="958" y="2755"/>
                  <a:pt x="1038" y="2713"/>
                </a:cubicBezTo>
                <a:cubicBezTo>
                  <a:pt x="977" y="2565"/>
                  <a:pt x="995" y="2398"/>
                  <a:pt x="1069" y="2262"/>
                </a:cubicBezTo>
                <a:cubicBezTo>
                  <a:pt x="1093" y="2281"/>
                  <a:pt x="1127" y="2289"/>
                  <a:pt x="1159" y="2289"/>
                </a:cubicBezTo>
                <a:cubicBezTo>
                  <a:pt x="1168" y="2289"/>
                  <a:pt x="1178" y="2288"/>
                  <a:pt x="1187" y="2287"/>
                </a:cubicBezTo>
                <a:cubicBezTo>
                  <a:pt x="1285" y="2651"/>
                  <a:pt x="1360" y="3028"/>
                  <a:pt x="1391" y="3399"/>
                </a:cubicBezTo>
                <a:cubicBezTo>
                  <a:pt x="1248" y="3479"/>
                  <a:pt x="1131" y="3609"/>
                  <a:pt x="1069" y="3757"/>
                </a:cubicBezTo>
                <a:cubicBezTo>
                  <a:pt x="1128" y="3728"/>
                  <a:pt x="1192" y="3714"/>
                  <a:pt x="1257" y="3714"/>
                </a:cubicBezTo>
                <a:cubicBezTo>
                  <a:pt x="1328" y="3714"/>
                  <a:pt x="1400" y="3731"/>
                  <a:pt x="1465" y="3763"/>
                </a:cubicBezTo>
                <a:cubicBezTo>
                  <a:pt x="1248" y="4047"/>
                  <a:pt x="1496" y="4387"/>
                  <a:pt x="1718" y="4634"/>
                </a:cubicBezTo>
                <a:cubicBezTo>
                  <a:pt x="1693" y="4465"/>
                  <a:pt x="1765" y="4186"/>
                  <a:pt x="1884" y="4186"/>
                </a:cubicBezTo>
                <a:cubicBezTo>
                  <a:pt x="1913" y="4186"/>
                  <a:pt x="1944" y="4202"/>
                  <a:pt x="1977" y="4239"/>
                </a:cubicBezTo>
                <a:cubicBezTo>
                  <a:pt x="2410" y="4746"/>
                  <a:pt x="2453" y="4888"/>
                  <a:pt x="3170" y="4912"/>
                </a:cubicBezTo>
                <a:cubicBezTo>
                  <a:pt x="4040" y="4947"/>
                  <a:pt x="4397" y="4965"/>
                  <a:pt x="4541" y="4965"/>
                </a:cubicBezTo>
                <a:cubicBezTo>
                  <a:pt x="4729" y="4965"/>
                  <a:pt x="4551" y="4935"/>
                  <a:pt x="4677" y="4875"/>
                </a:cubicBezTo>
                <a:lnTo>
                  <a:pt x="4677" y="4875"/>
                </a:lnTo>
                <a:cubicBezTo>
                  <a:pt x="4918" y="5932"/>
                  <a:pt x="4591" y="7662"/>
                  <a:pt x="4158" y="8798"/>
                </a:cubicBezTo>
                <a:cubicBezTo>
                  <a:pt x="4263" y="8792"/>
                  <a:pt x="4356" y="8761"/>
                  <a:pt x="4436" y="8706"/>
                </a:cubicBezTo>
                <a:lnTo>
                  <a:pt x="4436" y="8706"/>
                </a:lnTo>
                <a:cubicBezTo>
                  <a:pt x="4517" y="8916"/>
                  <a:pt x="4356" y="9113"/>
                  <a:pt x="4245" y="9305"/>
                </a:cubicBezTo>
                <a:cubicBezTo>
                  <a:pt x="4109" y="9564"/>
                  <a:pt x="4059" y="9892"/>
                  <a:pt x="4109" y="9929"/>
                </a:cubicBezTo>
                <a:cubicBezTo>
                  <a:pt x="4117" y="9939"/>
                  <a:pt x="4125" y="9943"/>
                  <a:pt x="4136" y="9943"/>
                </a:cubicBezTo>
                <a:cubicBezTo>
                  <a:pt x="4169" y="9943"/>
                  <a:pt x="4230" y="9905"/>
                  <a:pt x="4399" y="9836"/>
                </a:cubicBezTo>
                <a:lnTo>
                  <a:pt x="4399" y="9836"/>
                </a:lnTo>
                <a:cubicBezTo>
                  <a:pt x="3559" y="11474"/>
                  <a:pt x="3096" y="14087"/>
                  <a:pt x="3219" y="15668"/>
                </a:cubicBezTo>
                <a:cubicBezTo>
                  <a:pt x="3386" y="17800"/>
                  <a:pt x="4467" y="20494"/>
                  <a:pt x="4918" y="22365"/>
                </a:cubicBezTo>
                <a:cubicBezTo>
                  <a:pt x="5098" y="21857"/>
                  <a:pt x="5099" y="21626"/>
                  <a:pt x="5128" y="21626"/>
                </a:cubicBezTo>
                <a:cubicBezTo>
                  <a:pt x="5148" y="21626"/>
                  <a:pt x="5182" y="21735"/>
                  <a:pt x="5295" y="21939"/>
                </a:cubicBezTo>
                <a:cubicBezTo>
                  <a:pt x="5332" y="21803"/>
                  <a:pt x="5363" y="21661"/>
                  <a:pt x="5406" y="21525"/>
                </a:cubicBezTo>
                <a:lnTo>
                  <a:pt x="5406" y="21525"/>
                </a:lnTo>
                <a:cubicBezTo>
                  <a:pt x="5592" y="21562"/>
                  <a:pt x="5511" y="22174"/>
                  <a:pt x="5357" y="22489"/>
                </a:cubicBezTo>
                <a:cubicBezTo>
                  <a:pt x="5326" y="22545"/>
                  <a:pt x="5295" y="22606"/>
                  <a:pt x="5301" y="22656"/>
                </a:cubicBezTo>
                <a:cubicBezTo>
                  <a:pt x="5320" y="22792"/>
                  <a:pt x="5487" y="22823"/>
                  <a:pt x="5623" y="22823"/>
                </a:cubicBezTo>
                <a:cubicBezTo>
                  <a:pt x="6840" y="22810"/>
                  <a:pt x="6104" y="21785"/>
                  <a:pt x="6586" y="21068"/>
                </a:cubicBezTo>
                <a:cubicBezTo>
                  <a:pt x="6796" y="20765"/>
                  <a:pt x="7050" y="20568"/>
                  <a:pt x="6494" y="20018"/>
                </a:cubicBezTo>
                <a:cubicBezTo>
                  <a:pt x="6228" y="19752"/>
                  <a:pt x="6043" y="19425"/>
                  <a:pt x="5950" y="19066"/>
                </a:cubicBezTo>
                <a:lnTo>
                  <a:pt x="5950" y="19066"/>
                </a:lnTo>
                <a:cubicBezTo>
                  <a:pt x="6036" y="19103"/>
                  <a:pt x="6123" y="19141"/>
                  <a:pt x="6216" y="19178"/>
                </a:cubicBezTo>
                <a:cubicBezTo>
                  <a:pt x="6092" y="19122"/>
                  <a:pt x="4924" y="16224"/>
                  <a:pt x="5480" y="15007"/>
                </a:cubicBezTo>
                <a:cubicBezTo>
                  <a:pt x="6117" y="13623"/>
                  <a:pt x="6098" y="13630"/>
                  <a:pt x="6179" y="13586"/>
                </a:cubicBezTo>
                <a:cubicBezTo>
                  <a:pt x="6179" y="13586"/>
                  <a:pt x="6180" y="13586"/>
                  <a:pt x="6180" y="13586"/>
                </a:cubicBezTo>
                <a:cubicBezTo>
                  <a:pt x="6221" y="13586"/>
                  <a:pt x="6551" y="14132"/>
                  <a:pt x="6679" y="14970"/>
                </a:cubicBezTo>
                <a:cubicBezTo>
                  <a:pt x="6938" y="16645"/>
                  <a:pt x="6988" y="18356"/>
                  <a:pt x="6809" y="20043"/>
                </a:cubicBezTo>
                <a:cubicBezTo>
                  <a:pt x="6889" y="20005"/>
                  <a:pt x="6957" y="19962"/>
                  <a:pt x="7031" y="19925"/>
                </a:cubicBezTo>
                <a:lnTo>
                  <a:pt x="7031" y="19925"/>
                </a:lnTo>
                <a:cubicBezTo>
                  <a:pt x="6971" y="22034"/>
                  <a:pt x="6686" y="22508"/>
                  <a:pt x="6805" y="22508"/>
                </a:cubicBezTo>
                <a:cubicBezTo>
                  <a:pt x="6844" y="22508"/>
                  <a:pt x="6927" y="22457"/>
                  <a:pt x="7074" y="22396"/>
                </a:cubicBezTo>
                <a:lnTo>
                  <a:pt x="7074" y="22396"/>
                </a:lnTo>
                <a:cubicBezTo>
                  <a:pt x="7155" y="22823"/>
                  <a:pt x="6500" y="23107"/>
                  <a:pt x="6531" y="23385"/>
                </a:cubicBezTo>
                <a:cubicBezTo>
                  <a:pt x="6546" y="23489"/>
                  <a:pt x="6652" y="23508"/>
                  <a:pt x="6758" y="23508"/>
                </a:cubicBezTo>
                <a:cubicBezTo>
                  <a:pt x="6819" y="23508"/>
                  <a:pt x="6879" y="23502"/>
                  <a:pt x="6921" y="23502"/>
                </a:cubicBezTo>
                <a:cubicBezTo>
                  <a:pt x="6927" y="23502"/>
                  <a:pt x="6933" y="23502"/>
                  <a:pt x="6938" y="23502"/>
                </a:cubicBezTo>
                <a:cubicBezTo>
                  <a:pt x="7042" y="23507"/>
                  <a:pt x="7148" y="23512"/>
                  <a:pt x="7253" y="23512"/>
                </a:cubicBezTo>
                <a:cubicBezTo>
                  <a:pt x="7447" y="23512"/>
                  <a:pt x="7639" y="23494"/>
                  <a:pt x="7816" y="23422"/>
                </a:cubicBezTo>
                <a:cubicBezTo>
                  <a:pt x="8081" y="23311"/>
                  <a:pt x="8310" y="23020"/>
                  <a:pt x="8236" y="22730"/>
                </a:cubicBezTo>
                <a:lnTo>
                  <a:pt x="8236" y="22730"/>
                </a:lnTo>
                <a:cubicBezTo>
                  <a:pt x="8298" y="22773"/>
                  <a:pt x="8353" y="22823"/>
                  <a:pt x="8415" y="22866"/>
                </a:cubicBezTo>
                <a:cubicBezTo>
                  <a:pt x="8662" y="21136"/>
                  <a:pt x="8724" y="19388"/>
                  <a:pt x="8607" y="17645"/>
                </a:cubicBezTo>
                <a:lnTo>
                  <a:pt x="8607" y="17645"/>
                </a:lnTo>
                <a:cubicBezTo>
                  <a:pt x="8656" y="17720"/>
                  <a:pt x="8699" y="17781"/>
                  <a:pt x="8749" y="17849"/>
                </a:cubicBezTo>
                <a:cubicBezTo>
                  <a:pt x="8607" y="13222"/>
                  <a:pt x="9082" y="12697"/>
                  <a:pt x="8891" y="11467"/>
                </a:cubicBezTo>
                <a:lnTo>
                  <a:pt x="8891" y="11467"/>
                </a:lnTo>
                <a:cubicBezTo>
                  <a:pt x="8996" y="11541"/>
                  <a:pt x="9088" y="11628"/>
                  <a:pt x="9169" y="11733"/>
                </a:cubicBezTo>
                <a:cubicBezTo>
                  <a:pt x="9119" y="11424"/>
                  <a:pt x="9002" y="11090"/>
                  <a:pt x="9014" y="10782"/>
                </a:cubicBezTo>
                <a:cubicBezTo>
                  <a:pt x="9027" y="10677"/>
                  <a:pt x="9138" y="9904"/>
                  <a:pt x="9014" y="9830"/>
                </a:cubicBezTo>
                <a:lnTo>
                  <a:pt x="9014" y="9830"/>
                </a:lnTo>
                <a:cubicBezTo>
                  <a:pt x="9113" y="9886"/>
                  <a:pt x="9200" y="9954"/>
                  <a:pt x="9261" y="10046"/>
                </a:cubicBezTo>
                <a:cubicBezTo>
                  <a:pt x="9181" y="9768"/>
                  <a:pt x="9169" y="9478"/>
                  <a:pt x="9218" y="9194"/>
                </a:cubicBezTo>
                <a:lnTo>
                  <a:pt x="9218" y="9194"/>
                </a:lnTo>
                <a:cubicBezTo>
                  <a:pt x="9274" y="9231"/>
                  <a:pt x="9329" y="9262"/>
                  <a:pt x="9379" y="9299"/>
                </a:cubicBezTo>
                <a:cubicBezTo>
                  <a:pt x="9212" y="8438"/>
                  <a:pt x="9248" y="6915"/>
                  <a:pt x="9708" y="6915"/>
                </a:cubicBezTo>
                <a:cubicBezTo>
                  <a:pt x="9809" y="6915"/>
                  <a:pt x="9932" y="6989"/>
                  <a:pt x="10077" y="7161"/>
                </a:cubicBezTo>
                <a:cubicBezTo>
                  <a:pt x="10596" y="7773"/>
                  <a:pt x="10979" y="8144"/>
                  <a:pt x="10905" y="8564"/>
                </a:cubicBezTo>
                <a:cubicBezTo>
                  <a:pt x="10973" y="8483"/>
                  <a:pt x="11041" y="8403"/>
                  <a:pt x="11103" y="8317"/>
                </a:cubicBezTo>
                <a:cubicBezTo>
                  <a:pt x="11158" y="8545"/>
                  <a:pt x="11183" y="8774"/>
                  <a:pt x="11170" y="9008"/>
                </a:cubicBezTo>
                <a:cubicBezTo>
                  <a:pt x="11259" y="8903"/>
                  <a:pt x="11332" y="8867"/>
                  <a:pt x="11386" y="8867"/>
                </a:cubicBezTo>
                <a:cubicBezTo>
                  <a:pt x="11490" y="8867"/>
                  <a:pt x="11524" y="9003"/>
                  <a:pt x="11467" y="9039"/>
                </a:cubicBezTo>
                <a:cubicBezTo>
                  <a:pt x="11424" y="9058"/>
                  <a:pt x="11059" y="9120"/>
                  <a:pt x="10553" y="9392"/>
                </a:cubicBezTo>
                <a:cubicBezTo>
                  <a:pt x="10618" y="9471"/>
                  <a:pt x="10703" y="9496"/>
                  <a:pt x="10796" y="9496"/>
                </a:cubicBezTo>
                <a:cubicBezTo>
                  <a:pt x="10963" y="9496"/>
                  <a:pt x="11152" y="9412"/>
                  <a:pt x="11282" y="9412"/>
                </a:cubicBezTo>
                <a:cubicBezTo>
                  <a:pt x="11338" y="9412"/>
                  <a:pt x="11383" y="9428"/>
                  <a:pt x="11411" y="9472"/>
                </a:cubicBezTo>
                <a:cubicBezTo>
                  <a:pt x="11615" y="9787"/>
                  <a:pt x="10738" y="10287"/>
                  <a:pt x="11028" y="10399"/>
                </a:cubicBezTo>
                <a:cubicBezTo>
                  <a:pt x="11033" y="10400"/>
                  <a:pt x="11038" y="10401"/>
                  <a:pt x="11043" y="10401"/>
                </a:cubicBezTo>
                <a:cubicBezTo>
                  <a:pt x="11168" y="10401"/>
                  <a:pt x="11557" y="10005"/>
                  <a:pt x="11628" y="9917"/>
                </a:cubicBezTo>
                <a:lnTo>
                  <a:pt x="11628" y="9917"/>
                </a:lnTo>
                <a:cubicBezTo>
                  <a:pt x="11566" y="10182"/>
                  <a:pt x="11337" y="10355"/>
                  <a:pt x="11121" y="10528"/>
                </a:cubicBezTo>
                <a:cubicBezTo>
                  <a:pt x="11004" y="10621"/>
                  <a:pt x="11078" y="10714"/>
                  <a:pt x="11158" y="10726"/>
                </a:cubicBezTo>
                <a:cubicBezTo>
                  <a:pt x="11166" y="10727"/>
                  <a:pt x="11174" y="10728"/>
                  <a:pt x="11182" y="10728"/>
                </a:cubicBezTo>
                <a:cubicBezTo>
                  <a:pt x="11372" y="10728"/>
                  <a:pt x="11570" y="10383"/>
                  <a:pt x="11813" y="10306"/>
                </a:cubicBezTo>
                <a:lnTo>
                  <a:pt x="11813" y="10306"/>
                </a:lnTo>
                <a:cubicBezTo>
                  <a:pt x="11288" y="10837"/>
                  <a:pt x="11300" y="10819"/>
                  <a:pt x="11288" y="10850"/>
                </a:cubicBezTo>
                <a:cubicBezTo>
                  <a:pt x="11284" y="10882"/>
                  <a:pt x="11306" y="10930"/>
                  <a:pt x="11362" y="10930"/>
                </a:cubicBezTo>
                <a:cubicBezTo>
                  <a:pt x="11392" y="10930"/>
                  <a:pt x="11430" y="10917"/>
                  <a:pt x="11479" y="10880"/>
                </a:cubicBezTo>
                <a:cubicBezTo>
                  <a:pt x="11652" y="10769"/>
                  <a:pt x="11807" y="10633"/>
                  <a:pt x="11955" y="10491"/>
                </a:cubicBezTo>
                <a:lnTo>
                  <a:pt x="11955" y="10491"/>
                </a:lnTo>
                <a:cubicBezTo>
                  <a:pt x="11881" y="10751"/>
                  <a:pt x="11523" y="10924"/>
                  <a:pt x="11714" y="10973"/>
                </a:cubicBezTo>
                <a:cubicBezTo>
                  <a:pt x="11730" y="10977"/>
                  <a:pt x="11746" y="10979"/>
                  <a:pt x="11762" y="10979"/>
                </a:cubicBezTo>
                <a:cubicBezTo>
                  <a:pt x="12201" y="10979"/>
                  <a:pt x="12530" y="9453"/>
                  <a:pt x="12530" y="9453"/>
                </a:cubicBezTo>
                <a:cubicBezTo>
                  <a:pt x="12572" y="9591"/>
                  <a:pt x="12701" y="9694"/>
                  <a:pt x="12839" y="9694"/>
                </a:cubicBezTo>
                <a:cubicBezTo>
                  <a:pt x="12843" y="9694"/>
                  <a:pt x="12847" y="9694"/>
                  <a:pt x="12851" y="9694"/>
                </a:cubicBezTo>
                <a:cubicBezTo>
                  <a:pt x="12684" y="9422"/>
                  <a:pt x="12591" y="9113"/>
                  <a:pt x="12573" y="8798"/>
                </a:cubicBezTo>
                <a:lnTo>
                  <a:pt x="12573" y="8798"/>
                </a:lnTo>
                <a:cubicBezTo>
                  <a:pt x="12653" y="8897"/>
                  <a:pt x="12758" y="8984"/>
                  <a:pt x="12869" y="9039"/>
                </a:cubicBezTo>
                <a:cubicBezTo>
                  <a:pt x="12530" y="8527"/>
                  <a:pt x="12610" y="8193"/>
                  <a:pt x="12468" y="7878"/>
                </a:cubicBezTo>
                <a:cubicBezTo>
                  <a:pt x="12332" y="7569"/>
                  <a:pt x="12029" y="7415"/>
                  <a:pt x="11819" y="7167"/>
                </a:cubicBezTo>
                <a:cubicBezTo>
                  <a:pt x="11603" y="6914"/>
                  <a:pt x="11492" y="6568"/>
                  <a:pt x="11275" y="6296"/>
                </a:cubicBezTo>
                <a:lnTo>
                  <a:pt x="11275" y="6296"/>
                </a:lnTo>
                <a:cubicBezTo>
                  <a:pt x="11356" y="6327"/>
                  <a:pt x="11455" y="6358"/>
                  <a:pt x="11535" y="6395"/>
                </a:cubicBezTo>
                <a:cubicBezTo>
                  <a:pt x="11072" y="5956"/>
                  <a:pt x="11078" y="5876"/>
                  <a:pt x="10886" y="5505"/>
                </a:cubicBezTo>
                <a:cubicBezTo>
                  <a:pt x="10361" y="4498"/>
                  <a:pt x="9682" y="4356"/>
                  <a:pt x="9348" y="3912"/>
                </a:cubicBezTo>
                <a:cubicBezTo>
                  <a:pt x="9502" y="3671"/>
                  <a:pt x="9496" y="3671"/>
                  <a:pt x="9521" y="3652"/>
                </a:cubicBezTo>
                <a:cubicBezTo>
                  <a:pt x="9583" y="3609"/>
                  <a:pt x="9719" y="3664"/>
                  <a:pt x="9960" y="3232"/>
                </a:cubicBezTo>
                <a:cubicBezTo>
                  <a:pt x="10163" y="2861"/>
                  <a:pt x="9558" y="3189"/>
                  <a:pt x="10441" y="2657"/>
                </a:cubicBezTo>
                <a:cubicBezTo>
                  <a:pt x="10386" y="2633"/>
                  <a:pt x="10330" y="2626"/>
                  <a:pt x="10275" y="2620"/>
                </a:cubicBezTo>
                <a:cubicBezTo>
                  <a:pt x="10423" y="2552"/>
                  <a:pt x="10546" y="2441"/>
                  <a:pt x="10627" y="2305"/>
                </a:cubicBezTo>
                <a:lnTo>
                  <a:pt x="10627" y="2305"/>
                </a:lnTo>
                <a:cubicBezTo>
                  <a:pt x="10568" y="2335"/>
                  <a:pt x="10509" y="2376"/>
                  <a:pt x="10447" y="2376"/>
                </a:cubicBezTo>
                <a:cubicBezTo>
                  <a:pt x="10431" y="2376"/>
                  <a:pt x="10415" y="2373"/>
                  <a:pt x="10398" y="2367"/>
                </a:cubicBezTo>
                <a:cubicBezTo>
                  <a:pt x="10577" y="2126"/>
                  <a:pt x="10509" y="1854"/>
                  <a:pt x="10540" y="1595"/>
                </a:cubicBezTo>
                <a:lnTo>
                  <a:pt x="10540" y="1595"/>
                </a:lnTo>
                <a:cubicBezTo>
                  <a:pt x="10522" y="1694"/>
                  <a:pt x="10448" y="1780"/>
                  <a:pt x="10355" y="1792"/>
                </a:cubicBezTo>
                <a:cubicBezTo>
                  <a:pt x="10423" y="1581"/>
                  <a:pt x="10479" y="1500"/>
                  <a:pt x="10497" y="1478"/>
                </a:cubicBezTo>
                <a:lnTo>
                  <a:pt x="10497" y="1478"/>
                </a:lnTo>
                <a:cubicBezTo>
                  <a:pt x="10478" y="1494"/>
                  <a:pt x="10418" y="1536"/>
                  <a:pt x="10293" y="1545"/>
                </a:cubicBezTo>
                <a:cubicBezTo>
                  <a:pt x="10324" y="1502"/>
                  <a:pt x="10349" y="1434"/>
                  <a:pt x="10336" y="1385"/>
                </a:cubicBezTo>
                <a:lnTo>
                  <a:pt x="10336" y="1385"/>
                </a:lnTo>
                <a:lnTo>
                  <a:pt x="10083" y="1409"/>
                </a:lnTo>
                <a:cubicBezTo>
                  <a:pt x="10139" y="1304"/>
                  <a:pt x="10182" y="1212"/>
                  <a:pt x="10238" y="1113"/>
                </a:cubicBezTo>
                <a:cubicBezTo>
                  <a:pt x="10062" y="1052"/>
                  <a:pt x="9939" y="1043"/>
                  <a:pt x="9861" y="1043"/>
                </a:cubicBezTo>
                <a:cubicBezTo>
                  <a:pt x="9828" y="1043"/>
                  <a:pt x="9802" y="1045"/>
                  <a:pt x="9785" y="1045"/>
                </a:cubicBezTo>
                <a:cubicBezTo>
                  <a:pt x="9722" y="1045"/>
                  <a:pt x="9758" y="1024"/>
                  <a:pt x="9867" y="829"/>
                </a:cubicBezTo>
                <a:lnTo>
                  <a:pt x="9867" y="829"/>
                </a:lnTo>
                <a:cubicBezTo>
                  <a:pt x="9712" y="884"/>
                  <a:pt x="9564" y="928"/>
                  <a:pt x="9410" y="983"/>
                </a:cubicBezTo>
                <a:cubicBezTo>
                  <a:pt x="9510" y="834"/>
                  <a:pt x="9576" y="765"/>
                  <a:pt x="9550" y="765"/>
                </a:cubicBezTo>
                <a:cubicBezTo>
                  <a:pt x="9523" y="765"/>
                  <a:pt x="9399" y="839"/>
                  <a:pt x="9113" y="977"/>
                </a:cubicBezTo>
                <a:cubicBezTo>
                  <a:pt x="9150" y="872"/>
                  <a:pt x="9187" y="767"/>
                  <a:pt x="9224" y="668"/>
                </a:cubicBezTo>
                <a:lnTo>
                  <a:pt x="9224" y="668"/>
                </a:lnTo>
                <a:cubicBezTo>
                  <a:pt x="8901" y="681"/>
                  <a:pt x="8673" y="917"/>
                  <a:pt x="8672" y="917"/>
                </a:cubicBezTo>
                <a:cubicBezTo>
                  <a:pt x="8672" y="917"/>
                  <a:pt x="8707" y="881"/>
                  <a:pt x="8785" y="780"/>
                </a:cubicBezTo>
                <a:lnTo>
                  <a:pt x="8785" y="780"/>
                </a:lnTo>
                <a:cubicBezTo>
                  <a:pt x="8722" y="860"/>
                  <a:pt x="8544" y="915"/>
                  <a:pt x="8471" y="983"/>
                </a:cubicBezTo>
                <a:cubicBezTo>
                  <a:pt x="8420" y="1024"/>
                  <a:pt x="8347" y="1140"/>
                  <a:pt x="8281" y="1140"/>
                </a:cubicBezTo>
                <a:cubicBezTo>
                  <a:pt x="8259" y="1140"/>
                  <a:pt x="8237" y="1125"/>
                  <a:pt x="8217" y="1088"/>
                </a:cubicBezTo>
                <a:cubicBezTo>
                  <a:pt x="8199" y="1070"/>
                  <a:pt x="8193" y="1045"/>
                  <a:pt x="8162" y="1039"/>
                </a:cubicBezTo>
                <a:cubicBezTo>
                  <a:pt x="8106" y="1168"/>
                  <a:pt x="8081" y="1304"/>
                  <a:pt x="8100" y="1446"/>
                </a:cubicBezTo>
                <a:cubicBezTo>
                  <a:pt x="8045" y="1391"/>
                  <a:pt x="8008" y="1324"/>
                  <a:pt x="7983" y="1245"/>
                </a:cubicBezTo>
                <a:lnTo>
                  <a:pt x="7983" y="1245"/>
                </a:lnTo>
                <a:cubicBezTo>
                  <a:pt x="8007" y="1327"/>
                  <a:pt x="7987" y="1788"/>
                  <a:pt x="7865" y="1953"/>
                </a:cubicBezTo>
                <a:cubicBezTo>
                  <a:pt x="7865" y="1916"/>
                  <a:pt x="7859" y="1879"/>
                  <a:pt x="7834" y="1848"/>
                </a:cubicBezTo>
                <a:cubicBezTo>
                  <a:pt x="7420" y="2311"/>
                  <a:pt x="7785" y="2750"/>
                  <a:pt x="7538" y="2929"/>
                </a:cubicBezTo>
                <a:cubicBezTo>
                  <a:pt x="7414" y="2858"/>
                  <a:pt x="7277" y="2839"/>
                  <a:pt x="7134" y="2839"/>
                </a:cubicBezTo>
                <a:cubicBezTo>
                  <a:pt x="6971" y="2839"/>
                  <a:pt x="6800" y="2864"/>
                  <a:pt x="6634" y="2864"/>
                </a:cubicBezTo>
                <a:cubicBezTo>
                  <a:pt x="6557" y="2864"/>
                  <a:pt x="6481" y="2859"/>
                  <a:pt x="6407" y="2843"/>
                </a:cubicBezTo>
                <a:cubicBezTo>
                  <a:pt x="6171" y="2793"/>
                  <a:pt x="6033" y="2701"/>
                  <a:pt x="5803" y="2701"/>
                </a:cubicBezTo>
                <a:cubicBezTo>
                  <a:pt x="5545" y="2701"/>
                  <a:pt x="5172" y="2817"/>
                  <a:pt x="4418" y="3238"/>
                </a:cubicBezTo>
                <a:cubicBezTo>
                  <a:pt x="4486" y="3250"/>
                  <a:pt x="4548" y="3263"/>
                  <a:pt x="4615" y="3275"/>
                </a:cubicBezTo>
                <a:cubicBezTo>
                  <a:pt x="4403" y="3438"/>
                  <a:pt x="3851" y="3554"/>
                  <a:pt x="3533" y="3554"/>
                </a:cubicBezTo>
                <a:cubicBezTo>
                  <a:pt x="3489" y="3554"/>
                  <a:pt x="3450" y="3551"/>
                  <a:pt x="3417" y="3547"/>
                </a:cubicBezTo>
                <a:cubicBezTo>
                  <a:pt x="2830" y="3461"/>
                  <a:pt x="2336" y="2781"/>
                  <a:pt x="2021" y="2287"/>
                </a:cubicBezTo>
                <a:cubicBezTo>
                  <a:pt x="1712" y="1811"/>
                  <a:pt x="1947" y="1663"/>
                  <a:pt x="1829" y="1329"/>
                </a:cubicBezTo>
                <a:cubicBezTo>
                  <a:pt x="1730" y="1045"/>
                  <a:pt x="1804" y="983"/>
                  <a:pt x="1681" y="705"/>
                </a:cubicBezTo>
                <a:cubicBezTo>
                  <a:pt x="1863" y="430"/>
                  <a:pt x="1905" y="1"/>
                  <a:pt x="15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9" name="Google Shape;1399;p52">
            <a:extLst>
              <a:ext uri="{FF2B5EF4-FFF2-40B4-BE49-F238E27FC236}">
                <a16:creationId xmlns:a16="http://schemas.microsoft.com/office/drawing/2014/main" id="{C8AB0C71-18FB-48BA-8355-E19E73E11BCE}"/>
              </a:ext>
            </a:extLst>
          </p:cNvPr>
          <p:cNvGrpSpPr/>
          <p:nvPr/>
        </p:nvGrpSpPr>
        <p:grpSpPr>
          <a:xfrm>
            <a:off x="-421807" y="2078290"/>
            <a:ext cx="2427422" cy="2811546"/>
            <a:chOff x="-421822" y="1375618"/>
            <a:chExt cx="3034277" cy="3514433"/>
          </a:xfrm>
        </p:grpSpPr>
        <p:grpSp>
          <p:nvGrpSpPr>
            <p:cNvPr id="1400" name="Google Shape;1400;p52">
              <a:extLst>
                <a:ext uri="{FF2B5EF4-FFF2-40B4-BE49-F238E27FC236}">
                  <a16:creationId xmlns:a16="http://schemas.microsoft.com/office/drawing/2014/main" id="{BE594B82-BE29-BEDD-92FC-EB9288E26EFA}"/>
                </a:ext>
              </a:extLst>
            </p:cNvPr>
            <p:cNvGrpSpPr/>
            <p:nvPr/>
          </p:nvGrpSpPr>
          <p:grpSpPr>
            <a:xfrm flipH="1">
              <a:off x="-848" y="1375618"/>
              <a:ext cx="1821798" cy="3190375"/>
              <a:chOff x="3444015" y="2079145"/>
              <a:chExt cx="1298965" cy="2274777"/>
            </a:xfrm>
          </p:grpSpPr>
          <p:sp>
            <p:nvSpPr>
              <p:cNvPr id="1401" name="Google Shape;1401;p52">
                <a:extLst>
                  <a:ext uri="{FF2B5EF4-FFF2-40B4-BE49-F238E27FC236}">
                    <a16:creationId xmlns:a16="http://schemas.microsoft.com/office/drawing/2014/main" id="{D789EC22-2D32-C9A3-9DA0-C598482EE5F0}"/>
                  </a:ext>
                </a:extLst>
              </p:cNvPr>
              <p:cNvSpPr/>
              <p:nvPr/>
            </p:nvSpPr>
            <p:spPr>
              <a:xfrm>
                <a:off x="3551521" y="3749289"/>
                <a:ext cx="1191459" cy="604633"/>
              </a:xfrm>
              <a:custGeom>
                <a:avLst/>
                <a:gdLst/>
                <a:ahLst/>
                <a:cxnLst/>
                <a:rect l="l" t="t" r="r" b="b"/>
                <a:pathLst>
                  <a:path w="14452" h="7334" extrusionOk="0">
                    <a:moveTo>
                      <a:pt x="5462" y="0"/>
                    </a:moveTo>
                    <a:lnTo>
                      <a:pt x="4214" y="2836"/>
                    </a:lnTo>
                    <a:lnTo>
                      <a:pt x="1" y="2836"/>
                    </a:lnTo>
                    <a:lnTo>
                      <a:pt x="1" y="6778"/>
                    </a:lnTo>
                    <a:lnTo>
                      <a:pt x="14451" y="7334"/>
                    </a:lnTo>
                    <a:lnTo>
                      <a:pt x="144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52">
                <a:extLst>
                  <a:ext uri="{FF2B5EF4-FFF2-40B4-BE49-F238E27FC236}">
                    <a16:creationId xmlns:a16="http://schemas.microsoft.com/office/drawing/2014/main" id="{966C346D-18B9-830B-90D3-9386BF3D0147}"/>
                  </a:ext>
                </a:extLst>
              </p:cNvPr>
              <p:cNvSpPr/>
              <p:nvPr/>
            </p:nvSpPr>
            <p:spPr>
              <a:xfrm>
                <a:off x="3551521" y="3749289"/>
                <a:ext cx="555250" cy="377504"/>
              </a:xfrm>
              <a:custGeom>
                <a:avLst/>
                <a:gdLst/>
                <a:ahLst/>
                <a:cxnLst/>
                <a:rect l="l" t="t" r="r" b="b"/>
                <a:pathLst>
                  <a:path w="6735" h="4579" extrusionOk="0">
                    <a:moveTo>
                      <a:pt x="5452" y="0"/>
                    </a:moveTo>
                    <a:cubicBezTo>
                      <a:pt x="5451" y="0"/>
                      <a:pt x="5450" y="0"/>
                      <a:pt x="5450" y="0"/>
                    </a:cubicBezTo>
                    <a:cubicBezTo>
                      <a:pt x="5314" y="13"/>
                      <a:pt x="4196" y="618"/>
                      <a:pt x="4196" y="618"/>
                    </a:cubicBezTo>
                    <a:lnTo>
                      <a:pt x="3930" y="1390"/>
                    </a:lnTo>
                    <a:lnTo>
                      <a:pt x="2219" y="1773"/>
                    </a:lnTo>
                    <a:lnTo>
                      <a:pt x="2021" y="2434"/>
                    </a:lnTo>
                    <a:lnTo>
                      <a:pt x="445" y="2502"/>
                    </a:lnTo>
                    <a:lnTo>
                      <a:pt x="1" y="2836"/>
                    </a:lnTo>
                    <a:lnTo>
                      <a:pt x="878" y="3849"/>
                    </a:lnTo>
                    <a:lnTo>
                      <a:pt x="1823" y="4578"/>
                    </a:lnTo>
                    <a:lnTo>
                      <a:pt x="3423" y="4535"/>
                    </a:lnTo>
                    <a:cubicBezTo>
                      <a:pt x="3423" y="4535"/>
                      <a:pt x="5598" y="3250"/>
                      <a:pt x="6006" y="2818"/>
                    </a:cubicBezTo>
                    <a:cubicBezTo>
                      <a:pt x="6420" y="2379"/>
                      <a:pt x="6735" y="1755"/>
                      <a:pt x="6735" y="1755"/>
                    </a:cubicBezTo>
                    <a:cubicBezTo>
                      <a:pt x="6735" y="1755"/>
                      <a:pt x="5604" y="0"/>
                      <a:pt x="54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52">
                <a:extLst>
                  <a:ext uri="{FF2B5EF4-FFF2-40B4-BE49-F238E27FC236}">
                    <a16:creationId xmlns:a16="http://schemas.microsoft.com/office/drawing/2014/main" id="{19228948-735D-82AB-82D4-A1FC83F35206}"/>
                  </a:ext>
                </a:extLst>
              </p:cNvPr>
              <p:cNvSpPr/>
              <p:nvPr/>
            </p:nvSpPr>
            <p:spPr>
              <a:xfrm>
                <a:off x="3724157" y="3893895"/>
                <a:ext cx="504383" cy="408585"/>
              </a:xfrm>
              <a:custGeom>
                <a:avLst/>
                <a:gdLst/>
                <a:ahLst/>
                <a:cxnLst/>
                <a:rect l="l" t="t" r="r" b="b"/>
                <a:pathLst>
                  <a:path w="6118" h="4956" extrusionOk="0">
                    <a:moveTo>
                      <a:pt x="4530" y="1"/>
                    </a:moveTo>
                    <a:lnTo>
                      <a:pt x="3899" y="452"/>
                    </a:lnTo>
                    <a:cubicBezTo>
                      <a:pt x="3899" y="452"/>
                      <a:pt x="3813" y="1860"/>
                      <a:pt x="3838" y="1959"/>
                    </a:cubicBezTo>
                    <a:cubicBezTo>
                      <a:pt x="3850" y="2052"/>
                      <a:pt x="3183" y="2355"/>
                      <a:pt x="3183" y="2355"/>
                    </a:cubicBezTo>
                    <a:lnTo>
                      <a:pt x="2738" y="2491"/>
                    </a:lnTo>
                    <a:lnTo>
                      <a:pt x="2398" y="3028"/>
                    </a:lnTo>
                    <a:lnTo>
                      <a:pt x="1070" y="3244"/>
                    </a:lnTo>
                    <a:lnTo>
                      <a:pt x="1" y="4356"/>
                    </a:lnTo>
                    <a:lnTo>
                      <a:pt x="1224" y="4678"/>
                    </a:lnTo>
                    <a:lnTo>
                      <a:pt x="2398" y="4758"/>
                    </a:lnTo>
                    <a:lnTo>
                      <a:pt x="4585" y="4956"/>
                    </a:lnTo>
                    <a:cubicBezTo>
                      <a:pt x="4585" y="4956"/>
                      <a:pt x="5376" y="3745"/>
                      <a:pt x="5394" y="3664"/>
                    </a:cubicBezTo>
                    <a:cubicBezTo>
                      <a:pt x="5419" y="3590"/>
                      <a:pt x="6117" y="2577"/>
                      <a:pt x="6117" y="2577"/>
                    </a:cubicBezTo>
                    <a:lnTo>
                      <a:pt x="4511" y="2163"/>
                    </a:lnTo>
                    <a:lnTo>
                      <a:pt x="4431" y="1706"/>
                    </a:lnTo>
                    <a:lnTo>
                      <a:pt x="4511" y="971"/>
                    </a:lnTo>
                    <a:lnTo>
                      <a:pt x="4153" y="477"/>
                    </a:lnTo>
                    <a:lnTo>
                      <a:pt x="4530" y="1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52">
                <a:extLst>
                  <a:ext uri="{FF2B5EF4-FFF2-40B4-BE49-F238E27FC236}">
                    <a16:creationId xmlns:a16="http://schemas.microsoft.com/office/drawing/2014/main" id="{0F43A87F-EE75-AB8D-348A-44427935ABCE}"/>
                  </a:ext>
                </a:extLst>
              </p:cNvPr>
              <p:cNvSpPr/>
              <p:nvPr/>
            </p:nvSpPr>
            <p:spPr>
              <a:xfrm>
                <a:off x="3858622" y="2079145"/>
                <a:ext cx="268021" cy="1916706"/>
              </a:xfrm>
              <a:custGeom>
                <a:avLst/>
                <a:gdLst/>
                <a:ahLst/>
                <a:cxnLst/>
                <a:rect l="l" t="t" r="r" b="b"/>
                <a:pathLst>
                  <a:path w="3251" h="23249" extrusionOk="0">
                    <a:moveTo>
                      <a:pt x="1410" y="0"/>
                    </a:moveTo>
                    <a:lnTo>
                      <a:pt x="1" y="112"/>
                    </a:lnTo>
                    <a:lnTo>
                      <a:pt x="1842" y="23248"/>
                    </a:lnTo>
                    <a:lnTo>
                      <a:pt x="3251" y="23131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52">
                <a:extLst>
                  <a:ext uri="{FF2B5EF4-FFF2-40B4-BE49-F238E27FC236}">
                    <a16:creationId xmlns:a16="http://schemas.microsoft.com/office/drawing/2014/main" id="{2EEB0A06-A92E-C55E-3161-CB0DA979C582}"/>
                  </a:ext>
                </a:extLst>
              </p:cNvPr>
              <p:cNvSpPr/>
              <p:nvPr/>
            </p:nvSpPr>
            <p:spPr>
              <a:xfrm>
                <a:off x="3463389" y="2732594"/>
                <a:ext cx="1022369" cy="147819"/>
              </a:xfrm>
              <a:custGeom>
                <a:avLst/>
                <a:gdLst/>
                <a:ahLst/>
                <a:cxnLst/>
                <a:rect l="l" t="t" r="r" b="b"/>
                <a:pathLst>
                  <a:path w="12401" h="1793" extrusionOk="0">
                    <a:moveTo>
                      <a:pt x="12332" y="1"/>
                    </a:moveTo>
                    <a:lnTo>
                      <a:pt x="1" y="977"/>
                    </a:lnTo>
                    <a:lnTo>
                      <a:pt x="63" y="1792"/>
                    </a:lnTo>
                    <a:lnTo>
                      <a:pt x="12400" y="816"/>
                    </a:lnTo>
                    <a:lnTo>
                      <a:pt x="1233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52">
                <a:extLst>
                  <a:ext uri="{FF2B5EF4-FFF2-40B4-BE49-F238E27FC236}">
                    <a16:creationId xmlns:a16="http://schemas.microsoft.com/office/drawing/2014/main" id="{1AE37A1E-BCEF-034C-5FBE-5882225FEF00}"/>
                  </a:ext>
                </a:extLst>
              </p:cNvPr>
              <p:cNvSpPr/>
              <p:nvPr/>
            </p:nvSpPr>
            <p:spPr>
              <a:xfrm>
                <a:off x="3444015" y="2491199"/>
                <a:ext cx="1022369" cy="148314"/>
              </a:xfrm>
              <a:custGeom>
                <a:avLst/>
                <a:gdLst/>
                <a:ahLst/>
                <a:cxnLst/>
                <a:rect l="l" t="t" r="r" b="b"/>
                <a:pathLst>
                  <a:path w="12401" h="1799" extrusionOk="0">
                    <a:moveTo>
                      <a:pt x="12339" y="0"/>
                    </a:moveTo>
                    <a:lnTo>
                      <a:pt x="1" y="977"/>
                    </a:lnTo>
                    <a:lnTo>
                      <a:pt x="69" y="1798"/>
                    </a:lnTo>
                    <a:lnTo>
                      <a:pt x="12400" y="816"/>
                    </a:lnTo>
                    <a:lnTo>
                      <a:pt x="1233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07" name="Google Shape;1407;p52">
              <a:extLst>
                <a:ext uri="{FF2B5EF4-FFF2-40B4-BE49-F238E27FC236}">
                  <a16:creationId xmlns:a16="http://schemas.microsoft.com/office/drawing/2014/main" id="{267F5A9C-0706-BAC2-66EF-12649F58A63B}"/>
                </a:ext>
              </a:extLst>
            </p:cNvPr>
            <p:cNvSpPr/>
            <p:nvPr/>
          </p:nvSpPr>
          <p:spPr>
            <a:xfrm>
              <a:off x="-264410" y="2101325"/>
              <a:ext cx="2198370" cy="2464666"/>
            </a:xfrm>
            <a:custGeom>
              <a:avLst/>
              <a:gdLst/>
              <a:ahLst/>
              <a:cxnLst/>
              <a:rect l="l" t="t" r="r" b="b"/>
              <a:pathLst>
                <a:path w="27185" h="30478" extrusionOk="0">
                  <a:moveTo>
                    <a:pt x="3115" y="27747"/>
                  </a:moveTo>
                  <a:cubicBezTo>
                    <a:pt x="3115" y="27747"/>
                    <a:pt x="1" y="24905"/>
                    <a:pt x="1008" y="23354"/>
                  </a:cubicBezTo>
                  <a:cubicBezTo>
                    <a:pt x="2009" y="21803"/>
                    <a:pt x="2466" y="21624"/>
                    <a:pt x="2281" y="20166"/>
                  </a:cubicBezTo>
                  <a:cubicBezTo>
                    <a:pt x="2095" y="18708"/>
                    <a:pt x="1181" y="18974"/>
                    <a:pt x="1459" y="17429"/>
                  </a:cubicBezTo>
                  <a:cubicBezTo>
                    <a:pt x="1731" y="15879"/>
                    <a:pt x="2281" y="14241"/>
                    <a:pt x="2281" y="14241"/>
                  </a:cubicBezTo>
                  <a:cubicBezTo>
                    <a:pt x="2281" y="14241"/>
                    <a:pt x="1731" y="17071"/>
                    <a:pt x="2373" y="17349"/>
                  </a:cubicBezTo>
                  <a:cubicBezTo>
                    <a:pt x="3016" y="17615"/>
                    <a:pt x="3467" y="19079"/>
                    <a:pt x="3646" y="18807"/>
                  </a:cubicBezTo>
                  <a:cubicBezTo>
                    <a:pt x="3831" y="18535"/>
                    <a:pt x="3281" y="18164"/>
                    <a:pt x="3189" y="16249"/>
                  </a:cubicBezTo>
                  <a:cubicBezTo>
                    <a:pt x="3096" y="14334"/>
                    <a:pt x="2923" y="14699"/>
                    <a:pt x="3739" y="13148"/>
                  </a:cubicBezTo>
                  <a:cubicBezTo>
                    <a:pt x="4560" y="11591"/>
                    <a:pt x="5011" y="12233"/>
                    <a:pt x="5011" y="8675"/>
                  </a:cubicBezTo>
                  <a:cubicBezTo>
                    <a:pt x="5011" y="5116"/>
                    <a:pt x="4919" y="3022"/>
                    <a:pt x="6204" y="1830"/>
                  </a:cubicBezTo>
                  <a:cubicBezTo>
                    <a:pt x="6204" y="1830"/>
                    <a:pt x="6204" y="2194"/>
                    <a:pt x="6018" y="3837"/>
                  </a:cubicBezTo>
                  <a:cubicBezTo>
                    <a:pt x="5833" y="5487"/>
                    <a:pt x="5746" y="5030"/>
                    <a:pt x="6111" y="5938"/>
                  </a:cubicBezTo>
                  <a:cubicBezTo>
                    <a:pt x="6475" y="6852"/>
                    <a:pt x="7204" y="8039"/>
                    <a:pt x="7019" y="9861"/>
                  </a:cubicBezTo>
                  <a:cubicBezTo>
                    <a:pt x="6834" y="11684"/>
                    <a:pt x="7347" y="12079"/>
                    <a:pt x="8459" y="12332"/>
                  </a:cubicBezTo>
                  <a:cubicBezTo>
                    <a:pt x="9571" y="12598"/>
                    <a:pt x="9206" y="11684"/>
                    <a:pt x="9392" y="10040"/>
                  </a:cubicBezTo>
                  <a:cubicBezTo>
                    <a:pt x="9577" y="8397"/>
                    <a:pt x="9392" y="7032"/>
                    <a:pt x="10584" y="5753"/>
                  </a:cubicBezTo>
                  <a:cubicBezTo>
                    <a:pt x="11770" y="4480"/>
                    <a:pt x="11585" y="557"/>
                    <a:pt x="11492" y="279"/>
                  </a:cubicBezTo>
                  <a:cubicBezTo>
                    <a:pt x="11399" y="1"/>
                    <a:pt x="13222" y="2194"/>
                    <a:pt x="12950" y="4659"/>
                  </a:cubicBezTo>
                  <a:cubicBezTo>
                    <a:pt x="12684" y="7124"/>
                    <a:pt x="11739" y="7804"/>
                    <a:pt x="12345" y="8829"/>
                  </a:cubicBezTo>
                  <a:cubicBezTo>
                    <a:pt x="12950" y="9855"/>
                    <a:pt x="14056" y="10782"/>
                    <a:pt x="14371" y="8638"/>
                  </a:cubicBezTo>
                  <a:cubicBezTo>
                    <a:pt x="14680" y="6482"/>
                    <a:pt x="15780" y="4844"/>
                    <a:pt x="15780" y="4844"/>
                  </a:cubicBezTo>
                  <a:cubicBezTo>
                    <a:pt x="15780" y="4844"/>
                    <a:pt x="15323" y="6574"/>
                    <a:pt x="16144" y="7124"/>
                  </a:cubicBezTo>
                  <a:cubicBezTo>
                    <a:pt x="16960" y="7668"/>
                    <a:pt x="17052" y="6574"/>
                    <a:pt x="18059" y="6025"/>
                  </a:cubicBezTo>
                  <a:cubicBezTo>
                    <a:pt x="19060" y="5475"/>
                    <a:pt x="18325" y="1922"/>
                    <a:pt x="18325" y="1922"/>
                  </a:cubicBezTo>
                  <a:cubicBezTo>
                    <a:pt x="18325" y="1922"/>
                    <a:pt x="19697" y="2108"/>
                    <a:pt x="19968" y="3745"/>
                  </a:cubicBezTo>
                  <a:cubicBezTo>
                    <a:pt x="20240" y="5394"/>
                    <a:pt x="20457" y="6723"/>
                    <a:pt x="20302" y="7470"/>
                  </a:cubicBezTo>
                  <a:cubicBezTo>
                    <a:pt x="20148" y="8218"/>
                    <a:pt x="20518" y="8496"/>
                    <a:pt x="21433" y="9039"/>
                  </a:cubicBezTo>
                  <a:cubicBezTo>
                    <a:pt x="22341" y="9583"/>
                    <a:pt x="22526" y="10590"/>
                    <a:pt x="22526" y="12962"/>
                  </a:cubicBezTo>
                  <a:cubicBezTo>
                    <a:pt x="22526" y="15329"/>
                    <a:pt x="25084" y="17429"/>
                    <a:pt x="26085" y="20351"/>
                  </a:cubicBezTo>
                  <a:cubicBezTo>
                    <a:pt x="27092" y="23268"/>
                    <a:pt x="27184" y="25825"/>
                    <a:pt x="26542" y="27740"/>
                  </a:cubicBezTo>
                  <a:cubicBezTo>
                    <a:pt x="25899" y="29656"/>
                    <a:pt x="23169" y="30477"/>
                    <a:pt x="22347" y="30391"/>
                  </a:cubicBezTo>
                  <a:cubicBezTo>
                    <a:pt x="21532" y="30298"/>
                    <a:pt x="14173" y="29124"/>
                    <a:pt x="14173" y="29124"/>
                  </a:cubicBezTo>
                  <a:cubicBezTo>
                    <a:pt x="14173" y="29124"/>
                    <a:pt x="9583" y="29106"/>
                    <a:pt x="8397" y="28933"/>
                  </a:cubicBezTo>
                  <a:cubicBezTo>
                    <a:pt x="7204" y="28735"/>
                    <a:pt x="3115" y="27747"/>
                    <a:pt x="3115" y="277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52">
              <a:extLst>
                <a:ext uri="{FF2B5EF4-FFF2-40B4-BE49-F238E27FC236}">
                  <a16:creationId xmlns:a16="http://schemas.microsoft.com/office/drawing/2014/main" id="{54E0DDDA-8C9D-25A2-71BC-6D91CB224D50}"/>
                </a:ext>
              </a:extLst>
            </p:cNvPr>
            <p:cNvSpPr/>
            <p:nvPr/>
          </p:nvSpPr>
          <p:spPr>
            <a:xfrm>
              <a:off x="381101" y="2995426"/>
              <a:ext cx="1141728" cy="1214379"/>
            </a:xfrm>
            <a:custGeom>
              <a:avLst/>
              <a:gdLst/>
              <a:ahLst/>
              <a:cxnLst/>
              <a:rect l="l" t="t" r="r" b="b"/>
              <a:pathLst>
                <a:path w="12808" h="13623" extrusionOk="0">
                  <a:moveTo>
                    <a:pt x="1428" y="10293"/>
                  </a:moveTo>
                  <a:cubicBezTo>
                    <a:pt x="1428" y="10293"/>
                    <a:pt x="476" y="9125"/>
                    <a:pt x="279" y="7414"/>
                  </a:cubicBezTo>
                  <a:cubicBezTo>
                    <a:pt x="75" y="5697"/>
                    <a:pt x="1" y="3800"/>
                    <a:pt x="1" y="3800"/>
                  </a:cubicBezTo>
                  <a:cubicBezTo>
                    <a:pt x="1" y="3800"/>
                    <a:pt x="711" y="5697"/>
                    <a:pt x="1026" y="6178"/>
                  </a:cubicBezTo>
                  <a:cubicBezTo>
                    <a:pt x="1341" y="6654"/>
                    <a:pt x="1106" y="5937"/>
                    <a:pt x="1508" y="4912"/>
                  </a:cubicBezTo>
                  <a:cubicBezTo>
                    <a:pt x="1897" y="3880"/>
                    <a:pt x="2534" y="0"/>
                    <a:pt x="2534" y="0"/>
                  </a:cubicBezTo>
                  <a:cubicBezTo>
                    <a:pt x="2534" y="0"/>
                    <a:pt x="3090" y="1502"/>
                    <a:pt x="3331" y="2607"/>
                  </a:cubicBezTo>
                  <a:cubicBezTo>
                    <a:pt x="3565" y="3720"/>
                    <a:pt x="3720" y="3720"/>
                    <a:pt x="4202" y="3633"/>
                  </a:cubicBezTo>
                  <a:cubicBezTo>
                    <a:pt x="4677" y="3553"/>
                    <a:pt x="4992" y="4115"/>
                    <a:pt x="5227" y="4584"/>
                  </a:cubicBezTo>
                  <a:cubicBezTo>
                    <a:pt x="5468" y="5066"/>
                    <a:pt x="5542" y="6969"/>
                    <a:pt x="6253" y="6772"/>
                  </a:cubicBezTo>
                  <a:cubicBezTo>
                    <a:pt x="6963" y="6568"/>
                    <a:pt x="6253" y="5301"/>
                    <a:pt x="6407" y="4356"/>
                  </a:cubicBezTo>
                  <a:cubicBezTo>
                    <a:pt x="6568" y="3404"/>
                    <a:pt x="7044" y="2923"/>
                    <a:pt x="7044" y="2923"/>
                  </a:cubicBezTo>
                  <a:cubicBezTo>
                    <a:pt x="7044" y="2923"/>
                    <a:pt x="6883" y="4035"/>
                    <a:pt x="7433" y="4745"/>
                  </a:cubicBezTo>
                  <a:cubicBezTo>
                    <a:pt x="7989" y="5456"/>
                    <a:pt x="7865" y="6351"/>
                    <a:pt x="8526" y="4640"/>
                  </a:cubicBezTo>
                  <a:cubicBezTo>
                    <a:pt x="9181" y="2923"/>
                    <a:pt x="9490" y="2033"/>
                    <a:pt x="10083" y="2008"/>
                  </a:cubicBezTo>
                  <a:cubicBezTo>
                    <a:pt x="10676" y="1971"/>
                    <a:pt x="11232" y="470"/>
                    <a:pt x="11232" y="470"/>
                  </a:cubicBezTo>
                  <a:cubicBezTo>
                    <a:pt x="11232" y="470"/>
                    <a:pt x="11628" y="1736"/>
                    <a:pt x="11313" y="3003"/>
                  </a:cubicBezTo>
                  <a:cubicBezTo>
                    <a:pt x="10998" y="4269"/>
                    <a:pt x="10120" y="4208"/>
                    <a:pt x="10553" y="5505"/>
                  </a:cubicBezTo>
                  <a:cubicBezTo>
                    <a:pt x="10998" y="6802"/>
                    <a:pt x="10800" y="5035"/>
                    <a:pt x="11251" y="8415"/>
                  </a:cubicBezTo>
                  <a:cubicBezTo>
                    <a:pt x="11696" y="11788"/>
                    <a:pt x="12808" y="10923"/>
                    <a:pt x="10435" y="12270"/>
                  </a:cubicBezTo>
                  <a:cubicBezTo>
                    <a:pt x="8075" y="13623"/>
                    <a:pt x="2218" y="12591"/>
                    <a:pt x="1428" y="10293"/>
                  </a:cubicBez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9" name="Google Shape;1409;p52">
              <a:extLst>
                <a:ext uri="{FF2B5EF4-FFF2-40B4-BE49-F238E27FC236}">
                  <a16:creationId xmlns:a16="http://schemas.microsoft.com/office/drawing/2014/main" id="{840C4BF3-700F-8437-F99C-E0693BD8BF15}"/>
                </a:ext>
              </a:extLst>
            </p:cNvPr>
            <p:cNvGrpSpPr/>
            <p:nvPr/>
          </p:nvGrpSpPr>
          <p:grpSpPr>
            <a:xfrm>
              <a:off x="-421822" y="3287548"/>
              <a:ext cx="3034277" cy="1602503"/>
              <a:chOff x="6081628" y="2299898"/>
              <a:chExt cx="3034277" cy="1602503"/>
            </a:xfrm>
          </p:grpSpPr>
          <p:sp>
            <p:nvSpPr>
              <p:cNvPr id="1410" name="Google Shape;1410;p52">
                <a:extLst>
                  <a:ext uri="{FF2B5EF4-FFF2-40B4-BE49-F238E27FC236}">
                    <a16:creationId xmlns:a16="http://schemas.microsoft.com/office/drawing/2014/main" id="{51CADC7D-08B1-B788-4A78-9952885FEE10}"/>
                  </a:ext>
                </a:extLst>
              </p:cNvPr>
              <p:cNvSpPr/>
              <p:nvPr/>
            </p:nvSpPr>
            <p:spPr>
              <a:xfrm>
                <a:off x="6081628" y="2299898"/>
                <a:ext cx="3034277" cy="1600591"/>
              </a:xfrm>
              <a:custGeom>
                <a:avLst/>
                <a:gdLst/>
                <a:ahLst/>
                <a:cxnLst/>
                <a:rect l="l" t="t" r="r" b="b"/>
                <a:pathLst>
                  <a:path w="39541" h="20858" extrusionOk="0">
                    <a:moveTo>
                      <a:pt x="5740" y="2558"/>
                    </a:moveTo>
                    <a:lnTo>
                      <a:pt x="8619" y="2231"/>
                    </a:lnTo>
                    <a:lnTo>
                      <a:pt x="12153" y="1"/>
                    </a:lnTo>
                    <a:cubicBezTo>
                      <a:pt x="12153" y="1"/>
                      <a:pt x="13963" y="1020"/>
                      <a:pt x="14612" y="1020"/>
                    </a:cubicBezTo>
                    <a:cubicBezTo>
                      <a:pt x="15260" y="1020"/>
                      <a:pt x="17219" y="1434"/>
                      <a:pt x="17219" y="1434"/>
                    </a:cubicBezTo>
                    <a:lnTo>
                      <a:pt x="18281" y="2453"/>
                    </a:lnTo>
                    <a:lnTo>
                      <a:pt x="18702" y="4875"/>
                    </a:lnTo>
                    <a:cubicBezTo>
                      <a:pt x="18702" y="4875"/>
                      <a:pt x="20561" y="6593"/>
                      <a:pt x="21581" y="6549"/>
                    </a:cubicBezTo>
                    <a:cubicBezTo>
                      <a:pt x="22600" y="6500"/>
                      <a:pt x="24880" y="6827"/>
                      <a:pt x="24880" y="6827"/>
                    </a:cubicBezTo>
                    <a:lnTo>
                      <a:pt x="25806" y="10170"/>
                    </a:lnTo>
                    <a:cubicBezTo>
                      <a:pt x="25806" y="10170"/>
                      <a:pt x="26362" y="11560"/>
                      <a:pt x="26591" y="11844"/>
                    </a:cubicBezTo>
                    <a:lnTo>
                      <a:pt x="28030" y="12863"/>
                    </a:lnTo>
                    <a:lnTo>
                      <a:pt x="33232" y="13840"/>
                    </a:lnTo>
                    <a:lnTo>
                      <a:pt x="35419" y="14025"/>
                    </a:lnTo>
                    <a:lnTo>
                      <a:pt x="36254" y="15607"/>
                    </a:lnTo>
                    <a:cubicBezTo>
                      <a:pt x="36254" y="15607"/>
                      <a:pt x="36717" y="17466"/>
                      <a:pt x="37273" y="17608"/>
                    </a:cubicBezTo>
                    <a:cubicBezTo>
                      <a:pt x="37829" y="17744"/>
                      <a:pt x="38570" y="18535"/>
                      <a:pt x="38570" y="18535"/>
                    </a:cubicBezTo>
                    <a:lnTo>
                      <a:pt x="39540" y="20302"/>
                    </a:lnTo>
                    <a:lnTo>
                      <a:pt x="28716" y="20024"/>
                    </a:lnTo>
                    <a:lnTo>
                      <a:pt x="28809" y="20815"/>
                    </a:lnTo>
                    <a:lnTo>
                      <a:pt x="27604" y="20858"/>
                    </a:lnTo>
                    <a:lnTo>
                      <a:pt x="13710" y="20722"/>
                    </a:lnTo>
                    <a:lnTo>
                      <a:pt x="9854" y="20765"/>
                    </a:lnTo>
                    <a:lnTo>
                      <a:pt x="6697" y="20580"/>
                    </a:lnTo>
                    <a:lnTo>
                      <a:pt x="5209" y="20629"/>
                    </a:lnTo>
                    <a:cubicBezTo>
                      <a:pt x="5209" y="20629"/>
                      <a:pt x="939" y="16539"/>
                      <a:pt x="464" y="15699"/>
                    </a:cubicBezTo>
                    <a:cubicBezTo>
                      <a:pt x="0" y="14865"/>
                      <a:pt x="93" y="13098"/>
                      <a:pt x="278" y="12079"/>
                    </a:cubicBezTo>
                    <a:cubicBezTo>
                      <a:pt x="464" y="11059"/>
                      <a:pt x="1255" y="10077"/>
                      <a:pt x="2138" y="9243"/>
                    </a:cubicBezTo>
                    <a:cubicBezTo>
                      <a:pt x="3021" y="8409"/>
                      <a:pt x="4189" y="5901"/>
                      <a:pt x="4189" y="5901"/>
                    </a:cubicBezTo>
                    <a:lnTo>
                      <a:pt x="4189" y="4647"/>
                    </a:lnTo>
                    <a:lnTo>
                      <a:pt x="5437" y="34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52">
                <a:extLst>
                  <a:ext uri="{FF2B5EF4-FFF2-40B4-BE49-F238E27FC236}">
                    <a16:creationId xmlns:a16="http://schemas.microsoft.com/office/drawing/2014/main" id="{9DCCCE50-AD36-A3F8-59A9-71753305D65E}"/>
                  </a:ext>
                </a:extLst>
              </p:cNvPr>
              <p:cNvSpPr/>
              <p:nvPr/>
            </p:nvSpPr>
            <p:spPr>
              <a:xfrm>
                <a:off x="6083547" y="2657872"/>
                <a:ext cx="2600941" cy="1244529"/>
              </a:xfrm>
              <a:custGeom>
                <a:avLst/>
                <a:gdLst/>
                <a:ahLst/>
                <a:cxnLst/>
                <a:rect l="l" t="t" r="r" b="b"/>
                <a:pathLst>
                  <a:path w="33894" h="16218" extrusionOk="0">
                    <a:moveTo>
                      <a:pt x="33677" y="15266"/>
                    </a:moveTo>
                    <a:cubicBezTo>
                      <a:pt x="32985" y="14617"/>
                      <a:pt x="32052" y="13969"/>
                      <a:pt x="32052" y="13969"/>
                    </a:cubicBezTo>
                    <a:lnTo>
                      <a:pt x="30421" y="11460"/>
                    </a:lnTo>
                    <a:lnTo>
                      <a:pt x="28419" y="12480"/>
                    </a:lnTo>
                    <a:lnTo>
                      <a:pt x="27400" y="11874"/>
                    </a:lnTo>
                    <a:lnTo>
                      <a:pt x="26986" y="13648"/>
                    </a:lnTo>
                    <a:lnTo>
                      <a:pt x="26288" y="12152"/>
                    </a:lnTo>
                    <a:lnTo>
                      <a:pt x="25596" y="12060"/>
                    </a:lnTo>
                    <a:lnTo>
                      <a:pt x="24805" y="11689"/>
                    </a:lnTo>
                    <a:lnTo>
                      <a:pt x="23835" y="12109"/>
                    </a:lnTo>
                    <a:lnTo>
                      <a:pt x="23650" y="10015"/>
                    </a:lnTo>
                    <a:lnTo>
                      <a:pt x="22532" y="9508"/>
                    </a:lnTo>
                    <a:cubicBezTo>
                      <a:pt x="22532" y="9508"/>
                      <a:pt x="21098" y="10250"/>
                      <a:pt x="20536" y="10200"/>
                    </a:cubicBezTo>
                    <a:cubicBezTo>
                      <a:pt x="19980" y="10157"/>
                      <a:pt x="20814" y="8903"/>
                      <a:pt x="20814" y="8903"/>
                    </a:cubicBezTo>
                    <a:lnTo>
                      <a:pt x="15791" y="11090"/>
                    </a:lnTo>
                    <a:lnTo>
                      <a:pt x="18670" y="7513"/>
                    </a:lnTo>
                    <a:cubicBezTo>
                      <a:pt x="18670" y="7513"/>
                      <a:pt x="11096" y="12023"/>
                      <a:pt x="10589" y="12443"/>
                    </a:cubicBezTo>
                    <a:cubicBezTo>
                      <a:pt x="10077" y="12857"/>
                      <a:pt x="18164" y="5196"/>
                      <a:pt x="18164" y="5196"/>
                    </a:cubicBezTo>
                    <a:lnTo>
                      <a:pt x="10404" y="7519"/>
                    </a:lnTo>
                    <a:lnTo>
                      <a:pt x="12449" y="4733"/>
                    </a:lnTo>
                    <a:lnTo>
                      <a:pt x="10911" y="4547"/>
                    </a:lnTo>
                    <a:lnTo>
                      <a:pt x="8773" y="4640"/>
                    </a:lnTo>
                    <a:lnTo>
                      <a:pt x="10262" y="1020"/>
                    </a:lnTo>
                    <a:lnTo>
                      <a:pt x="5381" y="6592"/>
                    </a:lnTo>
                    <a:lnTo>
                      <a:pt x="7012" y="1483"/>
                    </a:lnTo>
                    <a:lnTo>
                      <a:pt x="5758" y="556"/>
                    </a:lnTo>
                    <a:lnTo>
                      <a:pt x="4417" y="0"/>
                    </a:lnTo>
                    <a:lnTo>
                      <a:pt x="4183" y="260"/>
                    </a:lnTo>
                    <a:lnTo>
                      <a:pt x="4183" y="1260"/>
                    </a:lnTo>
                    <a:cubicBezTo>
                      <a:pt x="4183" y="1260"/>
                      <a:pt x="3027" y="3769"/>
                      <a:pt x="2138" y="4603"/>
                    </a:cubicBezTo>
                    <a:cubicBezTo>
                      <a:pt x="1260" y="5437"/>
                      <a:pt x="463" y="6419"/>
                      <a:pt x="278" y="7439"/>
                    </a:cubicBezTo>
                    <a:cubicBezTo>
                      <a:pt x="93" y="8458"/>
                      <a:pt x="0" y="10225"/>
                      <a:pt x="463" y="11059"/>
                    </a:cubicBezTo>
                    <a:cubicBezTo>
                      <a:pt x="927" y="11893"/>
                      <a:pt x="5202" y="15983"/>
                      <a:pt x="5202" y="15983"/>
                    </a:cubicBezTo>
                    <a:lnTo>
                      <a:pt x="6697" y="15940"/>
                    </a:lnTo>
                    <a:lnTo>
                      <a:pt x="9854" y="16125"/>
                    </a:lnTo>
                    <a:lnTo>
                      <a:pt x="13709" y="16076"/>
                    </a:lnTo>
                    <a:lnTo>
                      <a:pt x="27598" y="16218"/>
                    </a:lnTo>
                    <a:lnTo>
                      <a:pt x="28802" y="16168"/>
                    </a:lnTo>
                    <a:lnTo>
                      <a:pt x="28710" y="15384"/>
                    </a:lnTo>
                    <a:lnTo>
                      <a:pt x="33893" y="15513"/>
                    </a:lnTo>
                    <a:cubicBezTo>
                      <a:pt x="33825" y="15414"/>
                      <a:pt x="33757" y="15334"/>
                      <a:pt x="33677" y="15266"/>
                    </a:cubicBez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52">
                <a:extLst>
                  <a:ext uri="{FF2B5EF4-FFF2-40B4-BE49-F238E27FC236}">
                    <a16:creationId xmlns:a16="http://schemas.microsoft.com/office/drawing/2014/main" id="{2F28EACA-6822-8422-9B61-65F0D9891C41}"/>
                  </a:ext>
                </a:extLst>
              </p:cNvPr>
              <p:cNvSpPr/>
              <p:nvPr/>
            </p:nvSpPr>
            <p:spPr>
              <a:xfrm>
                <a:off x="6404000" y="2653575"/>
                <a:ext cx="539618" cy="361817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4715" extrusionOk="0">
                    <a:moveTo>
                      <a:pt x="711" y="279"/>
                    </a:moveTo>
                    <a:lnTo>
                      <a:pt x="1712" y="779"/>
                    </a:lnTo>
                    <a:lnTo>
                      <a:pt x="3188" y="2478"/>
                    </a:lnTo>
                    <a:lnTo>
                      <a:pt x="5270" y="4066"/>
                    </a:lnTo>
                    <a:lnTo>
                      <a:pt x="7031" y="4714"/>
                    </a:lnTo>
                    <a:lnTo>
                      <a:pt x="5332" y="3880"/>
                    </a:lnTo>
                    <a:lnTo>
                      <a:pt x="4375" y="3034"/>
                    </a:lnTo>
                    <a:lnTo>
                      <a:pt x="3751" y="2478"/>
                    </a:lnTo>
                    <a:lnTo>
                      <a:pt x="3720" y="1737"/>
                    </a:lnTo>
                    <a:lnTo>
                      <a:pt x="4714" y="1150"/>
                    </a:lnTo>
                    <a:lnTo>
                      <a:pt x="6537" y="1"/>
                    </a:lnTo>
                    <a:lnTo>
                      <a:pt x="5703" y="309"/>
                    </a:lnTo>
                    <a:lnTo>
                      <a:pt x="4591" y="933"/>
                    </a:lnTo>
                    <a:lnTo>
                      <a:pt x="3497" y="1489"/>
                    </a:lnTo>
                    <a:lnTo>
                      <a:pt x="3380" y="2231"/>
                    </a:lnTo>
                    <a:lnTo>
                      <a:pt x="1990" y="748"/>
                    </a:lnTo>
                    <a:lnTo>
                      <a:pt x="742" y="124"/>
                    </a:lnTo>
                    <a:lnTo>
                      <a:pt x="0" y="31"/>
                    </a:lnTo>
                    <a:lnTo>
                      <a:pt x="0" y="272"/>
                    </a:lnTo>
                    <a:close/>
                  </a:path>
                </a:pathLst>
              </a:custGeom>
              <a:solidFill>
                <a:srgbClr val="000000">
                  <a:alpha val="419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6862407"/>
      </p:ext>
    </p:extLst>
  </p:cSld>
  <p:clrMapOvr>
    <a:masterClrMapping/>
  </p:clrMapOvr>
</p:sld>
</file>

<file path=ppt/theme/theme1.xml><?xml version="1.0" encoding="utf-8"?>
<a:theme xmlns:a="http://schemas.openxmlformats.org/drawingml/2006/main" name="Apocalypse Survival Guide by Slidesgo">
  <a:themeElements>
    <a:clrScheme name="Simple Light">
      <a:dk1>
        <a:srgbClr val="F7F9F7"/>
      </a:dk1>
      <a:lt1>
        <a:srgbClr val="394541"/>
      </a:lt1>
      <a:dk2>
        <a:srgbClr val="9EAD9A"/>
      </a:dk2>
      <a:lt2>
        <a:srgbClr val="717C81"/>
      </a:lt2>
      <a:accent1>
        <a:srgbClr val="86887A"/>
      </a:accent1>
      <a:accent2>
        <a:srgbClr val="83956B"/>
      </a:accent2>
      <a:accent3>
        <a:srgbClr val="071902"/>
      </a:accent3>
      <a:accent4>
        <a:srgbClr val="74606E"/>
      </a:accent4>
      <a:accent5>
        <a:srgbClr val="60454C"/>
      </a:accent5>
      <a:accent6>
        <a:srgbClr val="A36848"/>
      </a:accent6>
      <a:hlink>
        <a:srgbClr val="F7F9F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Bildschirmpräsentation (16:9)</PresentationFormat>
  <Slides>32</Slides>
  <Notes>32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33" baseType="lpstr">
      <vt:lpstr>Apocalypse Survival Guide by Slidesgo</vt:lpstr>
      <vt:lpstr>Games 2025</vt:lpstr>
      <vt:lpstr>Inhalte</vt:lpstr>
      <vt:lpstr>Outbreak</vt:lpstr>
      <vt:lpstr>Engagement Loop</vt:lpstr>
      <vt:lpstr>PowerPoint-Präsentation</vt:lpstr>
      <vt:lpstr>Architecture</vt:lpstr>
      <vt:lpstr> Architecture</vt:lpstr>
      <vt:lpstr>Game References </vt:lpstr>
      <vt:lpstr>Enemy References </vt:lpstr>
      <vt:lpstr>Enemy</vt:lpstr>
      <vt:lpstr>Character/ Level</vt:lpstr>
      <vt:lpstr>Analytics</vt:lpstr>
      <vt:lpstr>PowerPoint-Präsentation</vt:lpstr>
      <vt:lpstr>Desired Emotions</vt:lpstr>
      <vt:lpstr>Ambition</vt:lpstr>
      <vt:lpstr>Tension</vt:lpstr>
      <vt:lpstr>Pride</vt:lpstr>
      <vt:lpstr>Tracking Plan</vt:lpstr>
      <vt:lpstr>Tracking Plan</vt:lpstr>
      <vt:lpstr>Game Balance</vt:lpstr>
      <vt:lpstr>Achievements</vt:lpstr>
      <vt:lpstr>Challenges &amp; Goals</vt:lpstr>
      <vt:lpstr>PowerPoint-Präsentation</vt:lpstr>
      <vt:lpstr>PowerPoint-Präsentation</vt:lpstr>
      <vt:lpstr>PowerPoint-Präsentation</vt:lpstr>
      <vt:lpstr>Features</vt:lpstr>
      <vt:lpstr>Features</vt:lpstr>
      <vt:lpstr>Gameplay Demo</vt:lpstr>
      <vt:lpstr>Lessons Learned</vt:lpstr>
      <vt:lpstr>Zeitaufwände</vt:lpstr>
      <vt:lpstr>Zeitaufwände</vt:lpstr>
      <vt:lpstr>Vielen Dank für Eure Aufmerksamkeit!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modified xsi:type="dcterms:W3CDTF">2025-05-02T12:03:22Z</dcterms:modified>
</cp:coreProperties>
</file>